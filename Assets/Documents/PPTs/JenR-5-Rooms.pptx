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67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A1E31-E118-6817-F05F-FE57143F9500}" v="2099" dt="2026-03-25T00:15:45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7A6A1E31-E118-6817-F05F-FE57143F9500}"/>
    <pc:docChg chg="addSld delSld modSld addMainMaster">
      <pc:chgData name="REIMONDO NAHUEL ALEJO" userId="S::nreimondo@uade.edu.ar::6321e4ea-f963-4ffe-8417-f757321f65f7" providerId="AD" clId="Web-{7A6A1E31-E118-6817-F05F-FE57143F9500}" dt="2026-03-25T00:15:45.920" v="2087" actId="20577"/>
      <pc:docMkLst>
        <pc:docMk/>
      </pc:docMkLst>
      <pc:sldChg chg="del">
        <pc:chgData name="REIMONDO NAHUEL ALEJO" userId="S::nreimondo@uade.edu.ar::6321e4ea-f963-4ffe-8417-f757321f65f7" providerId="AD" clId="Web-{7A6A1E31-E118-6817-F05F-FE57143F9500}" dt="2026-03-24T20:56:45.042" v="12"/>
        <pc:sldMkLst>
          <pc:docMk/>
          <pc:sldMk cId="2406273178" sldId="256"/>
        </pc:sldMkLst>
      </pc:sldChg>
      <pc:sldChg chg="modSp add del">
        <pc:chgData name="REIMONDO NAHUEL ALEJO" userId="S::nreimondo@uade.edu.ar::6321e4ea-f963-4ffe-8417-f757321f65f7" providerId="AD" clId="Web-{7A6A1E31-E118-6817-F05F-FE57143F9500}" dt="2026-03-25T00:15:45.920" v="2087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7A6A1E31-E118-6817-F05F-FE57143F9500}" dt="2026-03-25T00:15:45.920" v="2087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add del">
        <pc:chgData name="REIMONDO NAHUEL ALEJO" userId="S::nreimondo@uade.edu.ar::6321e4ea-f963-4ffe-8417-f757321f65f7" providerId="AD" clId="Web-{7A6A1E31-E118-6817-F05F-FE57143F9500}" dt="2026-03-24T20:56:35.432" v="11"/>
        <pc:sldMkLst>
          <pc:docMk/>
          <pc:sldMk cId="3037326767" sldId="267"/>
        </pc:sldMkLst>
      </pc:sldChg>
      <pc:sldChg chg="modSp add del">
        <pc:chgData name="REIMONDO NAHUEL ALEJO" userId="S::nreimondo@uade.edu.ar::6321e4ea-f963-4ffe-8417-f757321f65f7" providerId="AD" clId="Web-{7A6A1E31-E118-6817-F05F-FE57143F9500}" dt="2026-03-24T20:59:17.500" v="93" actId="20577"/>
        <pc:sldMkLst>
          <pc:docMk/>
          <pc:sldMk cId="1061521144" sldId="268"/>
        </pc:sldMkLst>
        <pc:spChg chg="mod">
          <ac:chgData name="REIMONDO NAHUEL ALEJO" userId="S::nreimondo@uade.edu.ar::6321e4ea-f963-4ffe-8417-f757321f65f7" providerId="AD" clId="Web-{7A6A1E31-E118-6817-F05F-FE57143F9500}" dt="2026-03-24T20:59:17.500" v="93" actId="20577"/>
          <ac:spMkLst>
            <pc:docMk/>
            <pc:sldMk cId="1061521144" sldId="268"/>
            <ac:spMk id="3" creationId="{00000000-0000-0000-0000-000000000000}"/>
          </ac:spMkLst>
        </pc:spChg>
      </pc:sldChg>
      <pc:sldChg chg="modSp add del">
        <pc:chgData name="REIMONDO NAHUEL ALEJO" userId="S::nreimondo@uade.edu.ar::6321e4ea-f963-4ffe-8417-f757321f65f7" providerId="AD" clId="Web-{7A6A1E31-E118-6817-F05F-FE57143F9500}" dt="2026-03-24T21:03:05.945" v="290" actId="20577"/>
        <pc:sldMkLst>
          <pc:docMk/>
          <pc:sldMk cId="2620317225" sldId="272"/>
        </pc:sldMkLst>
        <pc:spChg chg="mod">
          <ac:chgData name="REIMONDO NAHUEL ALEJO" userId="S::nreimondo@uade.edu.ar::6321e4ea-f963-4ffe-8417-f757321f65f7" providerId="AD" clId="Web-{7A6A1E31-E118-6817-F05F-FE57143F9500}" dt="2026-03-24T20:59:24.141" v="94" actId="20577"/>
          <ac:spMkLst>
            <pc:docMk/>
            <pc:sldMk cId="2620317225" sldId="272"/>
            <ac:spMk id="2" creationId="{FE94FD30-69A4-F051-EF2D-70573467240B}"/>
          </ac:spMkLst>
        </pc:spChg>
        <pc:spChg chg="mod">
          <ac:chgData name="REIMONDO NAHUEL ALEJO" userId="S::nreimondo@uade.edu.ar::6321e4ea-f963-4ffe-8417-f757321f65f7" providerId="AD" clId="Web-{7A6A1E31-E118-6817-F05F-FE57143F9500}" dt="2026-03-24T21:03:05.945" v="290" actId="20577"/>
          <ac:spMkLst>
            <pc:docMk/>
            <pc:sldMk cId="2620317225" sldId="272"/>
            <ac:spMk id="3" creationId="{8FA98982-91A4-7262-7295-3B0BB65C7AE4}"/>
          </ac:spMkLst>
        </pc:spChg>
      </pc:sldChg>
      <pc:sldChg chg="modSp add replId">
        <pc:chgData name="REIMONDO NAHUEL ALEJO" userId="S::nreimondo@uade.edu.ar::6321e4ea-f963-4ffe-8417-f757321f65f7" providerId="AD" clId="Web-{7A6A1E31-E118-6817-F05F-FE57143F9500}" dt="2026-03-24T21:03:46.618" v="335" actId="20577"/>
        <pc:sldMkLst>
          <pc:docMk/>
          <pc:sldMk cId="424153442" sldId="273"/>
        </pc:sldMkLst>
        <pc:spChg chg="mod">
          <ac:chgData name="REIMONDO NAHUEL ALEJO" userId="S::nreimondo@uade.edu.ar::6321e4ea-f963-4ffe-8417-f757321f65f7" providerId="AD" clId="Web-{7A6A1E31-E118-6817-F05F-FE57143F9500}" dt="2026-03-24T21:03:18.649" v="292" actId="20577"/>
          <ac:spMkLst>
            <pc:docMk/>
            <pc:sldMk cId="424153442" sldId="273"/>
            <ac:spMk id="2" creationId="{FA6E5E15-9C42-049A-098B-9BF6420E5438}"/>
          </ac:spMkLst>
        </pc:spChg>
        <pc:spChg chg="mod">
          <ac:chgData name="REIMONDO NAHUEL ALEJO" userId="S::nreimondo@uade.edu.ar::6321e4ea-f963-4ffe-8417-f757321f65f7" providerId="AD" clId="Web-{7A6A1E31-E118-6817-F05F-FE57143F9500}" dt="2026-03-24T21:03:46.618" v="335" actId="20577"/>
          <ac:spMkLst>
            <pc:docMk/>
            <pc:sldMk cId="424153442" sldId="273"/>
            <ac:spMk id="3" creationId="{D9BB2684-F4F1-B3B6-B8AE-82D139A772C0}"/>
          </ac:spMkLst>
        </pc:spChg>
      </pc:sldChg>
      <pc:sldChg chg="addSp delSp modSp add replId">
        <pc:chgData name="REIMONDO NAHUEL ALEJO" userId="S::nreimondo@uade.edu.ar::6321e4ea-f963-4ffe-8417-f757321f65f7" providerId="AD" clId="Web-{7A6A1E31-E118-6817-F05F-FE57143F9500}" dt="2026-03-24T21:11:40.514" v="503" actId="20577"/>
        <pc:sldMkLst>
          <pc:docMk/>
          <pc:sldMk cId="3922940580" sldId="274"/>
        </pc:sldMkLst>
        <pc:spChg chg="mod">
          <ac:chgData name="REIMONDO NAHUEL ALEJO" userId="S::nreimondo@uade.edu.ar::6321e4ea-f963-4ffe-8417-f757321f65f7" providerId="AD" clId="Web-{7A6A1E31-E118-6817-F05F-FE57143F9500}" dt="2026-03-24T21:11:40.514" v="503" actId="20577"/>
          <ac:spMkLst>
            <pc:docMk/>
            <pc:sldMk cId="3922940580" sldId="274"/>
            <ac:spMk id="3" creationId="{626834E3-658E-643D-683E-7A5C4AF92E7D}"/>
          </ac:spMkLst>
        </pc:spChg>
        <pc:spChg chg="add del">
          <ac:chgData name="REIMONDO NAHUEL ALEJO" userId="S::nreimondo@uade.edu.ar::6321e4ea-f963-4ffe-8417-f757321f65f7" providerId="AD" clId="Web-{7A6A1E31-E118-6817-F05F-FE57143F9500}" dt="2026-03-24T21:07:25.043" v="347"/>
          <ac:spMkLst>
            <pc:docMk/>
            <pc:sldMk cId="3922940580" sldId="274"/>
            <ac:spMk id="4" creationId="{14BC400B-252B-1B28-7D1A-55075492499C}"/>
          </ac:spMkLst>
        </pc:spChg>
        <pc:spChg chg="add del">
          <ac:chgData name="REIMONDO NAHUEL ALEJO" userId="S::nreimondo@uade.edu.ar::6321e4ea-f963-4ffe-8417-f757321f65f7" providerId="AD" clId="Web-{7A6A1E31-E118-6817-F05F-FE57143F9500}" dt="2026-03-24T21:07:30.043" v="349"/>
          <ac:spMkLst>
            <pc:docMk/>
            <pc:sldMk cId="3922940580" sldId="274"/>
            <ac:spMk id="5" creationId="{743A4C4E-3075-D227-630D-28CBA4961952}"/>
          </ac:spMkLst>
        </pc:spChg>
        <pc:spChg chg="add mod">
          <ac:chgData name="REIMONDO NAHUEL ALEJO" userId="S::nreimondo@uade.edu.ar::6321e4ea-f963-4ffe-8417-f757321f65f7" providerId="AD" clId="Web-{7A6A1E31-E118-6817-F05F-FE57143F9500}" dt="2026-03-24T21:07:53.528" v="363" actId="20577"/>
          <ac:spMkLst>
            <pc:docMk/>
            <pc:sldMk cId="3922940580" sldId="274"/>
            <ac:spMk id="6" creationId="{8E03CC04-08B8-4226-3751-79344FDFF43E}"/>
          </ac:spMkLst>
        </pc:spChg>
      </pc:sldChg>
      <pc:sldChg chg="addSp delSp modSp add replId">
        <pc:chgData name="REIMONDO NAHUEL ALEJO" userId="S::nreimondo@uade.edu.ar::6321e4ea-f963-4ffe-8417-f757321f65f7" providerId="AD" clId="Web-{7A6A1E31-E118-6817-F05F-FE57143F9500}" dt="2026-03-24T21:17:59.321" v="668" actId="14100"/>
        <pc:sldMkLst>
          <pc:docMk/>
          <pc:sldMk cId="4009314017" sldId="275"/>
        </pc:sldMkLst>
        <pc:spChg chg="mod">
          <ac:chgData name="REIMONDO NAHUEL ALEJO" userId="S::nreimondo@uade.edu.ar::6321e4ea-f963-4ffe-8417-f757321f65f7" providerId="AD" clId="Web-{7A6A1E31-E118-6817-F05F-FE57143F9500}" dt="2026-03-24T21:12:13.436" v="510" actId="20577"/>
          <ac:spMkLst>
            <pc:docMk/>
            <pc:sldMk cId="4009314017" sldId="275"/>
            <ac:spMk id="2" creationId="{AAEBE968-6575-B06C-0C08-C1CC00673A66}"/>
          </ac:spMkLst>
        </pc:spChg>
        <pc:spChg chg="mod">
          <ac:chgData name="REIMONDO NAHUEL ALEJO" userId="S::nreimondo@uade.edu.ar::6321e4ea-f963-4ffe-8417-f757321f65f7" providerId="AD" clId="Web-{7A6A1E31-E118-6817-F05F-FE57143F9500}" dt="2026-03-24T21:16:33.098" v="662" actId="20577"/>
          <ac:spMkLst>
            <pc:docMk/>
            <pc:sldMk cId="4009314017" sldId="275"/>
            <ac:spMk id="3" creationId="{36ED99F3-D983-5615-5F3B-7FA6E18C899C}"/>
          </ac:spMkLst>
        </pc:spChg>
        <pc:spChg chg="del">
          <ac:chgData name="REIMONDO NAHUEL ALEJO" userId="S::nreimondo@uade.edu.ar::6321e4ea-f963-4ffe-8417-f757321f65f7" providerId="AD" clId="Web-{7A6A1E31-E118-6817-F05F-FE57143F9500}" dt="2026-03-24T21:12:16.014" v="511"/>
          <ac:spMkLst>
            <pc:docMk/>
            <pc:sldMk cId="4009314017" sldId="275"/>
            <ac:spMk id="6" creationId="{64740DFD-BCC9-93CE-C4EF-5304BABF7E6E}"/>
          </ac:spMkLst>
        </pc:spChg>
        <pc:picChg chg="add mod modCrop">
          <ac:chgData name="REIMONDO NAHUEL ALEJO" userId="S::nreimondo@uade.edu.ar::6321e4ea-f963-4ffe-8417-f757321f65f7" providerId="AD" clId="Web-{7A6A1E31-E118-6817-F05F-FE57143F9500}" dt="2026-03-24T21:17:59.321" v="668" actId="14100"/>
          <ac:picMkLst>
            <pc:docMk/>
            <pc:sldMk cId="4009314017" sldId="275"/>
            <ac:picMk id="4" creationId="{174950AA-AE9C-3B43-1A5A-4D293C99DB40}"/>
          </ac:picMkLst>
        </pc:picChg>
      </pc:sldChg>
      <pc:sldChg chg="modSp add replId">
        <pc:chgData name="REIMONDO NAHUEL ALEJO" userId="S::nreimondo@uade.edu.ar::6321e4ea-f963-4ffe-8417-f757321f65f7" providerId="AD" clId="Web-{7A6A1E31-E118-6817-F05F-FE57143F9500}" dt="2026-03-24T21:20:50.716" v="846" actId="20577"/>
        <pc:sldMkLst>
          <pc:docMk/>
          <pc:sldMk cId="2299917196" sldId="276"/>
        </pc:sldMkLst>
        <pc:spChg chg="mod">
          <ac:chgData name="REIMONDO NAHUEL ALEJO" userId="S::nreimondo@uade.edu.ar::6321e4ea-f963-4ffe-8417-f757321f65f7" providerId="AD" clId="Web-{7A6A1E31-E118-6817-F05F-FE57143F9500}" dt="2026-03-24T21:20:50.716" v="846" actId="20577"/>
          <ac:spMkLst>
            <pc:docMk/>
            <pc:sldMk cId="2299917196" sldId="276"/>
            <ac:spMk id="3" creationId="{19EB9308-C511-D163-053C-B6A7E20720DE}"/>
          </ac:spMkLst>
        </pc:spChg>
        <pc:picChg chg="mod">
          <ac:chgData name="REIMONDO NAHUEL ALEJO" userId="S::nreimondo@uade.edu.ar::6321e4ea-f963-4ffe-8417-f757321f65f7" providerId="AD" clId="Web-{7A6A1E31-E118-6817-F05F-FE57143F9500}" dt="2026-03-24T21:18:12.899" v="673" actId="1076"/>
          <ac:picMkLst>
            <pc:docMk/>
            <pc:sldMk cId="2299917196" sldId="276"/>
            <ac:picMk id="4" creationId="{EB64D073-1646-8AC3-5073-C7886273011A}"/>
          </ac:picMkLst>
        </pc:picChg>
      </pc:sldChg>
      <pc:sldChg chg="addSp delSp modSp add replId">
        <pc:chgData name="REIMONDO NAHUEL ALEJO" userId="S::nreimondo@uade.edu.ar::6321e4ea-f963-4ffe-8417-f757321f65f7" providerId="AD" clId="Web-{7A6A1E31-E118-6817-F05F-FE57143F9500}" dt="2026-03-24T21:22:50.624" v="985" actId="20577"/>
        <pc:sldMkLst>
          <pc:docMk/>
          <pc:sldMk cId="1501302762" sldId="277"/>
        </pc:sldMkLst>
        <pc:spChg chg="mod">
          <ac:chgData name="REIMONDO NAHUEL ALEJO" userId="S::nreimondo@uade.edu.ar::6321e4ea-f963-4ffe-8417-f757321f65f7" providerId="AD" clId="Web-{7A6A1E31-E118-6817-F05F-FE57143F9500}" dt="2026-03-24T21:22:50.624" v="985" actId="20577"/>
          <ac:spMkLst>
            <pc:docMk/>
            <pc:sldMk cId="1501302762" sldId="277"/>
            <ac:spMk id="3" creationId="{6BB894B9-F098-F1D7-1366-EC8297B80287}"/>
          </ac:spMkLst>
        </pc:spChg>
        <pc:picChg chg="del">
          <ac:chgData name="REIMONDO NAHUEL ALEJO" userId="S::nreimondo@uade.edu.ar::6321e4ea-f963-4ffe-8417-f757321f65f7" providerId="AD" clId="Web-{7A6A1E31-E118-6817-F05F-FE57143F9500}" dt="2026-03-24T21:20:56.560" v="848"/>
          <ac:picMkLst>
            <pc:docMk/>
            <pc:sldMk cId="1501302762" sldId="277"/>
            <ac:picMk id="4" creationId="{84904889-0DC1-04B1-D8BA-BD1968A4A54E}"/>
          </ac:picMkLst>
        </pc:picChg>
        <pc:picChg chg="add mod">
          <ac:chgData name="REIMONDO NAHUEL ALEJO" userId="S::nreimondo@uade.edu.ar::6321e4ea-f963-4ffe-8417-f757321f65f7" providerId="AD" clId="Web-{7A6A1E31-E118-6817-F05F-FE57143F9500}" dt="2026-03-24T21:21:38.373" v="852" actId="14100"/>
          <ac:picMkLst>
            <pc:docMk/>
            <pc:sldMk cId="1501302762" sldId="277"/>
            <ac:picMk id="5" creationId="{4E44B9FE-F249-D774-E038-E311E076DA40}"/>
          </ac:picMkLst>
        </pc:picChg>
      </pc:sldChg>
      <pc:sldChg chg="addSp delSp modSp add replId">
        <pc:chgData name="REIMONDO NAHUEL ALEJO" userId="S::nreimondo@uade.edu.ar::6321e4ea-f963-4ffe-8417-f757321f65f7" providerId="AD" clId="Web-{7A6A1E31-E118-6817-F05F-FE57143F9500}" dt="2026-03-24T23:21:22.663" v="1106" actId="1076"/>
        <pc:sldMkLst>
          <pc:docMk/>
          <pc:sldMk cId="3581672392" sldId="278"/>
        </pc:sldMkLst>
        <pc:spChg chg="mod">
          <ac:chgData name="REIMONDO NAHUEL ALEJO" userId="S::nreimondo@uade.edu.ar::6321e4ea-f963-4ffe-8417-f757321f65f7" providerId="AD" clId="Web-{7A6A1E31-E118-6817-F05F-FE57143F9500}" dt="2026-03-24T23:17:45.604" v="996" actId="20577"/>
          <ac:spMkLst>
            <pc:docMk/>
            <pc:sldMk cId="3581672392" sldId="278"/>
            <ac:spMk id="2" creationId="{1B115418-67BE-AFA0-69B2-1F9CBDB1E3E4}"/>
          </ac:spMkLst>
        </pc:spChg>
        <pc:spChg chg="mod">
          <ac:chgData name="REIMONDO NAHUEL ALEJO" userId="S::nreimondo@uade.edu.ar::6321e4ea-f963-4ffe-8417-f757321f65f7" providerId="AD" clId="Web-{7A6A1E31-E118-6817-F05F-FE57143F9500}" dt="2026-03-24T23:19:44.782" v="1102" actId="20577"/>
          <ac:spMkLst>
            <pc:docMk/>
            <pc:sldMk cId="3581672392" sldId="278"/>
            <ac:spMk id="3" creationId="{A44836A5-0A7A-A481-78AB-F637B13E9891}"/>
          </ac:spMkLst>
        </pc:spChg>
        <pc:picChg chg="add mod">
          <ac:chgData name="REIMONDO NAHUEL ALEJO" userId="S::nreimondo@uade.edu.ar::6321e4ea-f963-4ffe-8417-f757321f65f7" providerId="AD" clId="Web-{7A6A1E31-E118-6817-F05F-FE57143F9500}" dt="2026-03-24T23:21:22.663" v="1106" actId="1076"/>
          <ac:picMkLst>
            <pc:docMk/>
            <pc:sldMk cId="3581672392" sldId="278"/>
            <ac:picMk id="4" creationId="{85801EFD-412F-57CF-8156-3A47651DB7ED}"/>
          </ac:picMkLst>
        </pc:picChg>
        <pc:picChg chg="del">
          <ac:chgData name="REIMONDO NAHUEL ALEJO" userId="S::nreimondo@uade.edu.ar::6321e4ea-f963-4ffe-8417-f757321f65f7" providerId="AD" clId="Web-{7A6A1E31-E118-6817-F05F-FE57143F9500}" dt="2026-03-24T23:17:36.650" v="987"/>
          <ac:picMkLst>
            <pc:docMk/>
            <pc:sldMk cId="3581672392" sldId="278"/>
            <ac:picMk id="5" creationId="{6CDD03F4-8358-8B0B-4217-306F2147E152}"/>
          </ac:picMkLst>
        </pc:picChg>
      </pc:sldChg>
      <pc:sldChg chg="modSp add replId">
        <pc:chgData name="REIMONDO NAHUEL ALEJO" userId="S::nreimondo@uade.edu.ar::6321e4ea-f963-4ffe-8417-f757321f65f7" providerId="AD" clId="Web-{7A6A1E31-E118-6817-F05F-FE57143F9500}" dt="2026-03-24T23:22:20.040" v="1160" actId="20577"/>
        <pc:sldMkLst>
          <pc:docMk/>
          <pc:sldMk cId="3814240969" sldId="279"/>
        </pc:sldMkLst>
        <pc:spChg chg="mod">
          <ac:chgData name="REIMONDO NAHUEL ALEJO" userId="S::nreimondo@uade.edu.ar::6321e4ea-f963-4ffe-8417-f757321f65f7" providerId="AD" clId="Web-{7A6A1E31-E118-6817-F05F-FE57143F9500}" dt="2026-03-24T23:22:20.040" v="1160" actId="20577"/>
          <ac:spMkLst>
            <pc:docMk/>
            <pc:sldMk cId="3814240969" sldId="279"/>
            <ac:spMk id="3" creationId="{2C37FED5-91C3-38E7-C0DB-4E3ED2F8CC87}"/>
          </ac:spMkLst>
        </pc:spChg>
      </pc:sldChg>
      <pc:sldChg chg="delSp modSp add replId">
        <pc:chgData name="REIMONDO NAHUEL ALEJO" userId="S::nreimondo@uade.edu.ar::6321e4ea-f963-4ffe-8417-f757321f65f7" providerId="AD" clId="Web-{7A6A1E31-E118-6817-F05F-FE57143F9500}" dt="2026-03-24T23:26:43.281" v="1389" actId="20577"/>
        <pc:sldMkLst>
          <pc:docMk/>
          <pc:sldMk cId="1951387952" sldId="280"/>
        </pc:sldMkLst>
        <pc:spChg chg="mod">
          <ac:chgData name="REIMONDO NAHUEL ALEJO" userId="S::nreimondo@uade.edu.ar::6321e4ea-f963-4ffe-8417-f757321f65f7" providerId="AD" clId="Web-{7A6A1E31-E118-6817-F05F-FE57143F9500}" dt="2026-03-24T23:26:43.281" v="1389" actId="20577"/>
          <ac:spMkLst>
            <pc:docMk/>
            <pc:sldMk cId="1951387952" sldId="280"/>
            <ac:spMk id="3" creationId="{CB9EDA5C-B656-687C-611A-0D27A8488A7A}"/>
          </ac:spMkLst>
        </pc:spChg>
        <pc:picChg chg="del">
          <ac:chgData name="REIMONDO NAHUEL ALEJO" userId="S::nreimondo@uade.edu.ar::6321e4ea-f963-4ffe-8417-f757321f65f7" providerId="AD" clId="Web-{7A6A1E31-E118-6817-F05F-FE57143F9500}" dt="2026-03-24T23:22:24.040" v="1162"/>
          <ac:picMkLst>
            <pc:docMk/>
            <pc:sldMk cId="1951387952" sldId="280"/>
            <ac:picMk id="4" creationId="{1BAA3CFA-CC14-0EF9-7B85-BBED53BB4EB3}"/>
          </ac:picMkLst>
        </pc:picChg>
      </pc:sldChg>
      <pc:sldChg chg="modSp add replId">
        <pc:chgData name="REIMONDO NAHUEL ALEJO" userId="S::nreimondo@uade.edu.ar::6321e4ea-f963-4ffe-8417-f757321f65f7" providerId="AD" clId="Web-{7A6A1E31-E118-6817-F05F-FE57143F9500}" dt="2026-03-24T23:32:02.676" v="1645" actId="20577"/>
        <pc:sldMkLst>
          <pc:docMk/>
          <pc:sldMk cId="2082297984" sldId="281"/>
        </pc:sldMkLst>
        <pc:spChg chg="mod">
          <ac:chgData name="REIMONDO NAHUEL ALEJO" userId="S::nreimondo@uade.edu.ar::6321e4ea-f963-4ffe-8417-f757321f65f7" providerId="AD" clId="Web-{7A6A1E31-E118-6817-F05F-FE57143F9500}" dt="2026-03-24T23:32:02.676" v="1645" actId="20577"/>
          <ac:spMkLst>
            <pc:docMk/>
            <pc:sldMk cId="2082297984" sldId="281"/>
            <ac:spMk id="3" creationId="{261A69AE-82E8-BFA5-9B2E-CEA102DD9C0A}"/>
          </ac:spMkLst>
        </pc:spChg>
      </pc:sldChg>
      <pc:sldChg chg="modSp add replId">
        <pc:chgData name="REIMONDO NAHUEL ALEJO" userId="S::nreimondo@uade.edu.ar::6321e4ea-f963-4ffe-8417-f757321f65f7" providerId="AD" clId="Web-{7A6A1E31-E118-6817-F05F-FE57143F9500}" dt="2026-03-24T23:33:59.180" v="1824" actId="20577"/>
        <pc:sldMkLst>
          <pc:docMk/>
          <pc:sldMk cId="3235220394" sldId="282"/>
        </pc:sldMkLst>
        <pc:spChg chg="mod">
          <ac:chgData name="REIMONDO NAHUEL ALEJO" userId="S::nreimondo@uade.edu.ar::6321e4ea-f963-4ffe-8417-f757321f65f7" providerId="AD" clId="Web-{7A6A1E31-E118-6817-F05F-FE57143F9500}" dt="2026-03-24T23:30:55.423" v="1545" actId="20577"/>
          <ac:spMkLst>
            <pc:docMk/>
            <pc:sldMk cId="3235220394" sldId="282"/>
            <ac:spMk id="2" creationId="{E5A802B0-7CAC-99FF-C4D2-E6154B5D1DEE}"/>
          </ac:spMkLst>
        </pc:spChg>
        <pc:spChg chg="mod">
          <ac:chgData name="REIMONDO NAHUEL ALEJO" userId="S::nreimondo@uade.edu.ar::6321e4ea-f963-4ffe-8417-f757321f65f7" providerId="AD" clId="Web-{7A6A1E31-E118-6817-F05F-FE57143F9500}" dt="2026-03-24T23:33:59.180" v="1824" actId="20577"/>
          <ac:spMkLst>
            <pc:docMk/>
            <pc:sldMk cId="3235220394" sldId="282"/>
            <ac:spMk id="3" creationId="{388B607D-B03E-E6BA-568D-79BE73D258F3}"/>
          </ac:spMkLst>
        </pc:spChg>
      </pc:sldChg>
      <pc:sldChg chg="addSp modSp add replId">
        <pc:chgData name="REIMONDO NAHUEL ALEJO" userId="S::nreimondo@uade.edu.ar::6321e4ea-f963-4ffe-8417-f757321f65f7" providerId="AD" clId="Web-{7A6A1E31-E118-6817-F05F-FE57143F9500}" dt="2026-03-24T23:36:33.939" v="1995" actId="20577"/>
        <pc:sldMkLst>
          <pc:docMk/>
          <pc:sldMk cId="367182635" sldId="283"/>
        </pc:sldMkLst>
        <pc:spChg chg="mod">
          <ac:chgData name="REIMONDO NAHUEL ALEJO" userId="S::nreimondo@uade.edu.ar::6321e4ea-f963-4ffe-8417-f757321f65f7" providerId="AD" clId="Web-{7A6A1E31-E118-6817-F05F-FE57143F9500}" dt="2026-03-24T23:36:33.939" v="1995" actId="20577"/>
          <ac:spMkLst>
            <pc:docMk/>
            <pc:sldMk cId="367182635" sldId="283"/>
            <ac:spMk id="3" creationId="{D4F6A9CA-4F85-19B9-97E6-A0417B9991AA}"/>
          </ac:spMkLst>
        </pc:spChg>
        <pc:picChg chg="add mod">
          <ac:chgData name="REIMONDO NAHUEL ALEJO" userId="S::nreimondo@uade.edu.ar::6321e4ea-f963-4ffe-8417-f757321f65f7" providerId="AD" clId="Web-{7A6A1E31-E118-6817-F05F-FE57143F9500}" dt="2026-03-24T23:34:50.947" v="1829" actId="14100"/>
          <ac:picMkLst>
            <pc:docMk/>
            <pc:sldMk cId="367182635" sldId="283"/>
            <ac:picMk id="4" creationId="{0FE1E167-DC5C-599A-D028-FC50203995AA}"/>
          </ac:picMkLst>
        </pc:picChg>
      </pc:sldChg>
      <pc:sldChg chg="modSp add replId">
        <pc:chgData name="REIMONDO NAHUEL ALEJO" userId="S::nreimondo@uade.edu.ar::6321e4ea-f963-4ffe-8417-f757321f65f7" providerId="AD" clId="Web-{7A6A1E31-E118-6817-F05F-FE57143F9500}" dt="2026-03-25T00:15:19.528" v="2082" actId="20577"/>
        <pc:sldMkLst>
          <pc:docMk/>
          <pc:sldMk cId="2531812201" sldId="284"/>
        </pc:sldMkLst>
        <pc:spChg chg="mod">
          <ac:chgData name="REIMONDO NAHUEL ALEJO" userId="S::nreimondo@uade.edu.ar::6321e4ea-f963-4ffe-8417-f757321f65f7" providerId="AD" clId="Web-{7A6A1E31-E118-6817-F05F-FE57143F9500}" dt="2026-03-25T00:15:19.528" v="2082" actId="20577"/>
          <ac:spMkLst>
            <pc:docMk/>
            <pc:sldMk cId="2531812201" sldId="284"/>
            <ac:spMk id="3" creationId="{F8FC703C-516D-FE31-BEF9-D305C7AE7305}"/>
          </ac:spMkLst>
        </pc:spChg>
      </pc:sldChg>
      <pc:sldMasterChg chg="add addSldLayout">
        <pc:chgData name="REIMONDO NAHUEL ALEJO" userId="S::nreimondo@uade.edu.ar::6321e4ea-f963-4ffe-8417-f757321f65f7" providerId="AD" clId="Web-{7A6A1E31-E118-6817-F05F-FE57143F9500}" dt="2026-03-24T20:56:35.370" v="8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7A6A1E31-E118-6817-F05F-FE57143F9500}" dt="2026-03-24T20:56:35.370" v="8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photonengine.com/pun/current/getting-started/pun-intr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 dirty="0" err="1">
                <a:solidFill>
                  <a:srgbClr val="FFFFFF"/>
                </a:solidFill>
              </a:rPr>
              <a:t>Rooms</a:t>
            </a:r>
            <a:endParaRPr lang="en-US" dirty="0" err="1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2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Qué son las </a:t>
            </a:r>
            <a:r>
              <a:rPr lang="es-AR" b="1" dirty="0" err="1">
                <a:latin typeface="Grandview Display"/>
              </a:rPr>
              <a:t>Rooms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Conectarnos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Elegir </a:t>
            </a:r>
            <a:r>
              <a:rPr lang="es-AR" b="1" dirty="0" err="1">
                <a:latin typeface="Grandview Display"/>
              </a:rPr>
              <a:t>Room</a:t>
            </a:r>
            <a:endParaRPr lang="es-AR" b="1" dirty="0">
              <a:latin typeface="Grandview Display"/>
            </a:endParaRPr>
          </a:p>
          <a:p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Options</a:t>
            </a:r>
          </a:p>
          <a:p>
            <a:r>
              <a:rPr lang="es-AR" b="1" err="1">
                <a:latin typeface="Grandview Display"/>
              </a:rPr>
              <a:t>Sync</a:t>
            </a:r>
            <a:r>
              <a:rPr lang="es-AR" b="1" dirty="0">
                <a:latin typeface="Grandview Display"/>
              </a:rPr>
              <a:t> </a:t>
            </a:r>
            <a:r>
              <a:rPr lang="es-AR" b="1" err="1">
                <a:latin typeface="Grandview Display"/>
              </a:rPr>
              <a:t>Scenes</a:t>
            </a:r>
            <a:endParaRPr lang="es-AR" b="1" dirty="0" err="1">
              <a:latin typeface="Grandview Display"/>
            </a:endParaRPr>
          </a:p>
          <a:p>
            <a:r>
              <a:rPr lang="es-AR" b="1" err="1">
                <a:latin typeface="Grandview Display"/>
              </a:rPr>
              <a:t>Custome</a:t>
            </a:r>
            <a:r>
              <a:rPr lang="es-AR" b="1" dirty="0">
                <a:latin typeface="Grandview Display"/>
              </a:rPr>
              <a:t> </a:t>
            </a:r>
            <a:r>
              <a:rPr lang="es-AR" b="1" u="sng" err="1">
                <a:latin typeface="Grandview Display"/>
              </a:rPr>
              <a:t>Properties</a:t>
            </a:r>
            <a:endParaRPr lang="es-AR" b="1" u="sng" dirty="0" err="1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264DA-9C56-7D1E-740D-C3FD77D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D30-69A4-F051-EF2D-70573467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Rooms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8982-91A4-7262-7295-3B0BB65C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, o sala, es la entidad que agrupa a los jugadores.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Quienes estén conectados a la misma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estarán "conectados entre sí"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Las </a:t>
            </a:r>
            <a:r>
              <a:rPr lang="es-AR" b="1" dirty="0" err="1">
                <a:latin typeface="Grandview Display"/>
              </a:rPr>
              <a:t>rooms</a:t>
            </a:r>
            <a:r>
              <a:rPr lang="es-AR" b="1" dirty="0">
                <a:latin typeface="Grandview Display"/>
              </a:rPr>
              <a:t>, viven en el servidor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asociadas a una instancia del juego.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Hay UN master Client por </a:t>
            </a:r>
            <a:r>
              <a:rPr lang="es-AR" b="1" dirty="0" err="1">
                <a:latin typeface="Grandview Display"/>
              </a:rPr>
              <a:t>room</a:t>
            </a: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03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F2015-C371-ABCA-C6D2-0C16C08F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5E15-9C42-049A-098B-9BF6420E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B2684-F4F1-B3B6-B8AE-82D139A77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Ya vimos un método para conectarnos, pero existen algunos más...</a:t>
            </a:r>
            <a:endParaRPr lang="en-US">
              <a:latin typeface="Aptos" panose="020B0004020202020204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415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C1F5A-F424-3E07-5942-3539AF2F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92CC-D0CC-1DEE-37D5-B1D21E25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834E3-658E-643D-683E-7A5C4AF92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 err="1">
                <a:latin typeface="Grandview Display"/>
              </a:rPr>
              <a:t>JoinRoom</a:t>
            </a:r>
            <a:r>
              <a:rPr lang="es-AR" b="1" dirty="0">
                <a:latin typeface="Grandview Display"/>
              </a:rPr>
              <a:t>("</a:t>
            </a:r>
            <a:r>
              <a:rPr lang="es-AR" b="1" dirty="0" err="1">
                <a:latin typeface="Grandview Display"/>
              </a:rPr>
              <a:t>roomName</a:t>
            </a:r>
            <a:r>
              <a:rPr lang="es-AR" b="1" dirty="0">
                <a:latin typeface="Grandview Display"/>
              </a:rPr>
              <a:t>")</a:t>
            </a:r>
          </a:p>
          <a:p>
            <a:pPr marL="457200" indent="-457200"/>
            <a:r>
              <a:rPr lang="es-AR" b="1" dirty="0" err="1">
                <a:latin typeface="Grandview Display"/>
              </a:rPr>
              <a:t>JoinRandomRoom</a:t>
            </a:r>
            <a:r>
              <a:rPr lang="es-AR" b="1" dirty="0">
                <a:latin typeface="Grandview Display"/>
              </a:rPr>
              <a:t>()</a:t>
            </a:r>
          </a:p>
          <a:p>
            <a:pPr marL="457200" indent="-457200"/>
            <a:r>
              <a:rPr lang="es-AR" b="1" err="1">
                <a:solidFill>
                  <a:srgbClr val="000000"/>
                </a:solidFill>
                <a:latin typeface="Grandview Display"/>
              </a:rPr>
              <a:t>JoinOrCreateRoom</a:t>
            </a:r>
            <a:r>
              <a:rPr lang="es-AR" b="1">
                <a:solidFill>
                  <a:srgbClr val="000000"/>
                </a:solidFill>
                <a:latin typeface="Grandview Display"/>
              </a:rPr>
              <a:t>()</a:t>
            </a:r>
          </a:p>
          <a:p>
            <a:pPr marL="457200" indent="-457200"/>
            <a:r>
              <a:rPr lang="es-AR" b="1" err="1">
                <a:latin typeface="Grandview Display"/>
              </a:rPr>
              <a:t>CreateRoom</a:t>
            </a:r>
            <a:r>
              <a:rPr lang="es-AR" b="1">
                <a:latin typeface="Grandview Display"/>
              </a:rPr>
              <a:t>(…)</a:t>
            </a: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Dependiendo la situación o la información </a:t>
            </a:r>
            <a:r>
              <a:rPr lang="es-AR" b="1">
                <a:latin typeface="Grandview Display"/>
              </a:rPr>
              <a:t>qué </a:t>
            </a:r>
            <a:r>
              <a:rPr lang="es-AR" b="1" dirty="0">
                <a:latin typeface="Grandview Display"/>
              </a:rPr>
              <a:t>tengamos podemos </a:t>
            </a:r>
            <a:r>
              <a:rPr lang="es-AR" b="1">
                <a:latin typeface="Grandview Display"/>
              </a:rPr>
              <a:t>usar uno u otro.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También, tenemos todos los </a:t>
            </a:r>
            <a:r>
              <a:rPr lang="es-AR" b="1" dirty="0" err="1">
                <a:latin typeface="Grandview Display"/>
              </a:rPr>
              <a:t>callbacks</a:t>
            </a:r>
            <a:r>
              <a:rPr lang="es-AR" b="1" dirty="0">
                <a:latin typeface="Grandview Display"/>
              </a:rPr>
              <a:t> que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nos ofrece</a:t>
            </a: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3CC04-08B8-4226-3751-79344FDFF43E}"/>
              </a:ext>
            </a:extLst>
          </p:cNvPr>
          <p:cNvSpPr txBox="1"/>
          <p:nvPr/>
        </p:nvSpPr>
        <p:spPr>
          <a:xfrm>
            <a:off x="859971" y="6019800"/>
            <a:ext cx="15022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hlinkClick r:id="rId2"/>
              </a:rPr>
              <a:t>Photon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4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438EB-327D-E12D-DBEC-AA929336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E968-6575-B06C-0C08-C1CC0067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Elegir </a:t>
            </a:r>
            <a:r>
              <a:rPr lang="es-AR" dirty="0" err="1"/>
              <a:t>Room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99F3-D983-5615-5F3B-7FA6E18C8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También podemos brindarle al </a:t>
            </a:r>
            <a:r>
              <a:rPr lang="es-AR" b="1" dirty="0" err="1">
                <a:latin typeface="Grandview Display"/>
              </a:rPr>
              <a:t>juagador</a:t>
            </a:r>
            <a:r>
              <a:rPr lang="es-AR" b="1" dirty="0">
                <a:latin typeface="Grandview Display"/>
              </a:rPr>
              <a:t> la opción de elegir la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a la que quieran conectarse.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Mostrarle una lista de las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activas y permitir que se una a las disponibles.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esto,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nos ofrece otro </a:t>
            </a:r>
            <a:r>
              <a:rPr lang="es-AR" b="1" dirty="0" err="1">
                <a:latin typeface="Grandview Display"/>
              </a:rPr>
              <a:t>callback</a:t>
            </a:r>
            <a:r>
              <a:rPr lang="es-AR" b="1" dirty="0">
                <a:latin typeface="Grandview Display"/>
              </a:rPr>
              <a:t>...</a:t>
            </a: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950AA-AE9C-3B43-1A5A-4D293C99D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51"/>
          <a:stretch>
            <a:fillRect/>
          </a:stretch>
        </p:blipFill>
        <p:spPr>
          <a:xfrm>
            <a:off x="485775" y="4807744"/>
            <a:ext cx="11491232" cy="158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4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840FF-D896-552F-7611-58D0140A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228F-22EC-1359-EFAF-11F61D76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Elegir </a:t>
            </a:r>
            <a:r>
              <a:rPr lang="es-AR" dirty="0" err="1"/>
              <a:t>Room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9308-C511-D163-053C-B6A7E207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37573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Esta función se ejecutará cada vez que la lista de </a:t>
            </a:r>
            <a:r>
              <a:rPr lang="es-AR" b="1" dirty="0" err="1">
                <a:latin typeface="Grandview Display"/>
              </a:rPr>
              <a:t>rooms</a:t>
            </a:r>
            <a:r>
              <a:rPr lang="es-AR" b="1" dirty="0">
                <a:latin typeface="Grandview Display"/>
              </a:rPr>
              <a:t> disponible cambie. Y envía por parámetro una lista con las </a:t>
            </a:r>
            <a:r>
              <a:rPr lang="es-AR" b="1" dirty="0" err="1">
                <a:latin typeface="Grandview Display"/>
              </a:rPr>
              <a:t>rooms</a:t>
            </a:r>
            <a:r>
              <a:rPr lang="es-AR" b="1" dirty="0">
                <a:latin typeface="Grandview Display"/>
              </a:rPr>
              <a:t> que tuvieron cambios.</a:t>
            </a:r>
            <a:endParaRPr lang="en-US" dirty="0"/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Esto implica que nosotros debemos almacenar la lista completa...</a:t>
            </a: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4D073-1646-8AC3-5073-C7886273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51"/>
          <a:stretch>
            <a:fillRect/>
          </a:stretch>
        </p:blipFill>
        <p:spPr>
          <a:xfrm>
            <a:off x="485775" y="4807744"/>
            <a:ext cx="11491232" cy="158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1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E6D39-4C29-271D-4AA6-773B9BAF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623B-0445-124D-E3FB-5A6E7036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Elegir </a:t>
            </a:r>
            <a:r>
              <a:rPr lang="es-AR" dirty="0" err="1"/>
              <a:t>Room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894B9-F098-F1D7-1366-EC8297B8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100" y="1051559"/>
            <a:ext cx="4194909" cy="556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eso, podemos guardar la información en un diccionario, donde la </a:t>
            </a:r>
            <a:r>
              <a:rPr lang="es-AR" b="1" dirty="0" err="1">
                <a:latin typeface="Grandview Display"/>
              </a:rPr>
              <a:t>key</a:t>
            </a:r>
            <a:r>
              <a:rPr lang="es-AR" b="1" dirty="0">
                <a:latin typeface="Grandview Display"/>
              </a:rPr>
              <a:t> es el nombre de la sala, y los </a:t>
            </a:r>
            <a:r>
              <a:rPr lang="es-AR" b="1" dirty="0" err="1">
                <a:latin typeface="Grandview Display"/>
              </a:rPr>
              <a:t>values</a:t>
            </a:r>
            <a:r>
              <a:rPr lang="es-AR" b="1" dirty="0">
                <a:latin typeface="Grandview Display"/>
              </a:rPr>
              <a:t> son del tipo </a:t>
            </a:r>
            <a:r>
              <a:rPr lang="es-AR" b="1" dirty="0" err="1">
                <a:latin typeface="Grandview Display"/>
              </a:rPr>
              <a:t>RoomInfo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 podemos utilizar la propiedad de </a:t>
            </a:r>
            <a:r>
              <a:rPr lang="es-AR" b="1" dirty="0" err="1">
                <a:latin typeface="Grandview Display"/>
              </a:rPr>
              <a:t>RemovedFromList</a:t>
            </a:r>
            <a:r>
              <a:rPr lang="es-AR" b="1" dirty="0">
                <a:latin typeface="Grandview Display"/>
              </a:rPr>
              <a:t> para saber si esa lista sigue disponible o no</a:t>
            </a: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4B9FE-F249-D774-E038-E311E076D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64" y="1909764"/>
            <a:ext cx="6983185" cy="46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02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71781-B172-04E8-AD6A-5CE8AEBC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5418-67BE-AFA0-69B2-1F9CBDB1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Room</a:t>
            </a:r>
            <a:r>
              <a:rPr lang="es-AR" dirty="0"/>
              <a:t> </a:t>
            </a:r>
            <a:r>
              <a:rPr lang="es-AR" dirty="0" err="1"/>
              <a:t>Options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836A5-0A7A-A481-78AB-F637B13E9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529" y="1051559"/>
            <a:ext cx="7188480" cy="556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 la hora de crear una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, además de asignarle un nombre, debemos asignarle ciertas opciones o </a:t>
            </a:r>
            <a:r>
              <a:rPr lang="es-AR" b="1" dirty="0" err="1">
                <a:latin typeface="Grandview Display"/>
              </a:rPr>
              <a:t>settings</a:t>
            </a:r>
            <a:r>
              <a:rPr lang="es-AR" b="1" dirty="0">
                <a:latin typeface="Grandview Display"/>
              </a:rPr>
              <a:t>. Si no lo hacemos, podemos usar las default.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01EFD-412F-57CF-8156-3A47651D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187474"/>
            <a:ext cx="11144250" cy="30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7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0BC2D-9505-A414-D972-C237019C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65E5-76C6-C1E7-102B-80106A49D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Room</a:t>
            </a:r>
            <a:r>
              <a:rPr lang="es-AR" dirty="0"/>
              <a:t> </a:t>
            </a:r>
            <a:r>
              <a:rPr lang="es-AR" dirty="0" err="1"/>
              <a:t>Options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7FED5-91C3-38E7-C0DB-4E3ED2F8C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529" y="1051559"/>
            <a:ext cx="7188480" cy="556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mayoría son </a:t>
            </a:r>
            <a:r>
              <a:rPr lang="es-AR" b="1" dirty="0" err="1">
                <a:latin typeface="Grandview Display"/>
              </a:rPr>
              <a:t>autoexplicativas</a:t>
            </a:r>
            <a:r>
              <a:rPr lang="es-AR" b="1" dirty="0">
                <a:latin typeface="Grandview Display"/>
              </a:rPr>
              <a:t>. Pero </a:t>
            </a:r>
            <a:r>
              <a:rPr lang="es-AR" b="1" dirty="0" err="1">
                <a:latin typeface="Grandview Display"/>
              </a:rPr>
              <a:t>enfoquemonos</a:t>
            </a:r>
            <a:r>
              <a:rPr lang="es-AR" b="1" dirty="0">
                <a:latin typeface="Grandview Display"/>
              </a:rPr>
              <a:t> en los </a:t>
            </a:r>
            <a:r>
              <a:rPr lang="es-AR" b="1" dirty="0" err="1">
                <a:latin typeface="Grandview Display"/>
              </a:rPr>
              <a:t>ttl</a:t>
            </a:r>
            <a:r>
              <a:rPr lang="es-AR" b="1" dirty="0">
                <a:latin typeface="Grandview Display"/>
              </a:rPr>
              <a:t> y las </a:t>
            </a:r>
            <a:r>
              <a:rPr lang="es-AR" b="1" dirty="0" err="1">
                <a:latin typeface="Grandview Display"/>
              </a:rPr>
              <a:t>properties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A17D7-78C0-D8BD-33B6-218D917D2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187474"/>
            <a:ext cx="11144250" cy="30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4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97376-30D5-4F86-4D39-1CDF9555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1A98-7756-4D5D-3E95-47F80516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Room</a:t>
            </a:r>
            <a:r>
              <a:rPr lang="es-AR" dirty="0"/>
              <a:t> </a:t>
            </a:r>
            <a:r>
              <a:rPr lang="es-AR" dirty="0" err="1"/>
              <a:t>Options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EDA5C-B656-687C-611A-0D27A8488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529" y="1051559"/>
            <a:ext cx="7188480" cy="556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"</a:t>
            </a:r>
            <a:r>
              <a:rPr lang="es-AR" b="1" dirty="0" err="1">
                <a:latin typeface="Grandview Display"/>
              </a:rPr>
              <a:t>ttl</a:t>
            </a:r>
            <a:r>
              <a:rPr lang="es-AR" b="1" dirty="0">
                <a:latin typeface="Grandview Display"/>
              </a:rPr>
              <a:t>" significa, en inglés, "time </a:t>
            </a:r>
            <a:r>
              <a:rPr lang="es-AR" b="1" dirty="0" err="1">
                <a:latin typeface="Grandview Display"/>
              </a:rPr>
              <a:t>to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live</a:t>
            </a:r>
            <a:r>
              <a:rPr lang="es-AR" b="1" dirty="0">
                <a:latin typeface="Grandview Display"/>
              </a:rPr>
              <a:t>". Se suele utilizar para determinar un margen, un tiempo antes de eliminar información.</a:t>
            </a:r>
          </a:p>
          <a:p>
            <a:pPr marL="457200" indent="-457200"/>
            <a:r>
              <a:rPr lang="es-AR" b="1" dirty="0" err="1">
                <a:latin typeface="Grandview Display"/>
              </a:rPr>
              <a:t>PlayerTtl</a:t>
            </a:r>
            <a:r>
              <a:rPr lang="es-AR" b="1" dirty="0">
                <a:latin typeface="Grandview Display"/>
              </a:rPr>
              <a:t> = milisegundos antes de remover un jugador de la sala. En casos de desconexión</a:t>
            </a:r>
          </a:p>
          <a:p>
            <a:pPr marL="457200" indent="-457200"/>
            <a:r>
              <a:rPr lang="es-AR" b="1" dirty="0" err="1">
                <a:latin typeface="Grandview Display"/>
              </a:rPr>
              <a:t>EmptyRoomTtl</a:t>
            </a:r>
            <a:r>
              <a:rPr lang="es-AR" b="1" dirty="0">
                <a:latin typeface="Grandview Display"/>
              </a:rPr>
              <a:t> = es el tiempo, en milisegundos, que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mantendrá viva la sala una vez que no haya nadie conectado a ella.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138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D3FFC-048F-6672-699B-6B160EA1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0C7D-8E85-359C-56AE-AE09BF66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Room</a:t>
            </a:r>
            <a:r>
              <a:rPr lang="es-AR" dirty="0"/>
              <a:t> </a:t>
            </a:r>
            <a:r>
              <a:rPr lang="es-AR" dirty="0" err="1"/>
              <a:t>Options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69AE-82E8-BFA5-9B2E-CEA102DD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529" y="1051559"/>
            <a:ext cx="7188480" cy="556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También tenemos la posibilidad de "almacenar" propiedades de la </a:t>
            </a:r>
            <a:r>
              <a:rPr lang="es-AR" b="1" dirty="0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Cualquier actor conectado puede acceder a </a:t>
            </a:r>
            <a:r>
              <a:rPr lang="es-AR" b="1" dirty="0">
                <a:latin typeface="Grandview Display"/>
              </a:rPr>
              <a:t>ellas.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Suelen ser variables estáticas o muy relevantes para el juego.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Más adelante veremos </a:t>
            </a:r>
            <a:r>
              <a:rPr lang="es-AR" b="1">
                <a:latin typeface="Grandview Display"/>
              </a:rPr>
              <a:t>cómo</a:t>
            </a:r>
            <a:r>
              <a:rPr lang="es-AR" b="1" dirty="0">
                <a:latin typeface="Grandview Display"/>
              </a:rPr>
              <a:t> sacarle jugo.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82297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3FC5D-36D4-CBDA-53F8-0F750CA7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02B0-7CAC-99FF-C4D2-E6154B5D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Sync</a:t>
            </a:r>
            <a:r>
              <a:rPr lang="es-AR" dirty="0"/>
              <a:t> </a:t>
            </a:r>
            <a:r>
              <a:rPr lang="es-AR" dirty="0" err="1"/>
              <a:t>Scenes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607D-B03E-E6BA-568D-79BE73D25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529" y="1051559"/>
            <a:ext cx="7188480" cy="556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Cuando estamos conectados a una sala solo estamos "agrupados". Pero todavía no hay intercambio de información entre los actores.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empezar nuestro juego, lo primero suele ser cambiar a una escena que contenga lógica del juego (ya sea el juego en </a:t>
            </a:r>
            <a:r>
              <a:rPr lang="es-AR" b="1">
                <a:latin typeface="Grandview Display"/>
              </a:rPr>
              <a:t>sí mismo, un lobby de personalización, etc.).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eso, podemos cargar a mano la escena correspondiente en todos los actores conectados, o podemos utilizar la alternativa </a:t>
            </a:r>
            <a:r>
              <a:rPr lang="es-AR" b="1">
                <a:latin typeface="Grandview Display"/>
              </a:rPr>
              <a:t>que nos ofrece PUN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3522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E5005-51F7-EC62-2B9A-B41B8745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BB58-F47E-5DCC-2DEF-C7173AB4B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Sync</a:t>
            </a:r>
            <a:r>
              <a:rPr lang="es-AR" dirty="0"/>
              <a:t> </a:t>
            </a:r>
            <a:r>
              <a:rPr lang="es-AR" dirty="0" err="1"/>
              <a:t>Scenes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6A9CA-4F85-19B9-97E6-A0417B99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843" y="1051559"/>
            <a:ext cx="7123166" cy="31041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propiedad "</a:t>
            </a:r>
            <a:r>
              <a:rPr lang="es-AR" b="1" err="1">
                <a:latin typeface="Grandview Display"/>
              </a:rPr>
              <a:t>AutomaticallySyncScene</a:t>
            </a:r>
            <a:r>
              <a:rPr lang="es-AR" b="1" dirty="0">
                <a:latin typeface="Grandview Display"/>
              </a:rPr>
              <a:t>" permite que todos los actores de la </a:t>
            </a:r>
            <a:r>
              <a:rPr lang="es-AR" b="1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carguen la escena en la que está parado el </a:t>
            </a:r>
            <a:r>
              <a:rPr lang="es-AR" b="1">
                <a:latin typeface="Grandview Display"/>
              </a:rPr>
              <a:t>MasterClient.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empezar con esta propiedad activada, y si es necesario, pasarla a falso luego. O dejar que el </a:t>
            </a:r>
            <a:r>
              <a:rPr lang="es-AR" b="1" dirty="0" err="1">
                <a:latin typeface="Grandview Display"/>
              </a:rPr>
              <a:t>MasterClient</a:t>
            </a:r>
            <a:r>
              <a:rPr lang="es-AR" b="1" dirty="0">
                <a:latin typeface="Grandview Display"/>
              </a:rPr>
              <a:t> decida todo por </a:t>
            </a:r>
            <a:r>
              <a:rPr lang="es-AR" b="1">
                <a:latin typeface="Grandview Display"/>
              </a:rPr>
              <a:t>nosotros.</a:t>
            </a:r>
            <a:endParaRPr lang="es-AR" b="1" dirty="0">
              <a:latin typeface="Grandview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1E167-DC5C-599A-D028-FC502039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4359049"/>
            <a:ext cx="8088086" cy="224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2D6E1-EC4E-83ED-FB37-7FD9C8DA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B046-BA66-6C7D-9D02-75093BB0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Sync</a:t>
            </a:r>
            <a:r>
              <a:rPr lang="es-AR" dirty="0"/>
              <a:t> </a:t>
            </a:r>
            <a:r>
              <a:rPr lang="es-AR" dirty="0" err="1"/>
              <a:t>Scenes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C703C-516D-FE31-BEF9-D305C7AE7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843" y="1051559"/>
            <a:ext cx="7123166" cy="31041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hacer que todos los jugadores carguen la misma escena es necesario hacerlo usando el "</a:t>
            </a:r>
            <a:r>
              <a:rPr lang="es-AR" b="1" dirty="0" err="1">
                <a:latin typeface="Grandview Display"/>
              </a:rPr>
              <a:t>PhotonNetwork.LoadLevel</a:t>
            </a:r>
            <a:r>
              <a:rPr lang="es-AR" b="1" dirty="0">
                <a:latin typeface="Grandview Display"/>
              </a:rPr>
              <a:t>("</a:t>
            </a:r>
            <a:r>
              <a:rPr lang="es-AR" b="1" dirty="0" err="1">
                <a:latin typeface="Grandview Display"/>
              </a:rPr>
              <a:t>sceneName</a:t>
            </a:r>
            <a:r>
              <a:rPr lang="es-AR" b="1" dirty="0">
                <a:latin typeface="Grandview Display"/>
              </a:rPr>
              <a:t>") 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BF7B4-93AC-003B-C6B8-1F1D4C5B9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4359049"/>
            <a:ext cx="8088086" cy="224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12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0BA92-D07A-5C88-CE9C-B803F2B9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3BB-C81D-DAB5-1848-9741E18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6E05-0AE5-F688-B8D3-2C31EAD1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37326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Tema de Office</vt:lpstr>
      <vt:lpstr>DashVTI</vt:lpstr>
      <vt:lpstr>Juegos en Red</vt:lpstr>
      <vt:lpstr>Contenido:</vt:lpstr>
      <vt:lpstr>Rooms:</vt:lpstr>
      <vt:lpstr>Conectarnos:</vt:lpstr>
      <vt:lpstr>Conectarnos:</vt:lpstr>
      <vt:lpstr>Elegir Room:</vt:lpstr>
      <vt:lpstr>Elegir Room:</vt:lpstr>
      <vt:lpstr>Elegir Room:</vt:lpstr>
      <vt:lpstr>Room Options:</vt:lpstr>
      <vt:lpstr>Room Options:</vt:lpstr>
      <vt:lpstr>Room Options:</vt:lpstr>
      <vt:lpstr>Room Options:</vt:lpstr>
      <vt:lpstr>Sync Scenes:</vt:lpstr>
      <vt:lpstr>Sync Scenes:</vt:lpstr>
      <vt:lpstr>Sync Scenes:</vt:lpstr>
      <vt:lpstr>¿Preguntas? ¿Consultas? ¿Inquietudes?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261</cp:revision>
  <dcterms:created xsi:type="dcterms:W3CDTF">2026-03-24T20:55:54Z</dcterms:created>
  <dcterms:modified xsi:type="dcterms:W3CDTF">2026-03-25T00:15:49Z</dcterms:modified>
</cp:coreProperties>
</file>