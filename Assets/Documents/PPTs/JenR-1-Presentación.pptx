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69" r:id="rId15"/>
    <p:sldId id="271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AC5028-81B7-E71E-FA07-A8E5A25A7596}" v="14" dt="2026-03-08T20:44:48.6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MONDO NAHUEL ALEJO" userId="S::nreimondo@uade.edu.ar::6321e4ea-f963-4ffe-8417-f757321f65f7" providerId="AD" clId="Web-{88103664-9108-DB28-41BA-0D3E55EE6504}"/>
    <pc:docChg chg="addSld delSld modSld sldOrd addMainMaster delMainMaster">
      <pc:chgData name="REIMONDO NAHUEL ALEJO" userId="S::nreimondo@uade.edu.ar::6321e4ea-f963-4ffe-8417-f757321f65f7" providerId="AD" clId="Web-{88103664-9108-DB28-41BA-0D3E55EE6504}" dt="2026-03-03T02:31:26.174" v="1590"/>
      <pc:docMkLst>
        <pc:docMk/>
      </pc:docMkLst>
      <pc:sldChg chg="addSp delSp modSp mod setBg modClrScheme setClrOvrMap chgLayout">
        <pc:chgData name="REIMONDO NAHUEL ALEJO" userId="S::nreimondo@uade.edu.ar::6321e4ea-f963-4ffe-8417-f757321f65f7" providerId="AD" clId="Web-{88103664-9108-DB28-41BA-0D3E55EE6504}" dt="2026-03-03T00:45:00.040" v="27" actId="20577"/>
        <pc:sldMkLst>
          <pc:docMk/>
          <pc:sldMk cId="2406273178" sldId="256"/>
        </pc:sldMkLst>
        <pc:spChg chg="mod">
          <ac:chgData name="REIMONDO NAHUEL ALEJO" userId="S::nreimondo@uade.edu.ar::6321e4ea-f963-4ffe-8417-f757321f65f7" providerId="AD" clId="Web-{88103664-9108-DB28-41BA-0D3E55EE6504}" dt="2026-03-03T00:44:52.336" v="9" actId="20577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REIMONDO NAHUEL ALEJO" userId="S::nreimondo@uade.edu.ar::6321e4ea-f963-4ffe-8417-f757321f65f7" providerId="AD" clId="Web-{88103664-9108-DB28-41BA-0D3E55EE6504}" dt="2026-03-03T00:45:00.040" v="27" actId="20577"/>
          <ac:spMkLst>
            <pc:docMk/>
            <pc:sldMk cId="2406273178" sldId="256"/>
            <ac:spMk id="3" creationId="{00000000-0000-0000-0000-000000000000}"/>
          </ac:spMkLst>
        </pc:spChg>
        <pc:spChg chg="add">
          <ac:chgData name="REIMONDO NAHUEL ALEJO" userId="S::nreimondo@uade.edu.ar::6321e4ea-f963-4ffe-8417-f757321f65f7" providerId="AD" clId="Web-{88103664-9108-DB28-41BA-0D3E55EE6504}" dt="2026-03-03T00:44:24.524" v="2"/>
          <ac:spMkLst>
            <pc:docMk/>
            <pc:sldMk cId="2406273178" sldId="256"/>
            <ac:spMk id="18" creationId="{19F9BF86-FE94-4517-B97D-026C7515E589}"/>
          </ac:spMkLst>
        </pc:spChg>
        <pc:spChg chg="add">
          <ac:chgData name="REIMONDO NAHUEL ALEJO" userId="S::nreimondo@uade.edu.ar::6321e4ea-f963-4ffe-8417-f757321f65f7" providerId="AD" clId="Web-{88103664-9108-DB28-41BA-0D3E55EE6504}" dt="2026-03-03T00:44:24.524" v="2"/>
          <ac:spMkLst>
            <pc:docMk/>
            <pc:sldMk cId="2406273178" sldId="256"/>
            <ac:spMk id="20" creationId="{72E284DE-AB43-1296-3166-892F44A3A2E9}"/>
          </ac:spMkLst>
        </pc:spChg>
        <pc:picChg chg="add mod">
          <ac:chgData name="REIMONDO NAHUEL ALEJO" userId="S::nreimondo@uade.edu.ar::6321e4ea-f963-4ffe-8417-f757321f65f7" providerId="AD" clId="Web-{88103664-9108-DB28-41BA-0D3E55EE6504}" dt="2026-03-03T00:44:24.524" v="2"/>
          <ac:picMkLst>
            <pc:docMk/>
            <pc:sldMk cId="2406273178" sldId="256"/>
            <ac:picMk id="4" creationId="{B9744045-6B2A-E256-85A5-5DF14D852F83}"/>
          </ac:picMkLst>
        </pc:picChg>
        <pc:cxnChg chg="add">
          <ac:chgData name="REIMONDO NAHUEL ALEJO" userId="S::nreimondo@uade.edu.ar::6321e4ea-f963-4ffe-8417-f757321f65f7" providerId="AD" clId="Web-{88103664-9108-DB28-41BA-0D3E55EE6504}" dt="2026-03-03T00:44:24.524" v="2"/>
          <ac:cxnSpMkLst>
            <pc:docMk/>
            <pc:sldMk cId="2406273178" sldId="256"/>
            <ac:cxnSpMk id="22" creationId="{97CC2FE6-3AD0-4131-B4BC-1F4D65E25E13}"/>
          </ac:cxnSpMkLst>
        </pc:cxnChg>
      </pc:sldChg>
      <pc:sldChg chg="addSp modSp new mod setBg">
        <pc:chgData name="REIMONDO NAHUEL ALEJO" userId="S::nreimondo@uade.edu.ar::6321e4ea-f963-4ffe-8417-f757321f65f7" providerId="AD" clId="Web-{88103664-9108-DB28-41BA-0D3E55EE6504}" dt="2026-03-03T02:28:28.903" v="1574" actId="20577"/>
        <pc:sldMkLst>
          <pc:docMk/>
          <pc:sldMk cId="3572092852" sldId="257"/>
        </pc:sldMkLst>
        <pc:spChg chg="mod">
          <ac:chgData name="REIMONDO NAHUEL ALEJO" userId="S::nreimondo@uade.edu.ar::6321e4ea-f963-4ffe-8417-f757321f65f7" providerId="AD" clId="Web-{88103664-9108-DB28-41BA-0D3E55EE6504}" dt="2026-03-03T00:52:10.169" v="43" actId="20577"/>
          <ac:spMkLst>
            <pc:docMk/>
            <pc:sldMk cId="3572092852" sldId="257"/>
            <ac:spMk id="2" creationId="{5FA247CA-3BA6-8CE0-2A03-CC99C31CDEA0}"/>
          </ac:spMkLst>
        </pc:spChg>
        <pc:spChg chg="mod">
          <ac:chgData name="REIMONDO NAHUEL ALEJO" userId="S::nreimondo@uade.edu.ar::6321e4ea-f963-4ffe-8417-f757321f65f7" providerId="AD" clId="Web-{88103664-9108-DB28-41BA-0D3E55EE6504}" dt="2026-03-03T02:28:28.903" v="1574" actId="20577"/>
          <ac:spMkLst>
            <pc:docMk/>
            <pc:sldMk cId="3572092852" sldId="257"/>
            <ac:spMk id="3" creationId="{3C4E8B45-DA18-519A-D53B-F5CDCDAADE18}"/>
          </ac:spMkLst>
        </pc:spChg>
        <pc:spChg chg="add">
          <ac:chgData name="REIMONDO NAHUEL ALEJO" userId="S::nreimondo@uade.edu.ar::6321e4ea-f963-4ffe-8417-f757321f65f7" providerId="AD" clId="Web-{88103664-9108-DB28-41BA-0D3E55EE6504}" dt="2026-03-03T00:44:39.961" v="3"/>
          <ac:spMkLst>
            <pc:docMk/>
            <pc:sldMk cId="3572092852" sldId="257"/>
            <ac:spMk id="8" creationId="{DBDA151C-5770-45E4-AAFF-59E7F403866D}"/>
          </ac:spMkLst>
        </pc:spChg>
        <pc:cxnChg chg="add">
          <ac:chgData name="REIMONDO NAHUEL ALEJO" userId="S::nreimondo@uade.edu.ar::6321e4ea-f963-4ffe-8417-f757321f65f7" providerId="AD" clId="Web-{88103664-9108-DB28-41BA-0D3E55EE6504}" dt="2026-03-03T00:44:39.961" v="3"/>
          <ac:cxnSpMkLst>
            <pc:docMk/>
            <pc:sldMk cId="3572092852" sldId="257"/>
            <ac:cxnSpMk id="10" creationId="{10694E1F-471C-4340-BE4B-28F2BF7D7A91}"/>
          </ac:cxnSpMkLst>
        </pc:cxnChg>
      </pc:sldChg>
      <pc:sldChg chg="modSp add replId">
        <pc:chgData name="REIMONDO NAHUEL ALEJO" userId="S::nreimondo@uade.edu.ar::6321e4ea-f963-4ffe-8417-f757321f65f7" providerId="AD" clId="Web-{88103664-9108-DB28-41BA-0D3E55EE6504}" dt="2026-03-03T02:28:35.700" v="1575" actId="20577"/>
        <pc:sldMkLst>
          <pc:docMk/>
          <pc:sldMk cId="1935965536" sldId="258"/>
        </pc:sldMkLst>
        <pc:spChg chg="mod">
          <ac:chgData name="REIMONDO NAHUEL ALEJO" userId="S::nreimondo@uade.edu.ar::6321e4ea-f963-4ffe-8417-f757321f65f7" providerId="AD" clId="Web-{88103664-9108-DB28-41BA-0D3E55EE6504}" dt="2026-03-03T00:54:59.014" v="133" actId="20577"/>
          <ac:spMkLst>
            <pc:docMk/>
            <pc:sldMk cId="1935965536" sldId="258"/>
            <ac:spMk id="2" creationId="{8BE61279-558D-4A67-6A02-F01C012E734B}"/>
          </ac:spMkLst>
        </pc:spChg>
        <pc:spChg chg="mod">
          <ac:chgData name="REIMONDO NAHUEL ALEJO" userId="S::nreimondo@uade.edu.ar::6321e4ea-f963-4ffe-8417-f757321f65f7" providerId="AD" clId="Web-{88103664-9108-DB28-41BA-0D3E55EE6504}" dt="2026-03-03T02:28:35.700" v="1575" actId="20577"/>
          <ac:spMkLst>
            <pc:docMk/>
            <pc:sldMk cId="1935965536" sldId="258"/>
            <ac:spMk id="3" creationId="{E8CBA558-9842-A712-48CD-25E367896608}"/>
          </ac:spMkLst>
        </pc:spChg>
      </pc:sldChg>
      <pc:sldChg chg="modSp add replId">
        <pc:chgData name="REIMONDO NAHUEL ALEJO" userId="S::nreimondo@uade.edu.ar::6321e4ea-f963-4ffe-8417-f757321f65f7" providerId="AD" clId="Web-{88103664-9108-DB28-41BA-0D3E55EE6504}" dt="2026-03-03T02:28:43.122" v="1576" actId="20577"/>
        <pc:sldMkLst>
          <pc:docMk/>
          <pc:sldMk cId="3492803147" sldId="259"/>
        </pc:sldMkLst>
        <pc:spChg chg="mod">
          <ac:chgData name="REIMONDO NAHUEL ALEJO" userId="S::nreimondo@uade.edu.ar::6321e4ea-f963-4ffe-8417-f757321f65f7" providerId="AD" clId="Web-{88103664-9108-DB28-41BA-0D3E55EE6504}" dt="2026-03-03T00:55:37.047" v="155" actId="20577"/>
          <ac:spMkLst>
            <pc:docMk/>
            <pc:sldMk cId="3492803147" sldId="259"/>
            <ac:spMk id="2" creationId="{18DEA8C9-40E1-35ED-25E2-17E746762A8A}"/>
          </ac:spMkLst>
        </pc:spChg>
        <pc:spChg chg="mod">
          <ac:chgData name="REIMONDO NAHUEL ALEJO" userId="S::nreimondo@uade.edu.ar::6321e4ea-f963-4ffe-8417-f757321f65f7" providerId="AD" clId="Web-{88103664-9108-DB28-41BA-0D3E55EE6504}" dt="2026-03-03T02:28:43.122" v="1576" actId="20577"/>
          <ac:spMkLst>
            <pc:docMk/>
            <pc:sldMk cId="3492803147" sldId="259"/>
            <ac:spMk id="3" creationId="{965E7E55-5C30-5F01-058E-73A65FD9494C}"/>
          </ac:spMkLst>
        </pc:spChg>
      </pc:sldChg>
      <pc:sldChg chg="modSp add replId">
        <pc:chgData name="REIMONDO NAHUEL ALEJO" userId="S::nreimondo@uade.edu.ar::6321e4ea-f963-4ffe-8417-f757321f65f7" providerId="AD" clId="Web-{88103664-9108-DB28-41BA-0D3E55EE6504}" dt="2026-03-03T02:28:48.857" v="1577" actId="20577"/>
        <pc:sldMkLst>
          <pc:docMk/>
          <pc:sldMk cId="3399337450" sldId="260"/>
        </pc:sldMkLst>
        <pc:spChg chg="mod">
          <ac:chgData name="REIMONDO NAHUEL ALEJO" userId="S::nreimondo@uade.edu.ar::6321e4ea-f963-4ffe-8417-f757321f65f7" providerId="AD" clId="Web-{88103664-9108-DB28-41BA-0D3E55EE6504}" dt="2026-03-03T00:58:28.241" v="314" actId="20577"/>
          <ac:spMkLst>
            <pc:docMk/>
            <pc:sldMk cId="3399337450" sldId="260"/>
            <ac:spMk id="2" creationId="{083E6205-E854-998D-AD97-97D6BF158CE0}"/>
          </ac:spMkLst>
        </pc:spChg>
        <pc:spChg chg="mod">
          <ac:chgData name="REIMONDO NAHUEL ALEJO" userId="S::nreimondo@uade.edu.ar::6321e4ea-f963-4ffe-8417-f757321f65f7" providerId="AD" clId="Web-{88103664-9108-DB28-41BA-0D3E55EE6504}" dt="2026-03-03T02:28:48.857" v="1577" actId="20577"/>
          <ac:spMkLst>
            <pc:docMk/>
            <pc:sldMk cId="3399337450" sldId="260"/>
            <ac:spMk id="3" creationId="{9578E88F-9933-0803-A528-B2B55D7BD575}"/>
          </ac:spMkLst>
        </pc:spChg>
      </pc:sldChg>
      <pc:sldChg chg="modSp add replId">
        <pc:chgData name="REIMONDO NAHUEL ALEJO" userId="S::nreimondo@uade.edu.ar::6321e4ea-f963-4ffe-8417-f757321f65f7" providerId="AD" clId="Web-{88103664-9108-DB28-41BA-0D3E55EE6504}" dt="2026-03-03T02:28:54.029" v="1578" actId="20577"/>
        <pc:sldMkLst>
          <pc:docMk/>
          <pc:sldMk cId="2029223915" sldId="261"/>
        </pc:sldMkLst>
        <pc:spChg chg="mod">
          <ac:chgData name="REIMONDO NAHUEL ALEJO" userId="S::nreimondo@uade.edu.ar::6321e4ea-f963-4ffe-8417-f757321f65f7" providerId="AD" clId="Web-{88103664-9108-DB28-41BA-0D3E55EE6504}" dt="2026-03-03T01:02:55.564" v="597" actId="20577"/>
          <ac:spMkLst>
            <pc:docMk/>
            <pc:sldMk cId="2029223915" sldId="261"/>
            <ac:spMk id="2" creationId="{CA0BD4D9-B1AD-BCA2-098D-823226369F05}"/>
          </ac:spMkLst>
        </pc:spChg>
        <pc:spChg chg="mod">
          <ac:chgData name="REIMONDO NAHUEL ALEJO" userId="S::nreimondo@uade.edu.ar::6321e4ea-f963-4ffe-8417-f757321f65f7" providerId="AD" clId="Web-{88103664-9108-DB28-41BA-0D3E55EE6504}" dt="2026-03-03T02:28:54.029" v="1578" actId="20577"/>
          <ac:spMkLst>
            <pc:docMk/>
            <pc:sldMk cId="2029223915" sldId="261"/>
            <ac:spMk id="3" creationId="{EC64E2E9-64BD-5BA8-7FEB-DFC18DACDBF8}"/>
          </ac:spMkLst>
        </pc:spChg>
      </pc:sldChg>
      <pc:sldChg chg="modSp add replId">
        <pc:chgData name="REIMONDO NAHUEL ALEJO" userId="S::nreimondo@uade.edu.ar::6321e4ea-f963-4ffe-8417-f757321f65f7" providerId="AD" clId="Web-{88103664-9108-DB28-41BA-0D3E55EE6504}" dt="2026-03-03T02:28:59.263" v="1579" actId="20577"/>
        <pc:sldMkLst>
          <pc:docMk/>
          <pc:sldMk cId="3097462799" sldId="262"/>
        </pc:sldMkLst>
        <pc:spChg chg="mod">
          <ac:chgData name="REIMONDO NAHUEL ALEJO" userId="S::nreimondo@uade.edu.ar::6321e4ea-f963-4ffe-8417-f757321f65f7" providerId="AD" clId="Web-{88103664-9108-DB28-41BA-0D3E55EE6504}" dt="2026-03-03T01:12:25.447" v="794" actId="20577"/>
          <ac:spMkLst>
            <pc:docMk/>
            <pc:sldMk cId="3097462799" sldId="262"/>
            <ac:spMk id="2" creationId="{2621C88A-3513-19F4-515B-4051A0607F76}"/>
          </ac:spMkLst>
        </pc:spChg>
        <pc:spChg chg="mod">
          <ac:chgData name="REIMONDO NAHUEL ALEJO" userId="S::nreimondo@uade.edu.ar::6321e4ea-f963-4ffe-8417-f757321f65f7" providerId="AD" clId="Web-{88103664-9108-DB28-41BA-0D3E55EE6504}" dt="2026-03-03T02:28:59.263" v="1579" actId="20577"/>
          <ac:spMkLst>
            <pc:docMk/>
            <pc:sldMk cId="3097462799" sldId="262"/>
            <ac:spMk id="3" creationId="{9DDAB6BD-83DB-3FC0-E14A-70E7499BC686}"/>
          </ac:spMkLst>
        </pc:spChg>
      </pc:sldChg>
      <pc:sldChg chg="modSp add replId">
        <pc:chgData name="REIMONDO NAHUEL ALEJO" userId="S::nreimondo@uade.edu.ar::6321e4ea-f963-4ffe-8417-f757321f65f7" providerId="AD" clId="Web-{88103664-9108-DB28-41BA-0D3E55EE6504}" dt="2026-03-03T02:29:10.154" v="1582" actId="20577"/>
        <pc:sldMkLst>
          <pc:docMk/>
          <pc:sldMk cId="1342552410" sldId="263"/>
        </pc:sldMkLst>
        <pc:spChg chg="mod">
          <ac:chgData name="REIMONDO NAHUEL ALEJO" userId="S::nreimondo@uade.edu.ar::6321e4ea-f963-4ffe-8417-f757321f65f7" providerId="AD" clId="Web-{88103664-9108-DB28-41BA-0D3E55EE6504}" dt="2026-03-03T01:18:07.703" v="983" actId="20577"/>
          <ac:spMkLst>
            <pc:docMk/>
            <pc:sldMk cId="1342552410" sldId="263"/>
            <ac:spMk id="2" creationId="{F4A087CE-6AC8-9C00-D1FB-396F3790DD13}"/>
          </ac:spMkLst>
        </pc:spChg>
        <pc:spChg chg="mod">
          <ac:chgData name="REIMONDO NAHUEL ALEJO" userId="S::nreimondo@uade.edu.ar::6321e4ea-f963-4ffe-8417-f757321f65f7" providerId="AD" clId="Web-{88103664-9108-DB28-41BA-0D3E55EE6504}" dt="2026-03-03T02:29:10.154" v="1582" actId="20577"/>
          <ac:spMkLst>
            <pc:docMk/>
            <pc:sldMk cId="1342552410" sldId="263"/>
            <ac:spMk id="3" creationId="{53FB1F46-01A3-4CBF-A702-0FD750E13B22}"/>
          </ac:spMkLst>
        </pc:spChg>
      </pc:sldChg>
      <pc:sldChg chg="modSp add replId">
        <pc:chgData name="REIMONDO NAHUEL ALEJO" userId="S::nreimondo@uade.edu.ar::6321e4ea-f963-4ffe-8417-f757321f65f7" providerId="AD" clId="Web-{88103664-9108-DB28-41BA-0D3E55EE6504}" dt="2026-03-03T02:29:15.966" v="1583" actId="20577"/>
        <pc:sldMkLst>
          <pc:docMk/>
          <pc:sldMk cId="802562685" sldId="264"/>
        </pc:sldMkLst>
        <pc:spChg chg="mod">
          <ac:chgData name="REIMONDO NAHUEL ALEJO" userId="S::nreimondo@uade.edu.ar::6321e4ea-f963-4ffe-8417-f757321f65f7" providerId="AD" clId="Web-{88103664-9108-DB28-41BA-0D3E55EE6504}" dt="2026-03-03T01:25:26.743" v="1026" actId="20577"/>
          <ac:spMkLst>
            <pc:docMk/>
            <pc:sldMk cId="802562685" sldId="264"/>
            <ac:spMk id="2" creationId="{F835ADC4-ED9D-DDEC-C71C-1CE23C2ECEFB}"/>
          </ac:spMkLst>
        </pc:spChg>
        <pc:spChg chg="mod">
          <ac:chgData name="REIMONDO NAHUEL ALEJO" userId="S::nreimondo@uade.edu.ar::6321e4ea-f963-4ffe-8417-f757321f65f7" providerId="AD" clId="Web-{88103664-9108-DB28-41BA-0D3E55EE6504}" dt="2026-03-03T02:29:15.966" v="1583" actId="20577"/>
          <ac:spMkLst>
            <pc:docMk/>
            <pc:sldMk cId="802562685" sldId="264"/>
            <ac:spMk id="3" creationId="{4F814E30-BB27-45D3-132F-96392F82C6A2}"/>
          </ac:spMkLst>
        </pc:spChg>
      </pc:sldChg>
      <pc:sldChg chg="modSp add replId">
        <pc:chgData name="REIMONDO NAHUEL ALEJO" userId="S::nreimondo@uade.edu.ar::6321e4ea-f963-4ffe-8417-f757321f65f7" providerId="AD" clId="Web-{88103664-9108-DB28-41BA-0D3E55EE6504}" dt="2026-03-03T01:54:02.452" v="1225" actId="20577"/>
        <pc:sldMkLst>
          <pc:docMk/>
          <pc:sldMk cId="3037326767" sldId="265"/>
        </pc:sldMkLst>
        <pc:spChg chg="mod">
          <ac:chgData name="REIMONDO NAHUEL ALEJO" userId="S::nreimondo@uade.edu.ar::6321e4ea-f963-4ffe-8417-f757321f65f7" providerId="AD" clId="Web-{88103664-9108-DB28-41BA-0D3E55EE6504}" dt="2026-03-03T01:54:02.452" v="1225" actId="20577"/>
          <ac:spMkLst>
            <pc:docMk/>
            <pc:sldMk cId="3037326767" sldId="265"/>
            <ac:spMk id="2" creationId="{0C7633BB-C81D-DAB5-1848-9741E189FCE4}"/>
          </ac:spMkLst>
        </pc:spChg>
        <pc:spChg chg="mod">
          <ac:chgData name="REIMONDO NAHUEL ALEJO" userId="S::nreimondo@uade.edu.ar::6321e4ea-f963-4ffe-8417-f757321f65f7" providerId="AD" clId="Web-{88103664-9108-DB28-41BA-0D3E55EE6504}" dt="2026-03-03T01:52:42.245" v="1187" actId="20577"/>
          <ac:spMkLst>
            <pc:docMk/>
            <pc:sldMk cId="3037326767" sldId="265"/>
            <ac:spMk id="3" creationId="{57676E05-0AE5-F688-B8D3-2C31EAD1A97D}"/>
          </ac:spMkLst>
        </pc:spChg>
      </pc:sldChg>
      <pc:sldChg chg="add replId">
        <pc:chgData name="REIMONDO NAHUEL ALEJO" userId="S::nreimondo@uade.edu.ar::6321e4ea-f963-4ffe-8417-f757321f65f7" providerId="AD" clId="Web-{88103664-9108-DB28-41BA-0D3E55EE6504}" dt="2026-03-03T01:53:27.310" v="1200"/>
        <pc:sldMkLst>
          <pc:docMk/>
          <pc:sldMk cId="2042918425" sldId="266"/>
        </pc:sldMkLst>
      </pc:sldChg>
      <pc:sldChg chg="modSp add ord replId">
        <pc:chgData name="REIMONDO NAHUEL ALEJO" userId="S::nreimondo@uade.edu.ar::6321e4ea-f963-4ffe-8417-f757321f65f7" providerId="AD" clId="Web-{88103664-9108-DB28-41BA-0D3E55EE6504}" dt="2026-03-03T02:29:33.389" v="1585"/>
        <pc:sldMkLst>
          <pc:docMk/>
          <pc:sldMk cId="811576141" sldId="268"/>
        </pc:sldMkLst>
        <pc:spChg chg="mod">
          <ac:chgData name="REIMONDO NAHUEL ALEJO" userId="S::nreimondo@uade.edu.ar::6321e4ea-f963-4ffe-8417-f757321f65f7" providerId="AD" clId="Web-{88103664-9108-DB28-41BA-0D3E55EE6504}" dt="2026-03-03T02:13:08.538" v="1277" actId="20577"/>
          <ac:spMkLst>
            <pc:docMk/>
            <pc:sldMk cId="811576141" sldId="268"/>
            <ac:spMk id="2" creationId="{9D2A2370-A1AF-0D87-0237-1104D11FC1A6}"/>
          </ac:spMkLst>
        </pc:spChg>
        <pc:spChg chg="mod">
          <ac:chgData name="REIMONDO NAHUEL ALEJO" userId="S::nreimondo@uade.edu.ar::6321e4ea-f963-4ffe-8417-f757321f65f7" providerId="AD" clId="Web-{88103664-9108-DB28-41BA-0D3E55EE6504}" dt="2026-03-03T02:29:33.389" v="1585"/>
          <ac:spMkLst>
            <pc:docMk/>
            <pc:sldMk cId="811576141" sldId="268"/>
            <ac:spMk id="3" creationId="{F22294C2-56BA-3824-648F-988275E6336C}"/>
          </ac:spMkLst>
        </pc:spChg>
      </pc:sldChg>
      <pc:sldChg chg="modSp add replId">
        <pc:chgData name="REIMONDO NAHUEL ALEJO" userId="S::nreimondo@uade.edu.ar::6321e4ea-f963-4ffe-8417-f757321f65f7" providerId="AD" clId="Web-{88103664-9108-DB28-41BA-0D3E55EE6504}" dt="2026-03-03T02:29:59.389" v="1588" actId="20577"/>
        <pc:sldMkLst>
          <pc:docMk/>
          <pc:sldMk cId="1177736530" sldId="269"/>
        </pc:sldMkLst>
        <pc:spChg chg="mod">
          <ac:chgData name="REIMONDO NAHUEL ALEJO" userId="S::nreimondo@uade.edu.ar::6321e4ea-f963-4ffe-8417-f757321f65f7" providerId="AD" clId="Web-{88103664-9108-DB28-41BA-0D3E55EE6504}" dt="2026-03-03T02:21:42.427" v="1422" actId="20577"/>
          <ac:spMkLst>
            <pc:docMk/>
            <pc:sldMk cId="1177736530" sldId="269"/>
            <ac:spMk id="2" creationId="{CE7789EE-AA1A-53C1-1042-5C7BC8526E12}"/>
          </ac:spMkLst>
        </pc:spChg>
        <pc:spChg chg="mod">
          <ac:chgData name="REIMONDO NAHUEL ALEJO" userId="S::nreimondo@uade.edu.ar::6321e4ea-f963-4ffe-8417-f757321f65f7" providerId="AD" clId="Web-{88103664-9108-DB28-41BA-0D3E55EE6504}" dt="2026-03-03T02:29:59.389" v="1588" actId="20577"/>
          <ac:spMkLst>
            <pc:docMk/>
            <pc:sldMk cId="1177736530" sldId="269"/>
            <ac:spMk id="3" creationId="{C1D248C3-F813-5C3A-9996-23411153EF80}"/>
          </ac:spMkLst>
        </pc:spChg>
      </pc:sldChg>
      <pc:sldChg chg="modSp add ord replId">
        <pc:chgData name="REIMONDO NAHUEL ALEJO" userId="S::nreimondo@uade.edu.ar::6321e4ea-f963-4ffe-8417-f757321f65f7" providerId="AD" clId="Web-{88103664-9108-DB28-41BA-0D3E55EE6504}" dt="2026-03-03T02:30:20.623" v="1589" actId="20577"/>
        <pc:sldMkLst>
          <pc:docMk/>
          <pc:sldMk cId="850669638" sldId="270"/>
        </pc:sldMkLst>
        <pc:spChg chg="mod">
          <ac:chgData name="REIMONDO NAHUEL ALEJO" userId="S::nreimondo@uade.edu.ar::6321e4ea-f963-4ffe-8417-f757321f65f7" providerId="AD" clId="Web-{88103664-9108-DB28-41BA-0D3E55EE6504}" dt="2026-03-03T02:30:20.623" v="1589" actId="20577"/>
          <ac:spMkLst>
            <pc:docMk/>
            <pc:sldMk cId="850669638" sldId="270"/>
            <ac:spMk id="3" creationId="{FD87596A-9304-AD48-6234-56EF263DC6FA}"/>
          </ac:spMkLst>
        </pc:spChg>
      </pc:sldChg>
      <pc:sldChg chg="add replId">
        <pc:chgData name="REIMONDO NAHUEL ALEJO" userId="S::nreimondo@uade.edu.ar::6321e4ea-f963-4ffe-8417-f757321f65f7" providerId="AD" clId="Web-{88103664-9108-DB28-41BA-0D3E55EE6504}" dt="2026-03-03T02:31:26.174" v="1590"/>
        <pc:sldMkLst>
          <pc:docMk/>
          <pc:sldMk cId="522329264" sldId="271"/>
        </pc:sldMkLst>
      </pc:sldChg>
      <pc:sldMasterChg chg="add addSldLayout">
        <pc:chgData name="REIMONDO NAHUEL ALEJO" userId="S::nreimondo@uade.edu.ar::6321e4ea-f963-4ffe-8417-f757321f65f7" providerId="AD" clId="Web-{88103664-9108-DB28-41BA-0D3E55EE6504}" dt="2026-03-03T00:43:56.679" v="0"/>
        <pc:sldMasterMkLst>
          <pc:docMk/>
          <pc:sldMasterMk cId="4091618591" sldId="2147483660"/>
        </pc:sldMasterMkLst>
        <pc:sldLayoutChg chg="add">
          <pc:chgData name="REIMONDO NAHUEL ALEJO" userId="S::nreimondo@uade.edu.ar::6321e4ea-f963-4ffe-8417-f757321f65f7" providerId="AD" clId="Web-{88103664-9108-DB28-41BA-0D3E55EE6504}" dt="2026-03-03T00:43:56.679" v="0"/>
          <pc:sldLayoutMkLst>
            <pc:docMk/>
            <pc:sldMasterMk cId="4091618591" sldId="2147483660"/>
            <pc:sldLayoutMk cId="583372267" sldId="2147483661"/>
          </pc:sldLayoutMkLst>
        </pc:sldLayoutChg>
        <pc:sldLayoutChg chg="add">
          <pc:chgData name="REIMONDO NAHUEL ALEJO" userId="S::nreimondo@uade.edu.ar::6321e4ea-f963-4ffe-8417-f757321f65f7" providerId="AD" clId="Web-{88103664-9108-DB28-41BA-0D3E55EE6504}" dt="2026-03-03T00:43:56.679" v="0"/>
          <pc:sldLayoutMkLst>
            <pc:docMk/>
            <pc:sldMasterMk cId="4091618591" sldId="2147483660"/>
            <pc:sldLayoutMk cId="2514837126" sldId="2147483662"/>
          </pc:sldLayoutMkLst>
        </pc:sldLayoutChg>
        <pc:sldLayoutChg chg="add">
          <pc:chgData name="REIMONDO NAHUEL ALEJO" userId="S::nreimondo@uade.edu.ar::6321e4ea-f963-4ffe-8417-f757321f65f7" providerId="AD" clId="Web-{88103664-9108-DB28-41BA-0D3E55EE6504}" dt="2026-03-03T00:43:56.679" v="0"/>
          <pc:sldLayoutMkLst>
            <pc:docMk/>
            <pc:sldMasterMk cId="4091618591" sldId="2147483660"/>
            <pc:sldLayoutMk cId="1195217195" sldId="2147483663"/>
          </pc:sldLayoutMkLst>
        </pc:sldLayoutChg>
        <pc:sldLayoutChg chg="add">
          <pc:chgData name="REIMONDO NAHUEL ALEJO" userId="S::nreimondo@uade.edu.ar::6321e4ea-f963-4ffe-8417-f757321f65f7" providerId="AD" clId="Web-{88103664-9108-DB28-41BA-0D3E55EE6504}" dt="2026-03-03T00:43:56.679" v="0"/>
          <pc:sldLayoutMkLst>
            <pc:docMk/>
            <pc:sldMasterMk cId="4091618591" sldId="2147483660"/>
            <pc:sldLayoutMk cId="1111033124" sldId="2147483664"/>
          </pc:sldLayoutMkLst>
        </pc:sldLayoutChg>
        <pc:sldLayoutChg chg="add">
          <pc:chgData name="REIMONDO NAHUEL ALEJO" userId="S::nreimondo@uade.edu.ar::6321e4ea-f963-4ffe-8417-f757321f65f7" providerId="AD" clId="Web-{88103664-9108-DB28-41BA-0D3E55EE6504}" dt="2026-03-03T00:43:56.679" v="0"/>
          <pc:sldLayoutMkLst>
            <pc:docMk/>
            <pc:sldMasterMk cId="4091618591" sldId="2147483660"/>
            <pc:sldLayoutMk cId="1150684844" sldId="2147483665"/>
          </pc:sldLayoutMkLst>
        </pc:sldLayoutChg>
        <pc:sldLayoutChg chg="add">
          <pc:chgData name="REIMONDO NAHUEL ALEJO" userId="S::nreimondo@uade.edu.ar::6321e4ea-f963-4ffe-8417-f757321f65f7" providerId="AD" clId="Web-{88103664-9108-DB28-41BA-0D3E55EE6504}" dt="2026-03-03T00:43:56.679" v="0"/>
          <pc:sldLayoutMkLst>
            <pc:docMk/>
            <pc:sldMasterMk cId="4091618591" sldId="2147483660"/>
            <pc:sldLayoutMk cId="3234067899" sldId="2147483666"/>
          </pc:sldLayoutMkLst>
        </pc:sldLayoutChg>
        <pc:sldLayoutChg chg="add">
          <pc:chgData name="REIMONDO NAHUEL ALEJO" userId="S::nreimondo@uade.edu.ar::6321e4ea-f963-4ffe-8417-f757321f65f7" providerId="AD" clId="Web-{88103664-9108-DB28-41BA-0D3E55EE6504}" dt="2026-03-03T00:43:56.679" v="0"/>
          <pc:sldLayoutMkLst>
            <pc:docMk/>
            <pc:sldMasterMk cId="4091618591" sldId="2147483660"/>
            <pc:sldLayoutMk cId="2812389127" sldId="2147483667"/>
          </pc:sldLayoutMkLst>
        </pc:sldLayoutChg>
        <pc:sldLayoutChg chg="add">
          <pc:chgData name="REIMONDO NAHUEL ALEJO" userId="S::nreimondo@uade.edu.ar::6321e4ea-f963-4ffe-8417-f757321f65f7" providerId="AD" clId="Web-{88103664-9108-DB28-41BA-0D3E55EE6504}" dt="2026-03-03T00:43:56.679" v="0"/>
          <pc:sldLayoutMkLst>
            <pc:docMk/>
            <pc:sldMasterMk cId="4091618591" sldId="2147483660"/>
            <pc:sldLayoutMk cId="139312560" sldId="2147483668"/>
          </pc:sldLayoutMkLst>
        </pc:sldLayoutChg>
        <pc:sldLayoutChg chg="add">
          <pc:chgData name="REIMONDO NAHUEL ALEJO" userId="S::nreimondo@uade.edu.ar::6321e4ea-f963-4ffe-8417-f757321f65f7" providerId="AD" clId="Web-{88103664-9108-DB28-41BA-0D3E55EE6504}" dt="2026-03-03T00:43:56.679" v="0"/>
          <pc:sldLayoutMkLst>
            <pc:docMk/>
            <pc:sldMasterMk cId="4091618591" sldId="2147483660"/>
            <pc:sldLayoutMk cId="462536072" sldId="2147483669"/>
          </pc:sldLayoutMkLst>
        </pc:sldLayoutChg>
        <pc:sldLayoutChg chg="add">
          <pc:chgData name="REIMONDO NAHUEL ALEJO" userId="S::nreimondo@uade.edu.ar::6321e4ea-f963-4ffe-8417-f757321f65f7" providerId="AD" clId="Web-{88103664-9108-DB28-41BA-0D3E55EE6504}" dt="2026-03-03T00:43:56.679" v="0"/>
          <pc:sldLayoutMkLst>
            <pc:docMk/>
            <pc:sldMasterMk cId="4091618591" sldId="2147483660"/>
            <pc:sldLayoutMk cId="3896447101" sldId="2147483670"/>
          </pc:sldLayoutMkLst>
        </pc:sldLayoutChg>
        <pc:sldLayoutChg chg="add">
          <pc:chgData name="REIMONDO NAHUEL ALEJO" userId="S::nreimondo@uade.edu.ar::6321e4ea-f963-4ffe-8417-f757321f65f7" providerId="AD" clId="Web-{88103664-9108-DB28-41BA-0D3E55EE6504}" dt="2026-03-03T00:43:56.679" v="0"/>
          <pc:sldLayoutMkLst>
            <pc:docMk/>
            <pc:sldMasterMk cId="4091618591" sldId="2147483660"/>
            <pc:sldLayoutMk cId="4019616996" sldId="2147483671"/>
          </pc:sldLayoutMkLst>
        </pc:sldLayoutChg>
      </pc:sldMasterChg>
    </pc:docChg>
  </pc:docChgLst>
  <pc:docChgLst>
    <pc:chgData name="REIMONDO NAHUEL ALEJO" userId="S::nreimondo@uade.edu.ar::6321e4ea-f963-4ffe-8417-f757321f65f7" providerId="AD" clId="Web-{87AC5028-81B7-E71E-FA07-A8E5A25A7596}"/>
    <pc:docChg chg="modSld">
      <pc:chgData name="REIMONDO NAHUEL ALEJO" userId="S::nreimondo@uade.edu.ar::6321e4ea-f963-4ffe-8417-f757321f65f7" providerId="AD" clId="Web-{87AC5028-81B7-E71E-FA07-A8E5A25A7596}" dt="2026-03-08T20:44:48.612" v="13" actId="20577"/>
      <pc:docMkLst>
        <pc:docMk/>
      </pc:docMkLst>
      <pc:sldChg chg="modSp">
        <pc:chgData name="REIMONDO NAHUEL ALEJO" userId="S::nreimondo@uade.edu.ar::6321e4ea-f963-4ffe-8417-f757321f65f7" providerId="AD" clId="Web-{87AC5028-81B7-E71E-FA07-A8E5A25A7596}" dt="2026-03-08T19:42:58.800" v="10" actId="20577"/>
        <pc:sldMkLst>
          <pc:docMk/>
          <pc:sldMk cId="1935965536" sldId="258"/>
        </pc:sldMkLst>
        <pc:spChg chg="mod">
          <ac:chgData name="REIMONDO NAHUEL ALEJO" userId="S::nreimondo@uade.edu.ar::6321e4ea-f963-4ffe-8417-f757321f65f7" providerId="AD" clId="Web-{87AC5028-81B7-E71E-FA07-A8E5A25A7596}" dt="2026-03-08T19:42:58.800" v="10" actId="20577"/>
          <ac:spMkLst>
            <pc:docMk/>
            <pc:sldMk cId="1935965536" sldId="258"/>
            <ac:spMk id="3" creationId="{E8CBA558-9842-A712-48CD-25E367896608}"/>
          </ac:spMkLst>
        </pc:spChg>
      </pc:sldChg>
      <pc:sldChg chg="modSp">
        <pc:chgData name="REIMONDO NAHUEL ALEJO" userId="S::nreimondo@uade.edu.ar::6321e4ea-f963-4ffe-8417-f757321f65f7" providerId="AD" clId="Web-{87AC5028-81B7-E71E-FA07-A8E5A25A7596}" dt="2026-03-08T20:44:48.612" v="13" actId="20577"/>
        <pc:sldMkLst>
          <pc:docMk/>
          <pc:sldMk cId="811576141" sldId="268"/>
        </pc:sldMkLst>
        <pc:spChg chg="mod">
          <ac:chgData name="REIMONDO NAHUEL ALEJO" userId="S::nreimondo@uade.edu.ar::6321e4ea-f963-4ffe-8417-f757321f65f7" providerId="AD" clId="Web-{87AC5028-81B7-E71E-FA07-A8E5A25A7596}" dt="2026-03-08T20:44:48.612" v="13" actId="20577"/>
          <ac:spMkLst>
            <pc:docMk/>
            <pc:sldMk cId="811576141" sldId="268"/>
            <ac:spMk id="3" creationId="{F22294C2-56BA-3824-648F-988275E6336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7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37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217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33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84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6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8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2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3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4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61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61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uadeeduar-my.sharepoint.com/:x:/g/personal/nreimondo_uade_edu_ar/IQBPMxpIgUL6RoPf__6W1eIKATkw4hhTOdIVdl8u-kaiyRI?e=XtghcQ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hotonengine.com/sdks#pun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744045-6B2A-E256-85A5-5DF14D852F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80" r="909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r>
              <a:rPr lang="es-ES" sz="6000">
                <a:solidFill>
                  <a:srgbClr val="FFFFFF"/>
                </a:solidFill>
              </a:rPr>
              <a:t>Juegos en Red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r>
              <a:rPr lang="es-ES" sz="2000">
                <a:solidFill>
                  <a:srgbClr val="FFFFFF"/>
                </a:solidFill>
              </a:rPr>
              <a:t>Presentación de la materia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273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A247CA-3BA6-8CE0-2A03-CC99C31C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Contenido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E8B45-DA18-519A-D53B-F5CDCDAAD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Presentación de profesores</a:t>
            </a:r>
          </a:p>
          <a:p>
            <a:r>
              <a:rPr lang="es-AR" b="1">
                <a:latin typeface="Grandview Display"/>
              </a:rPr>
              <a:t>Qué vamos a ver este cuatrimestre</a:t>
            </a:r>
          </a:p>
          <a:p>
            <a:r>
              <a:rPr lang="es-AR" b="1">
                <a:latin typeface="Grandview Display"/>
              </a:rPr>
              <a:t>Para qué sirve</a:t>
            </a:r>
          </a:p>
          <a:p>
            <a:r>
              <a:rPr lang="es-AR" b="1">
                <a:latin typeface="Grandview Display"/>
              </a:rPr>
              <a:t>Juegos reales</a:t>
            </a:r>
          </a:p>
          <a:p>
            <a:r>
              <a:rPr lang="es-AR" b="1">
                <a:latin typeface="Grandview Display"/>
              </a:rPr>
              <a:t>Por qué le interesa a cada área de desarrollo</a:t>
            </a:r>
          </a:p>
          <a:p>
            <a:r>
              <a:rPr lang="es-AR" b="1">
                <a:latin typeface="Grandview Display"/>
              </a:rPr>
              <a:t>Modalidad/Dinámica de la cursada</a:t>
            </a:r>
          </a:p>
          <a:p>
            <a:r>
              <a:rPr lang="es-AR" b="1">
                <a:latin typeface="Grandview Display"/>
              </a:rPr>
              <a:t>Herramientas principales</a:t>
            </a:r>
          </a:p>
          <a:p>
            <a:r>
              <a:rPr lang="es-AR" b="1">
                <a:latin typeface="Grandview Display"/>
              </a:rPr>
              <a:t>Requisitos de aprobación / Criterios de Evaluación</a:t>
            </a: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694E1F-471C-4340-BE4B-28F2BF7D7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09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49BCE2-9DDB-DA27-861B-E0BB875D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36B368-6021-358F-1106-9430946F3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61279-558D-4A67-6A02-F01C012E7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Profesores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BA558-9842-A712-48CD-25E367896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Nahuel </a:t>
            </a:r>
            <a:r>
              <a:rPr lang="es-AR" b="1" dirty="0" err="1">
                <a:latin typeface="Grandview Display"/>
              </a:rPr>
              <a:t>Reimondo</a:t>
            </a:r>
            <a:endParaRPr lang="es-AR" b="1" dirty="0">
              <a:latin typeface="Grandview Display"/>
            </a:endParaRPr>
          </a:p>
          <a:p>
            <a:pPr marL="493395" lvl="1"/>
            <a:r>
              <a:rPr lang="es-AR" b="1"/>
              <a:t>10 años de experiencia trabajando con Unity</a:t>
            </a:r>
            <a:endParaRPr lang="es-AR" b="1" dirty="0"/>
          </a:p>
          <a:p>
            <a:pPr marL="493395" lvl="1"/>
            <a:r>
              <a:rPr lang="es-AR" b="1" dirty="0" err="1"/>
              <a:t>Game</a:t>
            </a:r>
            <a:r>
              <a:rPr lang="es-AR" b="1" dirty="0"/>
              <a:t> </a:t>
            </a:r>
            <a:r>
              <a:rPr lang="es-AR" b="1" dirty="0" err="1"/>
              <a:t>Developer</a:t>
            </a:r>
            <a:endParaRPr lang="es-AR" b="1" dirty="0"/>
          </a:p>
          <a:p>
            <a:pPr marL="493395" lvl="1"/>
            <a:r>
              <a:rPr lang="es-AR" b="1" dirty="0" err="1"/>
              <a:t>Tec</a:t>
            </a:r>
            <a:r>
              <a:rPr lang="es-AR" b="1" dirty="0"/>
              <a:t>. En Desarrollo de Videojuegos</a:t>
            </a:r>
          </a:p>
          <a:p>
            <a:pPr marL="493395" lvl="1"/>
            <a:endParaRPr lang="es-AR" dirty="0"/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17B91A-7CBC-B6E1-FA46-B325C9B57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965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FDB19-0A18-9247-A769-10333A5B1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F997280-9882-8CD5-FF87-D4BD0CF63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DEA8C9-40E1-35ED-25E2-17E746762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/>
              <a:t>Qué vamos a ver en esta </a:t>
            </a:r>
            <a:r>
              <a:rPr lang="es-AR"/>
              <a:t>materia</a:t>
            </a:r>
            <a:r>
              <a:rPr lang="es-AR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E7E55-5C30-5F01-058E-73A65FD94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Conceptos bases de la </a:t>
            </a:r>
            <a:r>
              <a:rPr lang="es-AR" b="1">
                <a:latin typeface="Grandview Display"/>
              </a:rPr>
              <a:t>comunicación por medio de la red</a:t>
            </a:r>
            <a:endParaRPr lang="es-AR" b="1" dirty="0">
              <a:latin typeface="Grandview Display"/>
            </a:endParaRPr>
          </a:p>
          <a:p>
            <a:r>
              <a:rPr lang="es-AR" b="1"/>
              <a:t>Topología, características de una red</a:t>
            </a:r>
            <a:endParaRPr lang="es-AR" b="1" dirty="0"/>
          </a:p>
          <a:p>
            <a:r>
              <a:rPr lang="es-AR" b="1"/>
              <a:t>Tipos de Juegos en Red</a:t>
            </a:r>
            <a:endParaRPr lang="es-AR" b="1" dirty="0"/>
          </a:p>
          <a:p>
            <a:r>
              <a:rPr lang="es-AR" b="1"/>
              <a:t>Sincronización del Estado de Juego</a:t>
            </a:r>
            <a:endParaRPr lang="es-AR" b="1" dirty="0"/>
          </a:p>
          <a:p>
            <a:r>
              <a:rPr lang="es-AR" b="1"/>
              <a:t>Interacción entre jugadores</a:t>
            </a:r>
            <a:endParaRPr lang="es-AR" b="1" dirty="0"/>
          </a:p>
          <a:p>
            <a:r>
              <a:rPr lang="es-AR" b="1" dirty="0" err="1"/>
              <a:t>Photon</a:t>
            </a:r>
            <a:r>
              <a:rPr lang="es-AR" b="1" dirty="0"/>
              <a:t> (PUN)</a:t>
            </a:r>
          </a:p>
          <a:p>
            <a:r>
              <a:rPr lang="es-AR" b="1"/>
              <a:t>Extras:</a:t>
            </a:r>
            <a:endParaRPr lang="es-AR" b="1" dirty="0"/>
          </a:p>
          <a:p>
            <a:pPr marL="493395" lvl="1"/>
            <a:r>
              <a:rPr lang="es-AR" b="1"/>
              <a:t>API</a:t>
            </a:r>
          </a:p>
          <a:p>
            <a:pPr marL="493395" lvl="1"/>
            <a:r>
              <a:rPr lang="es-AR" b="1" dirty="0" err="1"/>
              <a:t>LiveOps</a:t>
            </a:r>
            <a:endParaRPr lang="es-AR" b="1"/>
          </a:p>
          <a:p>
            <a:pPr marL="493395" lvl="1"/>
            <a:r>
              <a:rPr lang="es-AR" b="1"/>
              <a:t>Optimización</a:t>
            </a:r>
            <a:endParaRPr lang="es-AR" b="1" dirty="0"/>
          </a:p>
          <a:p>
            <a:endParaRPr lang="es-AR" dirty="0"/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9D40C6-6702-DAAE-48A9-6683A4864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803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414AF0-E5DF-2E39-2C0A-4F8D698F4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415E3EC-5A47-986E-02EF-0EA5B7201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E6205-E854-998D-AD97-97D6BF158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Para qué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8E88F-9933-0803-A528-B2B55D7BD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Brindar a los alumnos conocimientos iniciales sobre el mundo de Redes</a:t>
            </a:r>
          </a:p>
          <a:p>
            <a:r>
              <a:rPr lang="es-AR" b="1"/>
              <a:t>Entender qué pasa cuando jugamos en Red</a:t>
            </a:r>
            <a:endParaRPr lang="es-AR" b="1" dirty="0"/>
          </a:p>
          <a:p>
            <a:r>
              <a:rPr lang="es-AR" b="1"/>
              <a:t>Elegir las herramientas y caminos correctos a la hora de desarrollar</a:t>
            </a:r>
            <a:endParaRPr lang="es-AR" b="1" dirty="0"/>
          </a:p>
          <a:p>
            <a:r>
              <a:rPr lang="es-AR" b="1" dirty="0"/>
              <a:t>Desarrollar juegos completos que tengan </a:t>
            </a:r>
            <a:r>
              <a:rPr lang="es-AR" b="1" dirty="0" err="1"/>
              <a:t>features</a:t>
            </a:r>
            <a:r>
              <a:rPr lang="es-AR" b="1" dirty="0"/>
              <a:t> online</a:t>
            </a:r>
          </a:p>
          <a:p>
            <a:r>
              <a:rPr lang="es-AR" b="1" dirty="0"/>
              <a:t>Ser </a:t>
            </a:r>
            <a:r>
              <a:rPr lang="es-AR" b="1"/>
              <a:t>conscientes de cómo funciona en detalle su juego</a:t>
            </a:r>
            <a:endParaRPr lang="es-AR" b="1" dirty="0"/>
          </a:p>
          <a:p>
            <a:r>
              <a:rPr lang="es-AR" b="1" dirty="0"/>
              <a:t>Tener contacto con herramientas de alto potencial y estándares en la </a:t>
            </a:r>
            <a:r>
              <a:rPr lang="es-AR" b="1"/>
              <a:t>industria</a:t>
            </a:r>
            <a:endParaRPr lang="es-AR" b="1" dirty="0" err="1"/>
          </a:p>
          <a:p>
            <a:endParaRPr lang="es-AR" dirty="0"/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259A15-ABF7-59F0-AB90-E01D6569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337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54106-8148-E08E-DC12-C6A920483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8AC9F6-84F9-EBA1-33DA-DBFBC3C0A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0BD4D9-B1AD-BCA2-098D-823226369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/>
              <a:t>Cómo afecta a diferentes </a:t>
            </a:r>
            <a:r>
              <a:rPr lang="es-AR"/>
              <a:t>áreas</a:t>
            </a:r>
            <a:r>
              <a:rPr lang="es-AR" dirty="0"/>
              <a:t> del desarrollo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4E2E9-64BD-5BA8-7FEB-DFC18DACD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/>
              <a:t>Hacer juegos en Red exige cambiar el paradigma a la hora de pensar, diseñar, desarrollar y mantener un juego. Y esto impacta en todas la áreas y momentos del desarrollo.</a:t>
            </a:r>
            <a:endParaRPr lang="es-AR" b="1" dirty="0"/>
          </a:p>
          <a:p>
            <a:r>
              <a:rPr lang="es-AR" b="1" dirty="0"/>
              <a:t>Sea cual sea el área en que se quieran desarrollar, su trabajo se verá afectado por el hecho de que el </a:t>
            </a:r>
            <a:r>
              <a:rPr lang="es-AR" b="1"/>
              <a:t>juego</a:t>
            </a:r>
            <a:r>
              <a:rPr lang="es-AR" b="1" dirty="0"/>
              <a:t> sea online</a:t>
            </a:r>
          </a:p>
          <a:p>
            <a:endParaRPr lang="es-A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BF7348-7F40-48A8-01E1-D0F620798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223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E384A-EF35-994F-62DA-FDA9DCD1F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05B8271-1E93-92AB-DCBD-44846EBB5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21C88A-3513-19F4-515B-4051A0607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Modalidad/ Dinámica de la cursada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AB6BD-83DB-3FC0-E14A-70E7499BC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/>
              <a:t>Tareas semanales</a:t>
            </a:r>
            <a:endParaRPr lang="es-AR" b="1" dirty="0"/>
          </a:p>
          <a:p>
            <a:r>
              <a:rPr lang="es-AR" b="1"/>
              <a:t>En Grupos</a:t>
            </a:r>
            <a:endParaRPr lang="es-AR" b="1" dirty="0"/>
          </a:p>
          <a:p>
            <a:r>
              <a:rPr lang="es-AR" b="1" dirty="0" err="1"/>
              <a:t>TPs</a:t>
            </a:r>
            <a:r>
              <a:rPr lang="es-AR" b="1" dirty="0"/>
              <a:t>, ejercicios de temas específicos</a:t>
            </a:r>
          </a:p>
          <a:p>
            <a:r>
              <a:rPr lang="es-AR" b="1" dirty="0"/>
              <a:t>Clases </a:t>
            </a:r>
            <a:r>
              <a:rPr lang="es-AR" b="1" dirty="0" err="1"/>
              <a:t>Teorico</a:t>
            </a:r>
            <a:r>
              <a:rPr lang="es-AR" b="1" dirty="0"/>
              <a:t>-prácticas</a:t>
            </a:r>
          </a:p>
          <a:p>
            <a:r>
              <a:rPr lang="es-AR" b="1" dirty="0"/>
              <a:t>Trabajo </a:t>
            </a:r>
            <a:r>
              <a:rPr lang="es-AR" b="1"/>
              <a:t>asincrónico</a:t>
            </a:r>
            <a:endParaRPr lang="es-AR" b="1" dirty="0"/>
          </a:p>
          <a:p>
            <a:r>
              <a:rPr lang="es-AR" b="1"/>
              <a:t>Esporádicas Clases taller</a:t>
            </a:r>
            <a:endParaRPr lang="es-AR" b="1" dirty="0"/>
          </a:p>
          <a:p>
            <a:endParaRPr lang="es-AR" dirty="0"/>
          </a:p>
          <a:p>
            <a:endParaRPr lang="es-A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DFFBCE-7911-BDFD-0465-ED83AFF1AE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462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8D1C23-F8BA-E0C6-4C2C-6C9DE3D27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A93F1B4-35FF-2F37-4F64-12597B06A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087CE-6AC8-9C00-D1FB-396F3790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Herramientas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B1F46-01A3-4CBF-A702-0FD750E13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93395" lvl="1"/>
            <a:r>
              <a:rPr lang="es-AR" b="1"/>
              <a:t>Unity 2021.3.16</a:t>
            </a:r>
            <a:endParaRPr lang="en-US" b="1"/>
          </a:p>
          <a:p>
            <a:pPr marL="493395" lvl="1"/>
            <a:r>
              <a:rPr lang="es-AR" b="1" dirty="0" err="1"/>
              <a:t>Photon</a:t>
            </a:r>
            <a:r>
              <a:rPr lang="es-AR" b="1" dirty="0"/>
              <a:t> Unity </a:t>
            </a:r>
            <a:r>
              <a:rPr lang="es-AR" b="1" dirty="0" err="1"/>
              <a:t>networking</a:t>
            </a:r>
            <a:r>
              <a:rPr lang="es-AR" b="1" dirty="0"/>
              <a:t> (PUN)</a:t>
            </a:r>
          </a:p>
          <a:p>
            <a:pPr marL="493395" lvl="1"/>
            <a:r>
              <a:rPr lang="es-AR" b="1"/>
              <a:t>Parrel (opcional)</a:t>
            </a:r>
            <a:endParaRPr lang="es-AR" b="1" dirty="0"/>
          </a:p>
          <a:p>
            <a:pPr marL="493395" lvl="1"/>
            <a:r>
              <a:rPr lang="es-AR" b="1" dirty="0"/>
              <a:t>Varios </a:t>
            </a:r>
            <a:r>
              <a:rPr lang="es-AR" b="1"/>
              <a:t>paquetes oficiales de Unity</a:t>
            </a:r>
            <a:endParaRPr lang="es-AR" b="1" dirty="0"/>
          </a:p>
          <a:p>
            <a:pPr marL="493395" lvl="1"/>
            <a:r>
              <a:rPr lang="es-AR" b="1"/>
              <a:t>IDE</a:t>
            </a:r>
            <a:endParaRPr lang="es-AR" b="1" dirty="0"/>
          </a:p>
          <a:p>
            <a:pPr marL="493395" lvl="1"/>
            <a:r>
              <a:rPr lang="es-AR" b="1" dirty="0"/>
              <a:t>Paquete de consola </a:t>
            </a:r>
            <a:r>
              <a:rPr lang="es-AR" b="1" dirty="0" err="1"/>
              <a:t>custome</a:t>
            </a:r>
            <a:endParaRPr lang="es-AR" b="1"/>
          </a:p>
          <a:p>
            <a:endParaRPr lang="es-A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B6AA7C-7267-1EC5-98C4-98E3A6317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552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54947C-BBA9-C117-0ADD-D2E38F714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C65ED48-0665-B0C2-96F1-6CB60020E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35ADC4-ED9D-DDEC-C71C-1CE23C2EC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Requisitos de aprobación / Criterios de Evaluación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14E30-BB27-45D3-132F-96392F82C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/>
              <a:t>2 Parciales</a:t>
            </a:r>
            <a:endParaRPr lang="en-US" b="1"/>
          </a:p>
          <a:p>
            <a:r>
              <a:rPr lang="es-AR" b="1"/>
              <a:t>Promocionable (8 o más en AMBOS Parciales)</a:t>
            </a:r>
            <a:endParaRPr lang="en-US" b="1"/>
          </a:p>
          <a:p>
            <a:r>
              <a:rPr lang="es-AR" b="1"/>
              <a:t>2 Juegos principales</a:t>
            </a:r>
            <a:endParaRPr lang="en-US" b="1"/>
          </a:p>
          <a:p>
            <a:r>
              <a:rPr lang="es-AR" b="1"/>
              <a:t>Para cada parcial hay consignas generales y específicas para cada grupo</a:t>
            </a:r>
          </a:p>
          <a:p>
            <a:r>
              <a:rPr lang="es-AR" b="1"/>
              <a:t>Se esperan juegos completos, cuasi publicables </a:t>
            </a:r>
          </a:p>
          <a:p>
            <a:r>
              <a:rPr lang="es-AR" b="1"/>
              <a:t>Todos los integrantes del equipo deben saber TODO</a:t>
            </a:r>
          </a:p>
          <a:p>
            <a:r>
              <a:rPr lang="es-AR" b="1"/>
              <a:t>Recuerden que la materia es Juegos en Red, no se evalúa otra cosa.</a:t>
            </a:r>
            <a:endParaRPr lang="es-AR" b="1" dirty="0"/>
          </a:p>
          <a:p>
            <a:endParaRPr lang="es-A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19BE13-4974-34BD-FCA8-F75C15323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562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0BA92-D07A-5C88-CE9C-B803F2B92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B26142-3527-4767-C374-3A7790A88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7633BB-C81D-DAB5-1848-9741E189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76E05-0AE5-F688-B8D3-2C31EAD1A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113761-5B2A-E457-4202-5619CCA7C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326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86E3E-BA1D-2A93-B472-18D035C5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4832EB-7057-E3E2-6C52-C1E925377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383178-3838-3666-9D45-6A4EF264F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¡Comencemos!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E04A-B741-EA68-9B25-E25E2D90D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461CFA-3959-4A01-7575-A37D5CC00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918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B8F9C0-851F-90F6-A13A-34F6771C3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41900F3-772E-05E1-AD39-316FB00C7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A2370-A1AF-0D87-0237-1104D11FC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Tabla de Grupos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294C2-56BA-3824-648F-988275E63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 err="1">
                <a:hlinkClick r:id="rId2"/>
              </a:rPr>
              <a:t>JenR</a:t>
            </a:r>
            <a:r>
              <a:rPr lang="es-AR" b="1" dirty="0">
                <a:hlinkClick r:id="rId2"/>
              </a:rPr>
              <a:t>-Grupos</a:t>
            </a:r>
            <a:endParaRPr lang="es-AR" b="1" dirty="0"/>
          </a:p>
          <a:p>
            <a:endParaRPr lang="es-AR" b="1" dirty="0"/>
          </a:p>
          <a:p>
            <a:r>
              <a:rPr lang="es-AR" b="1" dirty="0"/>
              <a:t>Completen, Apellido, Nombre, Área de </a:t>
            </a:r>
            <a:r>
              <a:rPr lang="es-AR" b="1"/>
              <a:t>especialización</a:t>
            </a:r>
            <a:endParaRPr lang="es-AR" b="1" dirty="0"/>
          </a:p>
          <a:p>
            <a:r>
              <a:rPr lang="es-AR" b="1"/>
              <a:t>Los grupos pueden completarlos después, al igual que el link al Repo de la materia</a:t>
            </a:r>
            <a:endParaRPr lang="es-AR" b="1" dirty="0"/>
          </a:p>
          <a:p>
            <a:r>
              <a:rPr lang="es-AR" b="1" dirty="0"/>
              <a:t>Los grupos pueden cambiar a lo largo de la cursada, pero </a:t>
            </a:r>
            <a:r>
              <a:rPr lang="es-AR" b="1"/>
              <a:t>manténganme al tanto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8B7BFE-DF24-C43F-7113-268811BA3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576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6C4DCF-42C0-2B99-D09E-32A7D6A84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8393752-4D7B-7B4C-E053-21CE1A41D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BEEB2-3BD8-37E9-7575-66A98400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Actividad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7596A-9304-AD48-6234-56EF263DC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Instalación de herramientas</a:t>
            </a:r>
            <a:endParaRPr lang="es-AR" b="1" dirty="0"/>
          </a:p>
          <a:p>
            <a:r>
              <a:rPr lang="es-AR" b="1">
                <a:latin typeface="Grandview Display"/>
              </a:rPr>
              <a:t>Unity (</a:t>
            </a:r>
            <a:r>
              <a:rPr lang="es-AR" sz="1800" b="1">
                <a:latin typeface="Grandview Display"/>
              </a:rPr>
              <a:t>2021.3.16</a:t>
            </a:r>
            <a:r>
              <a:rPr lang="es-AR" b="1">
                <a:latin typeface="Grandview Display"/>
              </a:rPr>
              <a:t>)</a:t>
            </a:r>
            <a:endParaRPr lang="es-AR" b="1" dirty="0"/>
          </a:p>
          <a:p>
            <a:r>
              <a:rPr lang="es-AR" b="1" dirty="0">
                <a:latin typeface="Grandview Display"/>
              </a:rPr>
              <a:t>Cuenta en </a:t>
            </a:r>
            <a:r>
              <a:rPr lang="es-AR" b="1" dirty="0" err="1">
                <a:latin typeface="Grandview Display"/>
              </a:rPr>
              <a:t>Photon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Proyecto vacío con el paquete de 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 </a:t>
            </a:r>
          </a:p>
          <a:p>
            <a:endParaRPr lang="es-AR" b="1" dirty="0"/>
          </a:p>
          <a:p>
            <a:r>
              <a:rPr lang="es-AR" b="1" dirty="0">
                <a:ea typeface="+mn-lt"/>
                <a:cs typeface="+mn-lt"/>
                <a:hlinkClick r:id="rId2"/>
              </a:rPr>
              <a:t>https://www.photonengine.com/sdks#pun</a:t>
            </a:r>
            <a:endParaRPr lang="es-AR" b="1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D9F296-3C68-DE45-791A-691F31C48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669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6C626A-08BD-593F-8F87-006B7B6FF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328B562-68C5-7D78-236D-50F58D2C7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789EE-AA1A-53C1-1042-5C7BC8526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Actividad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248C3-F813-5C3A-9996-23411153E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9596" y="1051559"/>
            <a:ext cx="8221413" cy="522446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AutoNum type="arabicPeriod"/>
            </a:pPr>
            <a:r>
              <a:rPr lang="es-AR" b="1">
                <a:latin typeface="Grandview Display"/>
              </a:rPr>
              <a:t>Análisis de un juego online</a:t>
            </a:r>
            <a:endParaRPr lang="en-US"/>
          </a:p>
          <a:p>
            <a:pPr marL="607695" lvl="1" indent="-342900">
              <a:buAutoNum type="arabicPeriod"/>
            </a:pPr>
            <a:r>
              <a:rPr lang="es-AR" b="1">
                <a:latin typeface="Grandview Display"/>
              </a:rPr>
              <a:t>Título</a:t>
            </a:r>
            <a:endParaRPr lang="es-AR" b="1" dirty="0">
              <a:latin typeface="Grandview Display"/>
            </a:endParaRPr>
          </a:p>
          <a:p>
            <a:pPr marL="607695" lvl="1" indent="-342900">
              <a:buAutoNum type="arabicPeriod"/>
            </a:pPr>
            <a:r>
              <a:rPr lang="es-AR" b="1" dirty="0">
                <a:latin typeface="Grandview Display"/>
              </a:rPr>
              <a:t>Explicar / definir el </a:t>
            </a:r>
            <a:r>
              <a:rPr lang="es-AR" b="1" dirty="0" err="1">
                <a:latin typeface="Grandview Display"/>
              </a:rPr>
              <a:t>loop</a:t>
            </a:r>
            <a:r>
              <a:rPr lang="es-AR" b="1" dirty="0">
                <a:latin typeface="Grandview Display"/>
              </a:rPr>
              <a:t> del juego. En qué consiste</a:t>
            </a:r>
          </a:p>
          <a:p>
            <a:pPr marL="607695" lvl="1" indent="-342900">
              <a:buAutoNum type="arabicPeriod"/>
            </a:pPr>
            <a:r>
              <a:rPr lang="es-AR" b="1">
                <a:latin typeface="Grandview Display"/>
              </a:rPr>
              <a:t>Es un juego Sincrónico o asincrónico</a:t>
            </a:r>
            <a:endParaRPr lang="es-AR" b="1" dirty="0">
              <a:latin typeface="Grandview Display"/>
            </a:endParaRPr>
          </a:p>
          <a:p>
            <a:pPr marL="607695" lvl="1" indent="-342900">
              <a:buAutoNum type="arabicPeriod"/>
            </a:pPr>
            <a:r>
              <a:rPr lang="es-AR" b="1">
                <a:latin typeface="Grandview Display"/>
              </a:rPr>
              <a:t>Es un juego simétrico o asimétrico</a:t>
            </a:r>
            <a:endParaRPr lang="es-AR" b="1" dirty="0">
              <a:latin typeface="Grandview Display"/>
            </a:endParaRPr>
          </a:p>
          <a:p>
            <a:pPr marL="607695" lvl="1" indent="-342900">
              <a:buAutoNum type="arabicPeriod"/>
            </a:pPr>
            <a:r>
              <a:rPr lang="es-AR" b="1">
                <a:latin typeface="Grandview Display"/>
              </a:rPr>
              <a:t>Cantidad de jugadores por partida</a:t>
            </a:r>
            <a:endParaRPr lang="es-AR" b="1" dirty="0">
              <a:latin typeface="Grandview Display"/>
            </a:endParaRPr>
          </a:p>
          <a:p>
            <a:pPr marL="607695" lvl="1" indent="-342900">
              <a:buAutoNum type="arabicPeriod"/>
            </a:pPr>
            <a:r>
              <a:rPr lang="es-AR" b="1">
                <a:latin typeface="Grandview Display"/>
              </a:rPr>
              <a:t>Cantidad de jugadores (global)</a:t>
            </a:r>
            <a:endParaRPr lang="es-AR" b="1" dirty="0">
              <a:latin typeface="Grandview Display"/>
            </a:endParaRPr>
          </a:p>
          <a:p>
            <a:pPr marL="607695" lvl="1" indent="-342900">
              <a:buAutoNum type="arabicPeriod"/>
            </a:pPr>
            <a:r>
              <a:rPr lang="es-AR" b="1" dirty="0" err="1">
                <a:latin typeface="Grandview Display"/>
              </a:rPr>
              <a:t>Features</a:t>
            </a:r>
            <a:r>
              <a:rPr lang="es-AR" b="1" dirty="0">
                <a:latin typeface="Grandview Display"/>
              </a:rPr>
              <a:t> online</a:t>
            </a:r>
          </a:p>
          <a:p>
            <a:pPr marL="607695" lvl="1" indent="-342900">
              <a:buAutoNum type="arabicPeriod"/>
            </a:pPr>
            <a:r>
              <a:rPr lang="es-AR" b="1" dirty="0">
                <a:latin typeface="Grandview Display"/>
              </a:rPr>
              <a:t>Qué datos son necesarios sincronizar para asegurar el juego (</a:t>
            </a:r>
            <a:r>
              <a:rPr lang="es-AR" b="1" dirty="0" err="1">
                <a:latin typeface="Grandview Display"/>
              </a:rPr>
              <a:t>happy</a:t>
            </a:r>
            <a:r>
              <a:rPr lang="es-AR" b="1" dirty="0">
                <a:latin typeface="Grandview Display"/>
              </a:rPr>
              <a:t> </a:t>
            </a:r>
            <a:r>
              <a:rPr lang="es-AR" b="1" dirty="0" err="1">
                <a:latin typeface="Grandview Display"/>
              </a:rPr>
              <a:t>path</a:t>
            </a:r>
            <a:r>
              <a:rPr lang="es-AR" b="1" dirty="0">
                <a:latin typeface="Grandview Display"/>
              </a:rPr>
              <a:t>)</a:t>
            </a:r>
          </a:p>
          <a:p>
            <a:pPr marL="607695" lvl="1" indent="-342900">
              <a:buAutoNum type="arabicPeriod"/>
            </a:pPr>
            <a:r>
              <a:rPr lang="es-AR" b="1">
                <a:latin typeface="Grandview Display"/>
              </a:rPr>
              <a:t>¿Qué problemas pueden encontrarse al jugar?</a:t>
            </a:r>
            <a:endParaRPr lang="es-AR" b="1" dirty="0">
              <a:latin typeface="Grandview Display"/>
            </a:endParaRPr>
          </a:p>
          <a:p>
            <a:pPr marL="607695" lvl="1" indent="-342900">
              <a:buAutoNum type="arabicPeriod"/>
            </a:pPr>
            <a:r>
              <a:rPr lang="es-AR" b="1" dirty="0">
                <a:latin typeface="Grandview Display"/>
              </a:rPr>
              <a:t>Investigar qué tecnologías utiliza (motor, </a:t>
            </a:r>
            <a:r>
              <a:rPr lang="es-AR" b="1" dirty="0" err="1">
                <a:latin typeface="Grandview Display"/>
              </a:rPr>
              <a:t>tools</a:t>
            </a:r>
            <a:r>
              <a:rPr lang="es-AR" b="1" dirty="0">
                <a:latin typeface="Grandview Display"/>
              </a:rPr>
              <a:t>, herramientas propias, y relativo a redes/ online?)</a:t>
            </a:r>
            <a:endParaRPr lang="es-AR" b="1"/>
          </a:p>
          <a:p>
            <a:pPr>
              <a:buAutoNum type="arabicPeriod"/>
            </a:pPr>
            <a:endParaRPr lang="es-AR" dirty="0">
              <a:latin typeface="Grandview Display"/>
            </a:endParaRPr>
          </a:p>
          <a:p>
            <a:pPr>
              <a:buAutoNum type="arabicPeriod"/>
            </a:pPr>
            <a:endParaRPr lang="es-AR" dirty="0"/>
          </a:p>
          <a:p>
            <a:pPr>
              <a:buAutoNum type="arabicPeriod"/>
            </a:pPr>
            <a:endParaRPr lang="es-AR" dirty="0"/>
          </a:p>
          <a:p>
            <a:pPr>
              <a:buAutoNum type="arabicPeriod"/>
            </a:pPr>
            <a:endParaRPr lang="es-AR" dirty="0"/>
          </a:p>
          <a:p>
            <a:pPr>
              <a:buAutoNum type="arabicPeriod"/>
            </a:pPr>
            <a:endParaRPr lang="es-A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662F73-52DB-8193-F7B4-001117CD7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736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A18102-C748-862B-95B7-3F357A45A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3955A8-DB7E-0C17-EA8C-FF4F2ACEC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22B37C-13ED-2E69-DD50-196BC70CB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Actividad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ACCA1-854B-2FB9-07E7-A9CD58D1B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9596" y="1051559"/>
            <a:ext cx="8221413" cy="522446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AutoNum type="arabicPeriod"/>
            </a:pPr>
            <a:r>
              <a:rPr lang="es-AR" b="1">
                <a:latin typeface="Grandview Display"/>
              </a:rPr>
              <a:t>Análisis de un juego online</a:t>
            </a:r>
            <a:endParaRPr lang="en-US"/>
          </a:p>
          <a:p>
            <a:pPr marL="607695" lvl="1" indent="-342900">
              <a:buAutoNum type="arabicPeriod"/>
            </a:pPr>
            <a:r>
              <a:rPr lang="es-AR" b="1">
                <a:latin typeface="Grandview Display"/>
              </a:rPr>
              <a:t>Título</a:t>
            </a:r>
            <a:endParaRPr lang="es-AR" b="1" dirty="0">
              <a:latin typeface="Grandview Display"/>
            </a:endParaRPr>
          </a:p>
          <a:p>
            <a:pPr marL="607695" lvl="1" indent="-342900">
              <a:buAutoNum type="arabicPeriod"/>
            </a:pPr>
            <a:r>
              <a:rPr lang="es-AR" b="1" dirty="0">
                <a:latin typeface="Grandview Display"/>
              </a:rPr>
              <a:t>Explicar / definir el </a:t>
            </a:r>
            <a:r>
              <a:rPr lang="es-AR" b="1" dirty="0" err="1">
                <a:latin typeface="Grandview Display"/>
              </a:rPr>
              <a:t>loop</a:t>
            </a:r>
            <a:r>
              <a:rPr lang="es-AR" b="1" dirty="0">
                <a:latin typeface="Grandview Display"/>
              </a:rPr>
              <a:t> del juego. En qué consiste</a:t>
            </a:r>
          </a:p>
          <a:p>
            <a:pPr marL="607695" lvl="1" indent="-342900">
              <a:buAutoNum type="arabicPeriod"/>
            </a:pPr>
            <a:r>
              <a:rPr lang="es-AR" b="1">
                <a:latin typeface="Grandview Display"/>
              </a:rPr>
              <a:t>Es un juego Sincrónico o asincrónico</a:t>
            </a:r>
            <a:endParaRPr lang="es-AR" b="1" dirty="0">
              <a:latin typeface="Grandview Display"/>
            </a:endParaRPr>
          </a:p>
          <a:p>
            <a:pPr marL="607695" lvl="1" indent="-342900">
              <a:buAutoNum type="arabicPeriod"/>
            </a:pPr>
            <a:r>
              <a:rPr lang="es-AR" b="1">
                <a:latin typeface="Grandview Display"/>
              </a:rPr>
              <a:t>Es un juego simétrico o asimétrico</a:t>
            </a:r>
            <a:endParaRPr lang="es-AR" b="1" dirty="0">
              <a:latin typeface="Grandview Display"/>
            </a:endParaRPr>
          </a:p>
          <a:p>
            <a:pPr marL="607695" lvl="1" indent="-342900">
              <a:buAutoNum type="arabicPeriod"/>
            </a:pPr>
            <a:r>
              <a:rPr lang="es-AR" b="1">
                <a:latin typeface="Grandview Display"/>
              </a:rPr>
              <a:t>Cantidad de jugadores por partida</a:t>
            </a:r>
            <a:endParaRPr lang="es-AR" b="1" dirty="0">
              <a:latin typeface="Grandview Display"/>
            </a:endParaRPr>
          </a:p>
          <a:p>
            <a:pPr marL="607695" lvl="1" indent="-342900">
              <a:buAutoNum type="arabicPeriod"/>
            </a:pPr>
            <a:r>
              <a:rPr lang="es-AR" b="1">
                <a:latin typeface="Grandview Display"/>
              </a:rPr>
              <a:t>Cantidad de jugadores (global)</a:t>
            </a:r>
            <a:endParaRPr lang="es-AR" b="1" dirty="0">
              <a:latin typeface="Grandview Display"/>
            </a:endParaRPr>
          </a:p>
          <a:p>
            <a:pPr marL="607695" lvl="1" indent="-342900">
              <a:buAutoNum type="arabicPeriod"/>
            </a:pPr>
            <a:r>
              <a:rPr lang="es-AR" b="1" dirty="0" err="1">
                <a:latin typeface="Grandview Display"/>
              </a:rPr>
              <a:t>Features</a:t>
            </a:r>
            <a:r>
              <a:rPr lang="es-AR" b="1" dirty="0">
                <a:latin typeface="Grandview Display"/>
              </a:rPr>
              <a:t> online</a:t>
            </a:r>
          </a:p>
          <a:p>
            <a:pPr marL="607695" lvl="1" indent="-342900">
              <a:buAutoNum type="arabicPeriod"/>
            </a:pPr>
            <a:r>
              <a:rPr lang="es-AR" b="1" dirty="0">
                <a:latin typeface="Grandview Display"/>
              </a:rPr>
              <a:t>Qué datos son necesarios sincronizar para asegurar el juego (</a:t>
            </a:r>
            <a:r>
              <a:rPr lang="es-AR" b="1" dirty="0" err="1">
                <a:latin typeface="Grandview Display"/>
              </a:rPr>
              <a:t>happy</a:t>
            </a:r>
            <a:r>
              <a:rPr lang="es-AR" b="1" dirty="0">
                <a:latin typeface="Grandview Display"/>
              </a:rPr>
              <a:t> </a:t>
            </a:r>
            <a:r>
              <a:rPr lang="es-AR" b="1" dirty="0" err="1">
                <a:latin typeface="Grandview Display"/>
              </a:rPr>
              <a:t>path</a:t>
            </a:r>
            <a:r>
              <a:rPr lang="es-AR" b="1" dirty="0">
                <a:latin typeface="Grandview Display"/>
              </a:rPr>
              <a:t>)</a:t>
            </a:r>
          </a:p>
          <a:p>
            <a:pPr marL="607695" lvl="1" indent="-342900">
              <a:buAutoNum type="arabicPeriod"/>
            </a:pPr>
            <a:r>
              <a:rPr lang="es-AR" b="1">
                <a:latin typeface="Grandview Display"/>
              </a:rPr>
              <a:t>¿Qué problemas pueden encontrarse al jugar?</a:t>
            </a:r>
            <a:endParaRPr lang="es-AR" b="1" dirty="0">
              <a:latin typeface="Grandview Display"/>
            </a:endParaRPr>
          </a:p>
          <a:p>
            <a:pPr marL="607695" lvl="1" indent="-342900">
              <a:buAutoNum type="arabicPeriod"/>
            </a:pPr>
            <a:r>
              <a:rPr lang="es-AR" b="1" dirty="0">
                <a:latin typeface="Grandview Display"/>
              </a:rPr>
              <a:t>Investigar qué tecnologías utiliza (motor, </a:t>
            </a:r>
            <a:r>
              <a:rPr lang="es-AR" b="1" dirty="0" err="1">
                <a:latin typeface="Grandview Display"/>
              </a:rPr>
              <a:t>tools</a:t>
            </a:r>
            <a:r>
              <a:rPr lang="es-AR" b="1" dirty="0">
                <a:latin typeface="Grandview Display"/>
              </a:rPr>
              <a:t>, herramientas propias, y relativo a redes/ online?)</a:t>
            </a:r>
            <a:endParaRPr lang="es-AR" b="1"/>
          </a:p>
          <a:p>
            <a:pPr>
              <a:buAutoNum type="arabicPeriod"/>
            </a:pPr>
            <a:endParaRPr lang="es-AR" dirty="0">
              <a:latin typeface="Grandview Display"/>
            </a:endParaRPr>
          </a:p>
          <a:p>
            <a:pPr>
              <a:buAutoNum type="arabicPeriod"/>
            </a:pPr>
            <a:endParaRPr lang="es-AR" dirty="0"/>
          </a:p>
          <a:p>
            <a:pPr>
              <a:buAutoNum type="arabicPeriod"/>
            </a:pPr>
            <a:endParaRPr lang="es-AR" dirty="0"/>
          </a:p>
          <a:p>
            <a:pPr>
              <a:buAutoNum type="arabicPeriod"/>
            </a:pPr>
            <a:endParaRPr lang="es-AR" dirty="0"/>
          </a:p>
          <a:p>
            <a:pPr>
              <a:buAutoNum type="arabicPeriod"/>
            </a:pPr>
            <a:endParaRPr lang="es-A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B5B194-F52B-BBA0-2487-BA9D6F5B6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32926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DashVTI</vt:lpstr>
      <vt:lpstr>Juegos en Red</vt:lpstr>
      <vt:lpstr>Contenido:</vt:lpstr>
      <vt:lpstr>Profesores</vt:lpstr>
      <vt:lpstr>Qué vamos a ver en esta materia </vt:lpstr>
      <vt:lpstr>Para qué</vt:lpstr>
      <vt:lpstr>Cómo afecta a diferentes áreas del desarrollo</vt:lpstr>
      <vt:lpstr>Modalidad/ Dinámica de la cursada</vt:lpstr>
      <vt:lpstr>Herramientas</vt:lpstr>
      <vt:lpstr>Requisitos de aprobación / Criterios de Evaluación</vt:lpstr>
      <vt:lpstr>¿Preguntas? ¿Consultas? ¿Inquietudes?</vt:lpstr>
      <vt:lpstr>¡Comencemos!</vt:lpstr>
      <vt:lpstr>Tabla de Grupos</vt:lpstr>
      <vt:lpstr>Actividad</vt:lpstr>
      <vt:lpstr>Actividad</vt:lpstr>
      <vt:lpstr>Actividad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284</cp:revision>
  <dcterms:created xsi:type="dcterms:W3CDTF">2026-03-03T00:43:14Z</dcterms:created>
  <dcterms:modified xsi:type="dcterms:W3CDTF">2026-03-08T20:44:51Z</dcterms:modified>
</cp:coreProperties>
</file>