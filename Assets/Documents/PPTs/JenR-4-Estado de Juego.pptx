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68" r:id="rId3"/>
    <p:sldId id="258" r:id="rId4"/>
    <p:sldId id="272" r:id="rId5"/>
    <p:sldId id="273" r:id="rId6"/>
    <p:sldId id="274" r:id="rId7"/>
    <p:sldId id="275" r:id="rId8"/>
    <p:sldId id="267" r:id="rId9"/>
    <p:sldId id="271" r:id="rId10"/>
    <p:sldId id="270" r:id="rId11"/>
    <p:sldId id="276" r:id="rId12"/>
    <p:sldId id="291" r:id="rId13"/>
    <p:sldId id="290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69" r:id="rId24"/>
    <p:sldId id="292" r:id="rId25"/>
    <p:sldId id="293" r:id="rId26"/>
    <p:sldId id="294" r:id="rId27"/>
    <p:sldId id="296" r:id="rId28"/>
    <p:sldId id="299" r:id="rId29"/>
    <p:sldId id="295" r:id="rId30"/>
    <p:sldId id="300" r:id="rId31"/>
    <p:sldId id="301" r:id="rId32"/>
    <p:sldId id="302" r:id="rId33"/>
    <p:sldId id="303" r:id="rId34"/>
    <p:sldId id="305" r:id="rId35"/>
    <p:sldId id="287" r:id="rId36"/>
    <p:sldId id="288" r:id="rId37"/>
    <p:sldId id="289" r:id="rId38"/>
    <p:sldId id="297" r:id="rId39"/>
    <p:sldId id="286" r:id="rId40"/>
    <p:sldId id="298" r:id="rId41"/>
    <p:sldId id="306" r:id="rId42"/>
    <p:sldId id="307" r:id="rId43"/>
    <p:sldId id="308" r:id="rId44"/>
    <p:sldId id="309" r:id="rId45"/>
    <p:sldId id="311" r:id="rId46"/>
    <p:sldId id="310" r:id="rId47"/>
    <p:sldId id="312" r:id="rId48"/>
    <p:sldId id="313" r:id="rId49"/>
    <p:sldId id="314" r:id="rId50"/>
    <p:sldId id="316" r:id="rId51"/>
    <p:sldId id="317" r:id="rId52"/>
    <p:sldId id="318" r:id="rId53"/>
    <p:sldId id="319" r:id="rId54"/>
    <p:sldId id="320" r:id="rId55"/>
    <p:sldId id="321" r:id="rId56"/>
    <p:sldId id="322" r:id="rId5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165BAF-BCDD-16FD-879C-186C97DA808A}" v="3517" dt="2026-03-15T19:47:36.006"/>
    <p1510:client id="{C316DF4B-454D-36FA-BB6A-6231EA9A8D64}" v="3008" dt="2026-03-17T02:14:19.9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microsoft.com/office/2015/10/relationships/revisionInfo" Target="revisionInfo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tableStyles" Target="tableStyle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IMONDO NAHUEL ALEJO" userId="S::nreimondo@uade.edu.ar::6321e4ea-f963-4ffe-8417-f757321f65f7" providerId="AD" clId="Web-{82165BAF-BCDD-16FD-879C-186C97DA808A}"/>
    <pc:docChg chg="addSld delSld modSld sldOrd addMainMaster">
      <pc:chgData name="REIMONDO NAHUEL ALEJO" userId="S::nreimondo@uade.edu.ar::6321e4ea-f963-4ffe-8417-f757321f65f7" providerId="AD" clId="Web-{82165BAF-BCDD-16FD-879C-186C97DA808A}" dt="2026-03-15T19:47:36.006" v="3506"/>
      <pc:docMkLst>
        <pc:docMk/>
      </pc:docMkLst>
      <pc:sldChg chg="modSp">
        <pc:chgData name="REIMONDO NAHUEL ALEJO" userId="S::nreimondo@uade.edu.ar::6321e4ea-f963-4ffe-8417-f757321f65f7" providerId="AD" clId="Web-{82165BAF-BCDD-16FD-879C-186C97DA808A}" dt="2026-03-15T14:18:46.316" v="61" actId="20577"/>
        <pc:sldMkLst>
          <pc:docMk/>
          <pc:sldMk cId="3572092852" sldId="258"/>
        </pc:sldMkLst>
        <pc:spChg chg="mod">
          <ac:chgData name="REIMONDO NAHUEL ALEJO" userId="S::nreimondo@uade.edu.ar::6321e4ea-f963-4ffe-8417-f757321f65f7" providerId="AD" clId="Web-{82165BAF-BCDD-16FD-879C-186C97DA808A}" dt="2026-03-15T14:18:46.316" v="61" actId="20577"/>
          <ac:spMkLst>
            <pc:docMk/>
            <pc:sldMk cId="3572092852" sldId="258"/>
            <ac:spMk id="3" creationId="{3C4E8B45-DA18-519A-D53B-F5CDCDAADE18}"/>
          </ac:spMkLst>
        </pc:spChg>
      </pc:sldChg>
      <pc:sldChg chg="modSp add">
        <pc:chgData name="REIMONDO NAHUEL ALEJO" userId="S::nreimondo@uade.edu.ar::6321e4ea-f963-4ffe-8417-f757321f65f7" providerId="AD" clId="Web-{82165BAF-BCDD-16FD-879C-186C97DA808A}" dt="2026-03-15T14:15:06.015" v="18" actId="20577"/>
        <pc:sldMkLst>
          <pc:docMk/>
          <pc:sldMk cId="1061521144" sldId="268"/>
        </pc:sldMkLst>
        <pc:spChg chg="mod">
          <ac:chgData name="REIMONDO NAHUEL ALEJO" userId="S::nreimondo@uade.edu.ar::6321e4ea-f963-4ffe-8417-f757321f65f7" providerId="AD" clId="Web-{82165BAF-BCDD-16FD-879C-186C97DA808A}" dt="2026-03-15T14:15:06.015" v="18" actId="20577"/>
          <ac:spMkLst>
            <pc:docMk/>
            <pc:sldMk cId="1061521144" sldId="268"/>
            <ac:spMk id="3" creationId="{00000000-0000-0000-0000-000000000000}"/>
          </ac:spMkLst>
        </pc:spChg>
      </pc:sldChg>
      <pc:sldChg chg="add replId">
        <pc:chgData name="REIMONDO NAHUEL ALEJO" userId="S::nreimondo@uade.edu.ar::6321e4ea-f963-4ffe-8417-f757321f65f7" providerId="AD" clId="Web-{82165BAF-BCDD-16FD-879C-186C97DA808A}" dt="2026-03-15T14:15:09.437" v="19"/>
        <pc:sldMkLst>
          <pc:docMk/>
          <pc:sldMk cId="1507881599" sldId="269"/>
        </pc:sldMkLst>
      </pc:sldChg>
      <pc:sldChg chg="modSp add replId">
        <pc:chgData name="REIMONDO NAHUEL ALEJO" userId="S::nreimondo@uade.edu.ar::6321e4ea-f963-4ffe-8417-f757321f65f7" providerId="AD" clId="Web-{82165BAF-BCDD-16FD-879C-186C97DA808A}" dt="2026-03-15T14:47:39.728" v="888" actId="20577"/>
        <pc:sldMkLst>
          <pc:docMk/>
          <pc:sldMk cId="3048438278" sldId="270"/>
        </pc:sldMkLst>
        <pc:spChg chg="mod">
          <ac:chgData name="REIMONDO NAHUEL ALEJO" userId="S::nreimondo@uade.edu.ar::6321e4ea-f963-4ffe-8417-f757321f65f7" providerId="AD" clId="Web-{82165BAF-BCDD-16FD-879C-186C97DA808A}" dt="2026-03-15T14:47:39.728" v="888" actId="20577"/>
          <ac:spMkLst>
            <pc:docMk/>
            <pc:sldMk cId="3048438278" sldId="270"/>
            <ac:spMk id="3" creationId="{D32AEA90-57EB-BA77-1ED2-38F3AC071D49}"/>
          </ac:spMkLst>
        </pc:spChg>
      </pc:sldChg>
      <pc:sldChg chg="modSp add replId">
        <pc:chgData name="REIMONDO NAHUEL ALEJO" userId="S::nreimondo@uade.edu.ar::6321e4ea-f963-4ffe-8417-f757321f65f7" providerId="AD" clId="Web-{82165BAF-BCDD-16FD-879C-186C97DA808A}" dt="2026-03-15T14:19:29.817" v="79" actId="20577"/>
        <pc:sldMkLst>
          <pc:docMk/>
          <pc:sldMk cId="354287276" sldId="271"/>
        </pc:sldMkLst>
        <pc:spChg chg="mod">
          <ac:chgData name="REIMONDO NAHUEL ALEJO" userId="S::nreimondo@uade.edu.ar::6321e4ea-f963-4ffe-8417-f757321f65f7" providerId="AD" clId="Web-{82165BAF-BCDD-16FD-879C-186C97DA808A}" dt="2026-03-15T14:19:29.817" v="79" actId="20577"/>
          <ac:spMkLst>
            <pc:docMk/>
            <pc:sldMk cId="354287276" sldId="271"/>
            <ac:spMk id="3" creationId="{853F7998-012A-3C36-5B8E-0A62112CDF99}"/>
          </ac:spMkLst>
        </pc:spChg>
      </pc:sldChg>
      <pc:sldChg chg="modSp add replId">
        <pc:chgData name="REIMONDO NAHUEL ALEJO" userId="S::nreimondo@uade.edu.ar::6321e4ea-f963-4ffe-8417-f757321f65f7" providerId="AD" clId="Web-{82165BAF-BCDD-16FD-879C-186C97DA808A}" dt="2026-03-15T14:24:37.455" v="388" actId="20577"/>
        <pc:sldMkLst>
          <pc:docMk/>
          <pc:sldMk cId="2620317225" sldId="272"/>
        </pc:sldMkLst>
        <pc:spChg chg="mod">
          <ac:chgData name="REIMONDO NAHUEL ALEJO" userId="S::nreimondo@uade.edu.ar::6321e4ea-f963-4ffe-8417-f757321f65f7" providerId="AD" clId="Web-{82165BAF-BCDD-16FD-879C-186C97DA808A}" dt="2026-03-15T14:19:39.129" v="81" actId="20577"/>
          <ac:spMkLst>
            <pc:docMk/>
            <pc:sldMk cId="2620317225" sldId="272"/>
            <ac:spMk id="2" creationId="{FE94FD30-69A4-F051-EF2D-70573467240B}"/>
          </ac:spMkLst>
        </pc:spChg>
        <pc:spChg chg="mod">
          <ac:chgData name="REIMONDO NAHUEL ALEJO" userId="S::nreimondo@uade.edu.ar::6321e4ea-f963-4ffe-8417-f757321f65f7" providerId="AD" clId="Web-{82165BAF-BCDD-16FD-879C-186C97DA808A}" dt="2026-03-15T14:24:37.455" v="388" actId="20577"/>
          <ac:spMkLst>
            <pc:docMk/>
            <pc:sldMk cId="2620317225" sldId="272"/>
            <ac:spMk id="3" creationId="{8FA98982-91A4-7262-7295-3B0BB65C7AE4}"/>
          </ac:spMkLst>
        </pc:spChg>
      </pc:sldChg>
      <pc:sldChg chg="modSp add replId">
        <pc:chgData name="REIMONDO NAHUEL ALEJO" userId="S::nreimondo@uade.edu.ar::6321e4ea-f963-4ffe-8417-f757321f65f7" providerId="AD" clId="Web-{82165BAF-BCDD-16FD-879C-186C97DA808A}" dt="2026-03-15T14:25:39.787" v="481" actId="20577"/>
        <pc:sldMkLst>
          <pc:docMk/>
          <pc:sldMk cId="3981644877" sldId="273"/>
        </pc:sldMkLst>
        <pc:spChg chg="mod">
          <ac:chgData name="REIMONDO NAHUEL ALEJO" userId="S::nreimondo@uade.edu.ar::6321e4ea-f963-4ffe-8417-f757321f65f7" providerId="AD" clId="Web-{82165BAF-BCDD-16FD-879C-186C97DA808A}" dt="2026-03-15T14:25:39.787" v="481" actId="20577"/>
          <ac:spMkLst>
            <pc:docMk/>
            <pc:sldMk cId="3981644877" sldId="273"/>
            <ac:spMk id="3" creationId="{7FF75493-0D13-3B64-FE42-2548438B442A}"/>
          </ac:spMkLst>
        </pc:spChg>
      </pc:sldChg>
      <pc:sldChg chg="modSp add replId">
        <pc:chgData name="REIMONDO NAHUEL ALEJO" userId="S::nreimondo@uade.edu.ar::6321e4ea-f963-4ffe-8417-f757321f65f7" providerId="AD" clId="Web-{82165BAF-BCDD-16FD-879C-186C97DA808A}" dt="2026-03-15T14:31:08.176" v="698" actId="20577"/>
        <pc:sldMkLst>
          <pc:docMk/>
          <pc:sldMk cId="3257496221" sldId="274"/>
        </pc:sldMkLst>
        <pc:spChg chg="mod">
          <ac:chgData name="REIMONDO NAHUEL ALEJO" userId="S::nreimondo@uade.edu.ar::6321e4ea-f963-4ffe-8417-f757321f65f7" providerId="AD" clId="Web-{82165BAF-BCDD-16FD-879C-186C97DA808A}" dt="2026-03-15T14:27:07.652" v="485" actId="20577"/>
          <ac:spMkLst>
            <pc:docMk/>
            <pc:sldMk cId="3257496221" sldId="274"/>
            <ac:spMk id="2" creationId="{8601CCC2-562A-7CA3-A2FC-6B05F1C28A40}"/>
          </ac:spMkLst>
        </pc:spChg>
        <pc:spChg chg="mod">
          <ac:chgData name="REIMONDO NAHUEL ALEJO" userId="S::nreimondo@uade.edu.ar::6321e4ea-f963-4ffe-8417-f757321f65f7" providerId="AD" clId="Web-{82165BAF-BCDD-16FD-879C-186C97DA808A}" dt="2026-03-15T14:31:08.176" v="698" actId="20577"/>
          <ac:spMkLst>
            <pc:docMk/>
            <pc:sldMk cId="3257496221" sldId="274"/>
            <ac:spMk id="3" creationId="{6ED9913C-72E1-65DD-FFBC-E5C3437ED816}"/>
          </ac:spMkLst>
        </pc:spChg>
      </pc:sldChg>
      <pc:sldChg chg="modSp add replId">
        <pc:chgData name="REIMONDO NAHUEL ALEJO" userId="S::nreimondo@uade.edu.ar::6321e4ea-f963-4ffe-8417-f757321f65f7" providerId="AD" clId="Web-{82165BAF-BCDD-16FD-879C-186C97DA808A}" dt="2026-03-15T14:32:40.147" v="838" actId="20577"/>
        <pc:sldMkLst>
          <pc:docMk/>
          <pc:sldMk cId="4213283658" sldId="275"/>
        </pc:sldMkLst>
        <pc:spChg chg="mod">
          <ac:chgData name="REIMONDO NAHUEL ALEJO" userId="S::nreimondo@uade.edu.ar::6321e4ea-f963-4ffe-8417-f757321f65f7" providerId="AD" clId="Web-{82165BAF-BCDD-16FD-879C-186C97DA808A}" dt="2026-03-15T14:32:40.147" v="838" actId="20577"/>
          <ac:spMkLst>
            <pc:docMk/>
            <pc:sldMk cId="4213283658" sldId="275"/>
            <ac:spMk id="3" creationId="{06AB5247-C517-F8AE-83D1-528B9950735A}"/>
          </ac:spMkLst>
        </pc:spChg>
      </pc:sldChg>
      <pc:sldChg chg="addSp delSp modSp add replId">
        <pc:chgData name="REIMONDO NAHUEL ALEJO" userId="S::nreimondo@uade.edu.ar::6321e4ea-f963-4ffe-8417-f757321f65f7" providerId="AD" clId="Web-{82165BAF-BCDD-16FD-879C-186C97DA808A}" dt="2026-03-15T16:08:42.618" v="2493" actId="20577"/>
        <pc:sldMkLst>
          <pc:docMk/>
          <pc:sldMk cId="4083509701" sldId="276"/>
        </pc:sldMkLst>
        <pc:spChg chg="mod">
          <ac:chgData name="REIMONDO NAHUEL ALEJO" userId="S::nreimondo@uade.edu.ar::6321e4ea-f963-4ffe-8417-f757321f65f7" providerId="AD" clId="Web-{82165BAF-BCDD-16FD-879C-186C97DA808A}" dt="2026-03-15T14:48:06.885" v="892" actId="20577"/>
          <ac:spMkLst>
            <pc:docMk/>
            <pc:sldMk cId="4083509701" sldId="276"/>
            <ac:spMk id="2" creationId="{1260DE5C-8D06-945A-10CB-87385BC15E78}"/>
          </ac:spMkLst>
        </pc:spChg>
        <pc:spChg chg="mod">
          <ac:chgData name="REIMONDO NAHUEL ALEJO" userId="S::nreimondo@uade.edu.ar::6321e4ea-f963-4ffe-8417-f757321f65f7" providerId="AD" clId="Web-{82165BAF-BCDD-16FD-879C-186C97DA808A}" dt="2026-03-15T16:08:42.618" v="2493" actId="20577"/>
          <ac:spMkLst>
            <pc:docMk/>
            <pc:sldMk cId="4083509701" sldId="276"/>
            <ac:spMk id="3" creationId="{2EF9C286-7758-8457-0737-219549501320}"/>
          </ac:spMkLst>
        </pc:spChg>
      </pc:sldChg>
      <pc:sldChg chg="addSp delSp modSp add replId">
        <pc:chgData name="REIMONDO NAHUEL ALEJO" userId="S::nreimondo@uade.edu.ar::6321e4ea-f963-4ffe-8417-f757321f65f7" providerId="AD" clId="Web-{82165BAF-BCDD-16FD-879C-186C97DA808A}" dt="2026-03-15T15:22:28.972" v="981" actId="20577"/>
        <pc:sldMkLst>
          <pc:docMk/>
          <pc:sldMk cId="2649362772" sldId="277"/>
        </pc:sldMkLst>
        <pc:spChg chg="mod">
          <ac:chgData name="REIMONDO NAHUEL ALEJO" userId="S::nreimondo@uade.edu.ar::6321e4ea-f963-4ffe-8417-f757321f65f7" providerId="AD" clId="Web-{82165BAF-BCDD-16FD-879C-186C97DA808A}" dt="2026-03-15T15:22:28.972" v="981" actId="20577"/>
          <ac:spMkLst>
            <pc:docMk/>
            <pc:sldMk cId="2649362772" sldId="277"/>
            <ac:spMk id="3" creationId="{AD36DE6E-0E79-BE70-84B6-0A036FC40AF1}"/>
          </ac:spMkLst>
        </pc:spChg>
        <pc:picChg chg="add mod">
          <ac:chgData name="REIMONDO NAHUEL ALEJO" userId="S::nreimondo@uade.edu.ar::6321e4ea-f963-4ffe-8417-f757321f65f7" providerId="AD" clId="Web-{82165BAF-BCDD-16FD-879C-186C97DA808A}" dt="2026-03-15T15:22:06.394" v="938" actId="1076"/>
          <ac:picMkLst>
            <pc:docMk/>
            <pc:sldMk cId="2649362772" sldId="277"/>
            <ac:picMk id="5" creationId="{0E07A83D-D861-D361-7D13-C0422C6EA8F4}"/>
          </ac:picMkLst>
        </pc:picChg>
      </pc:sldChg>
      <pc:sldChg chg="addSp delSp modSp add replId">
        <pc:chgData name="REIMONDO NAHUEL ALEJO" userId="S::nreimondo@uade.edu.ar::6321e4ea-f963-4ffe-8417-f757321f65f7" providerId="AD" clId="Web-{82165BAF-BCDD-16FD-879C-186C97DA808A}" dt="2026-03-15T15:25:46.162" v="1093" actId="20577"/>
        <pc:sldMkLst>
          <pc:docMk/>
          <pc:sldMk cId="494784318" sldId="278"/>
        </pc:sldMkLst>
        <pc:spChg chg="mod">
          <ac:chgData name="REIMONDO NAHUEL ALEJO" userId="S::nreimondo@uade.edu.ar::6321e4ea-f963-4ffe-8417-f757321f65f7" providerId="AD" clId="Web-{82165BAF-BCDD-16FD-879C-186C97DA808A}" dt="2026-03-15T15:25:46.162" v="1093" actId="20577"/>
          <ac:spMkLst>
            <pc:docMk/>
            <pc:sldMk cId="494784318" sldId="278"/>
            <ac:spMk id="3" creationId="{1633BE91-D0FD-2FAC-0838-4CF478D140D2}"/>
          </ac:spMkLst>
        </pc:spChg>
        <pc:picChg chg="add mod">
          <ac:chgData name="REIMONDO NAHUEL ALEJO" userId="S::nreimondo@uade.edu.ar::6321e4ea-f963-4ffe-8417-f757321f65f7" providerId="AD" clId="Web-{82165BAF-BCDD-16FD-879C-186C97DA808A}" dt="2026-03-15T15:24:57.787" v="1063" actId="1076"/>
          <ac:picMkLst>
            <pc:docMk/>
            <pc:sldMk cId="494784318" sldId="278"/>
            <ac:picMk id="4" creationId="{BBF6C0CF-C8E6-8D5B-33F9-F7019C9D2EE2}"/>
          </ac:picMkLst>
        </pc:picChg>
      </pc:sldChg>
      <pc:sldChg chg="modSp add replId">
        <pc:chgData name="REIMONDO NAHUEL ALEJO" userId="S::nreimondo@uade.edu.ar::6321e4ea-f963-4ffe-8417-f757321f65f7" providerId="AD" clId="Web-{82165BAF-BCDD-16FD-879C-186C97DA808A}" dt="2026-03-15T15:26:34.038" v="1180" actId="20577"/>
        <pc:sldMkLst>
          <pc:docMk/>
          <pc:sldMk cId="2730599942" sldId="279"/>
        </pc:sldMkLst>
        <pc:spChg chg="mod">
          <ac:chgData name="REIMONDO NAHUEL ALEJO" userId="S::nreimondo@uade.edu.ar::6321e4ea-f963-4ffe-8417-f757321f65f7" providerId="AD" clId="Web-{82165BAF-BCDD-16FD-879C-186C97DA808A}" dt="2026-03-15T15:26:34.038" v="1180" actId="20577"/>
          <ac:spMkLst>
            <pc:docMk/>
            <pc:sldMk cId="2730599942" sldId="279"/>
            <ac:spMk id="3" creationId="{2FAA5649-95A1-9A7B-6476-2FC111CDD158}"/>
          </ac:spMkLst>
        </pc:spChg>
      </pc:sldChg>
      <pc:sldChg chg="addSp delSp modSp add replId">
        <pc:chgData name="REIMONDO NAHUEL ALEJO" userId="S::nreimondo@uade.edu.ar::6321e4ea-f963-4ffe-8417-f757321f65f7" providerId="AD" clId="Web-{82165BAF-BCDD-16FD-879C-186C97DA808A}" dt="2026-03-15T15:30:35.774" v="1361" actId="1076"/>
        <pc:sldMkLst>
          <pc:docMk/>
          <pc:sldMk cId="1664371992" sldId="280"/>
        </pc:sldMkLst>
        <pc:spChg chg="mod">
          <ac:chgData name="REIMONDO NAHUEL ALEJO" userId="S::nreimondo@uade.edu.ar::6321e4ea-f963-4ffe-8417-f757321f65f7" providerId="AD" clId="Web-{82165BAF-BCDD-16FD-879C-186C97DA808A}" dt="2026-03-15T15:30:27.742" v="1358" actId="20577"/>
          <ac:spMkLst>
            <pc:docMk/>
            <pc:sldMk cId="1664371992" sldId="280"/>
            <ac:spMk id="3" creationId="{ECAE87FF-1956-C986-C397-8DB654442B97}"/>
          </ac:spMkLst>
        </pc:spChg>
        <pc:picChg chg="add mod">
          <ac:chgData name="REIMONDO NAHUEL ALEJO" userId="S::nreimondo@uade.edu.ar::6321e4ea-f963-4ffe-8417-f757321f65f7" providerId="AD" clId="Web-{82165BAF-BCDD-16FD-879C-186C97DA808A}" dt="2026-03-15T15:30:35.774" v="1361" actId="1076"/>
          <ac:picMkLst>
            <pc:docMk/>
            <pc:sldMk cId="1664371992" sldId="280"/>
            <ac:picMk id="5" creationId="{3457B156-A1DE-60C2-9BBC-9157418C98F2}"/>
          </ac:picMkLst>
        </pc:picChg>
      </pc:sldChg>
      <pc:sldChg chg="addSp delSp modSp add replId">
        <pc:chgData name="REIMONDO NAHUEL ALEJO" userId="S::nreimondo@uade.edu.ar::6321e4ea-f963-4ffe-8417-f757321f65f7" providerId="AD" clId="Web-{82165BAF-BCDD-16FD-879C-186C97DA808A}" dt="2026-03-15T15:32:52.811" v="1449" actId="20577"/>
        <pc:sldMkLst>
          <pc:docMk/>
          <pc:sldMk cId="1824514276" sldId="281"/>
        </pc:sldMkLst>
        <pc:spChg chg="mod">
          <ac:chgData name="REIMONDO NAHUEL ALEJO" userId="S::nreimondo@uade.edu.ar::6321e4ea-f963-4ffe-8417-f757321f65f7" providerId="AD" clId="Web-{82165BAF-BCDD-16FD-879C-186C97DA808A}" dt="2026-03-15T15:32:52.811" v="1449" actId="20577"/>
          <ac:spMkLst>
            <pc:docMk/>
            <pc:sldMk cId="1824514276" sldId="281"/>
            <ac:spMk id="3" creationId="{F3946A5B-A8C6-EE01-79C9-EEE1204ADA5C}"/>
          </ac:spMkLst>
        </pc:spChg>
        <pc:picChg chg="add mod">
          <ac:chgData name="REIMONDO NAHUEL ALEJO" userId="S::nreimondo@uade.edu.ar::6321e4ea-f963-4ffe-8417-f757321f65f7" providerId="AD" clId="Web-{82165BAF-BCDD-16FD-879C-186C97DA808A}" dt="2026-03-15T15:32:27.810" v="1420" actId="14100"/>
          <ac:picMkLst>
            <pc:docMk/>
            <pc:sldMk cId="1824514276" sldId="281"/>
            <ac:picMk id="4" creationId="{8A62FBB8-4C33-2380-9917-DFE7F1BD73D5}"/>
          </ac:picMkLst>
        </pc:picChg>
      </pc:sldChg>
      <pc:sldChg chg="addSp delSp modSp add replId">
        <pc:chgData name="REIMONDO NAHUEL ALEJO" userId="S::nreimondo@uade.edu.ar::6321e4ea-f963-4ffe-8417-f757321f65f7" providerId="AD" clId="Web-{82165BAF-BCDD-16FD-879C-186C97DA808A}" dt="2026-03-15T15:36:54.723" v="1542"/>
        <pc:sldMkLst>
          <pc:docMk/>
          <pc:sldMk cId="112177161" sldId="282"/>
        </pc:sldMkLst>
        <pc:spChg chg="mod">
          <ac:chgData name="REIMONDO NAHUEL ALEJO" userId="S::nreimondo@uade.edu.ar::6321e4ea-f963-4ffe-8417-f757321f65f7" providerId="AD" clId="Web-{82165BAF-BCDD-16FD-879C-186C97DA808A}" dt="2026-03-15T15:34:42.142" v="1539" actId="20577"/>
          <ac:spMkLst>
            <pc:docMk/>
            <pc:sldMk cId="112177161" sldId="282"/>
            <ac:spMk id="3" creationId="{8838AAEF-34B2-8BFB-AB2A-1C8D47F70DCC}"/>
          </ac:spMkLst>
        </pc:spChg>
        <pc:picChg chg="add mod">
          <ac:chgData name="REIMONDO NAHUEL ALEJO" userId="S::nreimondo@uade.edu.ar::6321e4ea-f963-4ffe-8417-f757321f65f7" providerId="AD" clId="Web-{82165BAF-BCDD-16FD-879C-186C97DA808A}" dt="2026-03-15T15:34:12.688" v="1486" actId="1076"/>
          <ac:picMkLst>
            <pc:docMk/>
            <pc:sldMk cId="112177161" sldId="282"/>
            <ac:picMk id="5" creationId="{6036A023-1A68-D064-ADDE-C1F5FB86CB13}"/>
          </ac:picMkLst>
        </pc:picChg>
      </pc:sldChg>
      <pc:sldChg chg="delSp modSp add replId">
        <pc:chgData name="REIMONDO NAHUEL ALEJO" userId="S::nreimondo@uade.edu.ar::6321e4ea-f963-4ffe-8417-f757321f65f7" providerId="AD" clId="Web-{82165BAF-BCDD-16FD-879C-186C97DA808A}" dt="2026-03-15T15:38:03.303" v="1623" actId="20577"/>
        <pc:sldMkLst>
          <pc:docMk/>
          <pc:sldMk cId="3600149357" sldId="283"/>
        </pc:sldMkLst>
        <pc:spChg chg="mod">
          <ac:chgData name="REIMONDO NAHUEL ALEJO" userId="S::nreimondo@uade.edu.ar::6321e4ea-f963-4ffe-8417-f757321f65f7" providerId="AD" clId="Web-{82165BAF-BCDD-16FD-879C-186C97DA808A}" dt="2026-03-15T15:38:03.303" v="1623" actId="20577"/>
          <ac:spMkLst>
            <pc:docMk/>
            <pc:sldMk cId="3600149357" sldId="283"/>
            <ac:spMk id="3" creationId="{6553FD6F-E2C5-EB17-BF2D-6266C0858F51}"/>
          </ac:spMkLst>
        </pc:spChg>
        <pc:picChg chg="mod">
          <ac:chgData name="REIMONDO NAHUEL ALEJO" userId="S::nreimondo@uade.edu.ar::6321e4ea-f963-4ffe-8417-f757321f65f7" providerId="AD" clId="Web-{82165BAF-BCDD-16FD-879C-186C97DA808A}" dt="2026-03-15T15:37:08.036" v="1546" actId="14100"/>
          <ac:picMkLst>
            <pc:docMk/>
            <pc:sldMk cId="3600149357" sldId="283"/>
            <ac:picMk id="6" creationId="{326C3423-B56A-D51E-84CF-5674868CC3D8}"/>
          </ac:picMkLst>
        </pc:picChg>
      </pc:sldChg>
      <pc:sldChg chg="addSp delSp modSp add replId">
        <pc:chgData name="REIMONDO NAHUEL ALEJO" userId="S::nreimondo@uade.edu.ar::6321e4ea-f963-4ffe-8417-f757321f65f7" providerId="AD" clId="Web-{82165BAF-BCDD-16FD-879C-186C97DA808A}" dt="2026-03-15T15:41:37.837" v="1703" actId="1076"/>
        <pc:sldMkLst>
          <pc:docMk/>
          <pc:sldMk cId="845833907" sldId="284"/>
        </pc:sldMkLst>
        <pc:spChg chg="mod">
          <ac:chgData name="REIMONDO NAHUEL ALEJO" userId="S::nreimondo@uade.edu.ar::6321e4ea-f963-4ffe-8417-f757321f65f7" providerId="AD" clId="Web-{82165BAF-BCDD-16FD-879C-186C97DA808A}" dt="2026-03-15T15:39:44.476" v="1694" actId="20577"/>
          <ac:spMkLst>
            <pc:docMk/>
            <pc:sldMk cId="845833907" sldId="284"/>
            <ac:spMk id="3" creationId="{3153A82C-D63F-1BC9-2314-13663267036C}"/>
          </ac:spMkLst>
        </pc:spChg>
        <pc:picChg chg="add mod modCrop">
          <ac:chgData name="REIMONDO NAHUEL ALEJO" userId="S::nreimondo@uade.edu.ar::6321e4ea-f963-4ffe-8417-f757321f65f7" providerId="AD" clId="Web-{82165BAF-BCDD-16FD-879C-186C97DA808A}" dt="2026-03-15T15:41:35.837" v="1702"/>
          <ac:picMkLst>
            <pc:docMk/>
            <pc:sldMk cId="845833907" sldId="284"/>
            <ac:picMk id="4" creationId="{F9875E14-4E4B-0EA3-FF8F-6F83437BAF20}"/>
          </ac:picMkLst>
        </pc:picChg>
        <pc:picChg chg="add mod">
          <ac:chgData name="REIMONDO NAHUEL ALEJO" userId="S::nreimondo@uade.edu.ar::6321e4ea-f963-4ffe-8417-f757321f65f7" providerId="AD" clId="Web-{82165BAF-BCDD-16FD-879C-186C97DA808A}" dt="2026-03-15T15:41:37.837" v="1703" actId="1076"/>
          <ac:picMkLst>
            <pc:docMk/>
            <pc:sldMk cId="845833907" sldId="284"/>
            <ac:picMk id="5" creationId="{58B88C68-AB42-C14C-0A50-F12534E7128B}"/>
          </ac:picMkLst>
        </pc:picChg>
      </pc:sldChg>
      <pc:sldChg chg="addSp delSp modSp add replId">
        <pc:chgData name="REIMONDO NAHUEL ALEJO" userId="S::nreimondo@uade.edu.ar::6321e4ea-f963-4ffe-8417-f757321f65f7" providerId="AD" clId="Web-{82165BAF-BCDD-16FD-879C-186C97DA808A}" dt="2026-03-15T15:42:44.916" v="1728" actId="1076"/>
        <pc:sldMkLst>
          <pc:docMk/>
          <pc:sldMk cId="199336195" sldId="285"/>
        </pc:sldMkLst>
        <pc:spChg chg="mod">
          <ac:chgData name="REIMONDO NAHUEL ALEJO" userId="S::nreimondo@uade.edu.ar::6321e4ea-f963-4ffe-8417-f757321f65f7" providerId="AD" clId="Web-{82165BAF-BCDD-16FD-879C-186C97DA808A}" dt="2026-03-15T15:42:40.401" v="1726" actId="20577"/>
          <ac:spMkLst>
            <pc:docMk/>
            <pc:sldMk cId="199336195" sldId="285"/>
            <ac:spMk id="3" creationId="{34084137-3F1C-CF97-D59D-C866AD2E5BA1}"/>
          </ac:spMkLst>
        </pc:spChg>
        <pc:picChg chg="add mod">
          <ac:chgData name="REIMONDO NAHUEL ALEJO" userId="S::nreimondo@uade.edu.ar::6321e4ea-f963-4ffe-8417-f757321f65f7" providerId="AD" clId="Web-{82165BAF-BCDD-16FD-879C-186C97DA808A}" dt="2026-03-15T15:42:44.916" v="1728" actId="1076"/>
          <ac:picMkLst>
            <pc:docMk/>
            <pc:sldMk cId="199336195" sldId="285"/>
            <ac:picMk id="6" creationId="{2280BB5C-B851-3C52-D3B7-335FB44054E4}"/>
          </ac:picMkLst>
        </pc:picChg>
      </pc:sldChg>
      <pc:sldChg chg="add replId">
        <pc:chgData name="REIMONDO NAHUEL ALEJO" userId="S::nreimondo@uade.edu.ar::6321e4ea-f963-4ffe-8417-f757321f65f7" providerId="AD" clId="Web-{82165BAF-BCDD-16FD-879C-186C97DA808A}" dt="2026-03-15T15:43:11.042" v="1731"/>
        <pc:sldMkLst>
          <pc:docMk/>
          <pc:sldMk cId="1204406229" sldId="286"/>
        </pc:sldMkLst>
      </pc:sldChg>
      <pc:sldChg chg="addSp modSp add ord replId">
        <pc:chgData name="REIMONDO NAHUEL ALEJO" userId="S::nreimondo@uade.edu.ar::6321e4ea-f963-4ffe-8417-f757321f65f7" providerId="AD" clId="Web-{82165BAF-BCDD-16FD-879C-186C97DA808A}" dt="2026-03-15T17:01:43.388" v="3017"/>
        <pc:sldMkLst>
          <pc:docMk/>
          <pc:sldMk cId="1679829051" sldId="287"/>
        </pc:sldMkLst>
        <pc:spChg chg="mod">
          <ac:chgData name="REIMONDO NAHUEL ALEJO" userId="S::nreimondo@uade.edu.ar::6321e4ea-f963-4ffe-8417-f757321f65f7" providerId="AD" clId="Web-{82165BAF-BCDD-16FD-879C-186C97DA808A}" dt="2026-03-15T15:44:09.200" v="1762" actId="20577"/>
          <ac:spMkLst>
            <pc:docMk/>
            <pc:sldMk cId="1679829051" sldId="287"/>
            <ac:spMk id="2" creationId="{55A85A14-F9E0-7114-2FBE-176A42874E16}"/>
          </ac:spMkLst>
        </pc:spChg>
        <pc:spChg chg="mod">
          <ac:chgData name="REIMONDO NAHUEL ALEJO" userId="S::nreimondo@uade.edu.ar::6321e4ea-f963-4ffe-8417-f757321f65f7" providerId="AD" clId="Web-{82165BAF-BCDD-16FD-879C-186C97DA808A}" dt="2026-03-15T15:58:32.122" v="2118" actId="20577"/>
          <ac:spMkLst>
            <pc:docMk/>
            <pc:sldMk cId="1679829051" sldId="287"/>
            <ac:spMk id="3" creationId="{C6545305-CB9A-97FA-5A4A-A00737CE7CF8}"/>
          </ac:spMkLst>
        </pc:spChg>
        <pc:picChg chg="add mod">
          <ac:chgData name="REIMONDO NAHUEL ALEJO" userId="S::nreimondo@uade.edu.ar::6321e4ea-f963-4ffe-8417-f757321f65f7" providerId="AD" clId="Web-{82165BAF-BCDD-16FD-879C-186C97DA808A}" dt="2026-03-15T15:52:57.850" v="1866" actId="14100"/>
          <ac:picMkLst>
            <pc:docMk/>
            <pc:sldMk cId="1679829051" sldId="287"/>
            <ac:picMk id="4" creationId="{D72169C5-B800-F64C-5F17-2A9DD46DBBB9}"/>
          </ac:picMkLst>
        </pc:picChg>
      </pc:sldChg>
      <pc:sldChg chg="modSp add ord replId">
        <pc:chgData name="REIMONDO NAHUEL ALEJO" userId="S::nreimondo@uade.edu.ar::6321e4ea-f963-4ffe-8417-f757321f65f7" providerId="AD" clId="Web-{82165BAF-BCDD-16FD-879C-186C97DA808A}" dt="2026-03-15T17:01:43.388" v="3016"/>
        <pc:sldMkLst>
          <pc:docMk/>
          <pc:sldMk cId="2712907387" sldId="288"/>
        </pc:sldMkLst>
        <pc:spChg chg="mod">
          <ac:chgData name="REIMONDO NAHUEL ALEJO" userId="S::nreimondo@uade.edu.ar::6321e4ea-f963-4ffe-8417-f757321f65f7" providerId="AD" clId="Web-{82165BAF-BCDD-16FD-879C-186C97DA808A}" dt="2026-03-15T15:54:49.134" v="1997" actId="20577"/>
          <ac:spMkLst>
            <pc:docMk/>
            <pc:sldMk cId="2712907387" sldId="288"/>
            <ac:spMk id="3" creationId="{23697B47-7607-B2F1-CFDB-4E13FBE9135C}"/>
          </ac:spMkLst>
        </pc:spChg>
      </pc:sldChg>
      <pc:sldChg chg="addSp delSp modSp add replId">
        <pc:chgData name="REIMONDO NAHUEL ALEJO" userId="S::nreimondo@uade.edu.ar::6321e4ea-f963-4ffe-8417-f757321f65f7" providerId="AD" clId="Web-{82165BAF-BCDD-16FD-879C-186C97DA808A}" dt="2026-03-15T19:46:24.129" v="3448" actId="20577"/>
        <pc:sldMkLst>
          <pc:docMk/>
          <pc:sldMk cId="2305027341" sldId="289"/>
        </pc:sldMkLst>
        <pc:spChg chg="mod">
          <ac:chgData name="REIMONDO NAHUEL ALEJO" userId="S::nreimondo@uade.edu.ar::6321e4ea-f963-4ffe-8417-f757321f65f7" providerId="AD" clId="Web-{82165BAF-BCDD-16FD-879C-186C97DA808A}" dt="2026-03-15T16:04:16.420" v="2127" actId="20577"/>
          <ac:spMkLst>
            <pc:docMk/>
            <pc:sldMk cId="2305027341" sldId="289"/>
            <ac:spMk id="2" creationId="{24581A80-5F02-48B6-722F-9EFBFE24734E}"/>
          </ac:spMkLst>
        </pc:spChg>
        <pc:spChg chg="mod">
          <ac:chgData name="REIMONDO NAHUEL ALEJO" userId="S::nreimondo@uade.edu.ar::6321e4ea-f963-4ffe-8417-f757321f65f7" providerId="AD" clId="Web-{82165BAF-BCDD-16FD-879C-186C97DA808A}" dt="2026-03-15T19:46:24.129" v="3448" actId="20577"/>
          <ac:spMkLst>
            <pc:docMk/>
            <pc:sldMk cId="2305027341" sldId="289"/>
            <ac:spMk id="3" creationId="{E3379F3B-7E64-4E55-2FAF-1D1106606B92}"/>
          </ac:spMkLst>
        </pc:spChg>
        <pc:picChg chg="add mod">
          <ac:chgData name="REIMONDO NAHUEL ALEJO" userId="S::nreimondo@uade.edu.ar::6321e4ea-f963-4ffe-8417-f757321f65f7" providerId="AD" clId="Web-{82165BAF-BCDD-16FD-879C-186C97DA808A}" dt="2026-03-15T19:45:47.722" v="3446" actId="1076"/>
          <ac:picMkLst>
            <pc:docMk/>
            <pc:sldMk cId="2305027341" sldId="289"/>
            <ac:picMk id="4" creationId="{20D0C183-28C9-4C8B-097A-09E5ACCD8997}"/>
          </ac:picMkLst>
        </pc:picChg>
      </pc:sldChg>
      <pc:sldChg chg="add replId">
        <pc:chgData name="REIMONDO NAHUEL ALEJO" userId="S::nreimondo@uade.edu.ar::6321e4ea-f963-4ffe-8417-f757321f65f7" providerId="AD" clId="Web-{82165BAF-BCDD-16FD-879C-186C97DA808A}" dt="2026-03-15T16:05:10.564" v="2179"/>
        <pc:sldMkLst>
          <pc:docMk/>
          <pc:sldMk cId="3465935910" sldId="290"/>
        </pc:sldMkLst>
      </pc:sldChg>
      <pc:sldChg chg="modSp add replId">
        <pc:chgData name="REIMONDO NAHUEL ALEJO" userId="S::nreimondo@uade.edu.ar::6321e4ea-f963-4ffe-8417-f757321f65f7" providerId="AD" clId="Web-{82165BAF-BCDD-16FD-879C-186C97DA808A}" dt="2026-03-15T16:14:20.843" v="2934" actId="20577"/>
        <pc:sldMkLst>
          <pc:docMk/>
          <pc:sldMk cId="558897584" sldId="291"/>
        </pc:sldMkLst>
        <pc:spChg chg="mod">
          <ac:chgData name="REIMONDO NAHUEL ALEJO" userId="S::nreimondo@uade.edu.ar::6321e4ea-f963-4ffe-8417-f757321f65f7" providerId="AD" clId="Web-{82165BAF-BCDD-16FD-879C-186C97DA808A}" dt="2026-03-15T16:14:20.843" v="2934" actId="20577"/>
          <ac:spMkLst>
            <pc:docMk/>
            <pc:sldMk cId="558897584" sldId="291"/>
            <ac:spMk id="3" creationId="{819F6AEE-6CAB-12C5-2604-53881A79E932}"/>
          </ac:spMkLst>
        </pc:spChg>
      </pc:sldChg>
      <pc:sldChg chg="delSp modSp add replId">
        <pc:chgData name="REIMONDO NAHUEL ALEJO" userId="S::nreimondo@uade.edu.ar::6321e4ea-f963-4ffe-8417-f757321f65f7" providerId="AD" clId="Web-{82165BAF-BCDD-16FD-879C-186C97DA808A}" dt="2026-03-15T17:02:31.480" v="3083" actId="20577"/>
        <pc:sldMkLst>
          <pc:docMk/>
          <pc:sldMk cId="1687887869" sldId="292"/>
        </pc:sldMkLst>
        <pc:spChg chg="mod">
          <ac:chgData name="REIMONDO NAHUEL ALEJO" userId="S::nreimondo@uade.edu.ar::6321e4ea-f963-4ffe-8417-f757321f65f7" providerId="AD" clId="Web-{82165BAF-BCDD-16FD-879C-186C97DA808A}" dt="2026-03-15T16:14:58.375" v="2936" actId="20577"/>
          <ac:spMkLst>
            <pc:docMk/>
            <pc:sldMk cId="1687887869" sldId="292"/>
            <ac:spMk id="2" creationId="{9531F1B8-574A-643F-A6FC-904048456128}"/>
          </ac:spMkLst>
        </pc:spChg>
        <pc:spChg chg="mod">
          <ac:chgData name="REIMONDO NAHUEL ALEJO" userId="S::nreimondo@uade.edu.ar::6321e4ea-f963-4ffe-8417-f757321f65f7" providerId="AD" clId="Web-{82165BAF-BCDD-16FD-879C-186C97DA808A}" dt="2026-03-15T17:02:31.480" v="3083" actId="20577"/>
          <ac:spMkLst>
            <pc:docMk/>
            <pc:sldMk cId="1687887869" sldId="292"/>
            <ac:spMk id="3" creationId="{C4E6DE21-3313-3275-5E84-7493A92C6D49}"/>
          </ac:spMkLst>
        </pc:spChg>
      </pc:sldChg>
      <pc:sldChg chg="addSp modSp add replId">
        <pc:chgData name="REIMONDO NAHUEL ALEJO" userId="S::nreimondo@uade.edu.ar::6321e4ea-f963-4ffe-8417-f757321f65f7" providerId="AD" clId="Web-{82165BAF-BCDD-16FD-879C-186C97DA808A}" dt="2026-03-15T17:04:18.015" v="3201" actId="14100"/>
        <pc:sldMkLst>
          <pc:docMk/>
          <pc:sldMk cId="3818468054" sldId="293"/>
        </pc:sldMkLst>
        <pc:spChg chg="mod">
          <ac:chgData name="REIMONDO NAHUEL ALEJO" userId="S::nreimondo@uade.edu.ar::6321e4ea-f963-4ffe-8417-f757321f65f7" providerId="AD" clId="Web-{82165BAF-BCDD-16FD-879C-186C97DA808A}" dt="2026-03-15T17:04:13.937" v="3198" actId="20577"/>
          <ac:spMkLst>
            <pc:docMk/>
            <pc:sldMk cId="3818468054" sldId="293"/>
            <ac:spMk id="3" creationId="{20F2F10B-5E99-B622-21F8-58D1BBCD1470}"/>
          </ac:spMkLst>
        </pc:spChg>
        <pc:picChg chg="add mod">
          <ac:chgData name="REIMONDO NAHUEL ALEJO" userId="S::nreimondo@uade.edu.ar::6321e4ea-f963-4ffe-8417-f757321f65f7" providerId="AD" clId="Web-{82165BAF-BCDD-16FD-879C-186C97DA808A}" dt="2026-03-15T17:04:18.015" v="3201" actId="14100"/>
          <ac:picMkLst>
            <pc:docMk/>
            <pc:sldMk cId="3818468054" sldId="293"/>
            <ac:picMk id="4" creationId="{D36A7EAE-DB28-D5D2-38A4-F7282AF9F296}"/>
          </ac:picMkLst>
        </pc:picChg>
      </pc:sldChg>
      <pc:sldChg chg="addSp delSp modSp add replId">
        <pc:chgData name="REIMONDO NAHUEL ALEJO" userId="S::nreimondo@uade.edu.ar::6321e4ea-f963-4ffe-8417-f757321f65f7" providerId="AD" clId="Web-{82165BAF-BCDD-16FD-879C-186C97DA808A}" dt="2026-03-15T17:06:59.459" v="3348" actId="20577"/>
        <pc:sldMkLst>
          <pc:docMk/>
          <pc:sldMk cId="2303561023" sldId="294"/>
        </pc:sldMkLst>
        <pc:spChg chg="mod">
          <ac:chgData name="REIMONDO NAHUEL ALEJO" userId="S::nreimondo@uade.edu.ar::6321e4ea-f963-4ffe-8417-f757321f65f7" providerId="AD" clId="Web-{82165BAF-BCDD-16FD-879C-186C97DA808A}" dt="2026-03-15T17:06:59.459" v="3348" actId="20577"/>
          <ac:spMkLst>
            <pc:docMk/>
            <pc:sldMk cId="2303561023" sldId="294"/>
            <ac:spMk id="3" creationId="{7BD41C3E-7A03-13A0-B5F7-FAFB5617E54A}"/>
          </ac:spMkLst>
        </pc:spChg>
        <pc:picChg chg="add mod">
          <ac:chgData name="REIMONDO NAHUEL ALEJO" userId="S::nreimondo@uade.edu.ar::6321e4ea-f963-4ffe-8417-f757321f65f7" providerId="AD" clId="Web-{82165BAF-BCDD-16FD-879C-186C97DA808A}" dt="2026-03-15T17:06:25.803" v="3293" actId="14100"/>
          <ac:picMkLst>
            <pc:docMk/>
            <pc:sldMk cId="2303561023" sldId="294"/>
            <ac:picMk id="5" creationId="{203B0F47-B215-3016-E4E0-A5A6C60364CA}"/>
          </ac:picMkLst>
        </pc:picChg>
      </pc:sldChg>
      <pc:sldChg chg="addSp delSp modSp add replId">
        <pc:chgData name="REIMONDO NAHUEL ALEJO" userId="S::nreimondo@uade.edu.ar::6321e4ea-f963-4ffe-8417-f757321f65f7" providerId="AD" clId="Web-{82165BAF-BCDD-16FD-879C-186C97DA808A}" dt="2026-03-15T17:07:43.818" v="3370" actId="1076"/>
        <pc:sldMkLst>
          <pc:docMk/>
          <pc:sldMk cId="2163257288" sldId="295"/>
        </pc:sldMkLst>
        <pc:spChg chg="mod">
          <ac:chgData name="REIMONDO NAHUEL ALEJO" userId="S::nreimondo@uade.edu.ar::6321e4ea-f963-4ffe-8417-f757321f65f7" providerId="AD" clId="Web-{82165BAF-BCDD-16FD-879C-186C97DA808A}" dt="2026-03-15T17:07:24.380" v="3367" actId="20577"/>
          <ac:spMkLst>
            <pc:docMk/>
            <pc:sldMk cId="2163257288" sldId="295"/>
            <ac:spMk id="3" creationId="{E8DFE322-CF8C-2E14-49A1-176CC548FCC8}"/>
          </ac:spMkLst>
        </pc:spChg>
      </pc:sldChg>
      <pc:sldChg chg="addSp delSp modSp add replId">
        <pc:chgData name="REIMONDO NAHUEL ALEJO" userId="S::nreimondo@uade.edu.ar::6321e4ea-f963-4ffe-8417-f757321f65f7" providerId="AD" clId="Web-{82165BAF-BCDD-16FD-879C-186C97DA808A}" dt="2026-03-15T17:08:47.411" v="3444" actId="1076"/>
        <pc:sldMkLst>
          <pc:docMk/>
          <pc:sldMk cId="1845298373" sldId="296"/>
        </pc:sldMkLst>
        <pc:spChg chg="mod">
          <ac:chgData name="REIMONDO NAHUEL ALEJO" userId="S::nreimondo@uade.edu.ar::6321e4ea-f963-4ffe-8417-f757321f65f7" providerId="AD" clId="Web-{82165BAF-BCDD-16FD-879C-186C97DA808A}" dt="2026-03-15T17:08:25.021" v="3439" actId="20577"/>
          <ac:spMkLst>
            <pc:docMk/>
            <pc:sldMk cId="1845298373" sldId="296"/>
            <ac:spMk id="3" creationId="{63D4C811-FA94-953F-1739-1B57516A7014}"/>
          </ac:spMkLst>
        </pc:spChg>
        <pc:picChg chg="add mod">
          <ac:chgData name="REIMONDO NAHUEL ALEJO" userId="S::nreimondo@uade.edu.ar::6321e4ea-f963-4ffe-8417-f757321f65f7" providerId="AD" clId="Web-{82165BAF-BCDD-16FD-879C-186C97DA808A}" dt="2026-03-15T17:08:47.411" v="3444" actId="1076"/>
          <ac:picMkLst>
            <pc:docMk/>
            <pc:sldMk cId="1845298373" sldId="296"/>
            <ac:picMk id="5" creationId="{1DE2947D-9037-9901-C731-0D3DBEB3EFE7}"/>
          </ac:picMkLst>
        </pc:picChg>
      </pc:sldChg>
      <pc:sldChg chg="modSp add replId">
        <pc:chgData name="REIMONDO NAHUEL ALEJO" userId="S::nreimondo@uade.edu.ar::6321e4ea-f963-4ffe-8417-f757321f65f7" providerId="AD" clId="Web-{82165BAF-BCDD-16FD-879C-186C97DA808A}" dt="2026-03-15T19:47:13.177" v="3505" actId="20577"/>
        <pc:sldMkLst>
          <pc:docMk/>
          <pc:sldMk cId="2734157865" sldId="297"/>
        </pc:sldMkLst>
        <pc:spChg chg="mod">
          <ac:chgData name="REIMONDO NAHUEL ALEJO" userId="S::nreimondo@uade.edu.ar::6321e4ea-f963-4ffe-8417-f757321f65f7" providerId="AD" clId="Web-{82165BAF-BCDD-16FD-879C-186C97DA808A}" dt="2026-03-15T19:47:13.177" v="3505" actId="20577"/>
          <ac:spMkLst>
            <pc:docMk/>
            <pc:sldMk cId="2734157865" sldId="297"/>
            <ac:spMk id="3" creationId="{8A852C1E-3C98-837A-CAEF-B3A377CB6D25}"/>
          </ac:spMkLst>
        </pc:spChg>
      </pc:sldChg>
      <pc:sldChg chg="add replId">
        <pc:chgData name="REIMONDO NAHUEL ALEJO" userId="S::nreimondo@uade.edu.ar::6321e4ea-f963-4ffe-8417-f757321f65f7" providerId="AD" clId="Web-{82165BAF-BCDD-16FD-879C-186C97DA808A}" dt="2026-03-15T19:47:36.006" v="3506"/>
        <pc:sldMkLst>
          <pc:docMk/>
          <pc:sldMk cId="1931347719" sldId="298"/>
        </pc:sldMkLst>
      </pc:sldChg>
      <pc:sldMasterChg chg="add addSldLayout">
        <pc:chgData name="REIMONDO NAHUEL ALEJO" userId="S::nreimondo@uade.edu.ar::6321e4ea-f963-4ffe-8417-f757321f65f7" providerId="AD" clId="Web-{82165BAF-BCDD-16FD-879C-186C97DA808A}" dt="2026-03-15T14:14:48.124" v="8"/>
        <pc:sldMasterMkLst>
          <pc:docMk/>
          <pc:sldMasterMk cId="4091618591" sldId="2147483660"/>
        </pc:sldMasterMkLst>
        <pc:sldLayoutChg chg="add">
          <pc:chgData name="REIMONDO NAHUEL ALEJO" userId="S::nreimondo@uade.edu.ar::6321e4ea-f963-4ffe-8417-f757321f65f7" providerId="AD" clId="Web-{82165BAF-BCDD-16FD-879C-186C97DA808A}" dt="2026-03-15T14:14:48.124" v="8"/>
          <pc:sldLayoutMkLst>
            <pc:docMk/>
            <pc:sldMasterMk cId="4091618591" sldId="2147483660"/>
            <pc:sldLayoutMk cId="583372267" sldId="2147483661"/>
          </pc:sldLayoutMkLst>
        </pc:sldLayoutChg>
        <pc:sldLayoutChg chg="add">
          <pc:chgData name="REIMONDO NAHUEL ALEJO" userId="S::nreimondo@uade.edu.ar::6321e4ea-f963-4ffe-8417-f757321f65f7" providerId="AD" clId="Web-{82165BAF-BCDD-16FD-879C-186C97DA808A}" dt="2026-03-15T14:14:48.124" v="8"/>
          <pc:sldLayoutMkLst>
            <pc:docMk/>
            <pc:sldMasterMk cId="4091618591" sldId="2147483660"/>
            <pc:sldLayoutMk cId="2514837126" sldId="2147483662"/>
          </pc:sldLayoutMkLst>
        </pc:sldLayoutChg>
        <pc:sldLayoutChg chg="add">
          <pc:chgData name="REIMONDO NAHUEL ALEJO" userId="S::nreimondo@uade.edu.ar::6321e4ea-f963-4ffe-8417-f757321f65f7" providerId="AD" clId="Web-{82165BAF-BCDD-16FD-879C-186C97DA808A}" dt="2026-03-15T14:14:48.124" v="8"/>
          <pc:sldLayoutMkLst>
            <pc:docMk/>
            <pc:sldMasterMk cId="4091618591" sldId="2147483660"/>
            <pc:sldLayoutMk cId="1195217195" sldId="2147483663"/>
          </pc:sldLayoutMkLst>
        </pc:sldLayoutChg>
        <pc:sldLayoutChg chg="add">
          <pc:chgData name="REIMONDO NAHUEL ALEJO" userId="S::nreimondo@uade.edu.ar::6321e4ea-f963-4ffe-8417-f757321f65f7" providerId="AD" clId="Web-{82165BAF-BCDD-16FD-879C-186C97DA808A}" dt="2026-03-15T14:14:48.124" v="8"/>
          <pc:sldLayoutMkLst>
            <pc:docMk/>
            <pc:sldMasterMk cId="4091618591" sldId="2147483660"/>
            <pc:sldLayoutMk cId="1111033124" sldId="2147483664"/>
          </pc:sldLayoutMkLst>
        </pc:sldLayoutChg>
        <pc:sldLayoutChg chg="add">
          <pc:chgData name="REIMONDO NAHUEL ALEJO" userId="S::nreimondo@uade.edu.ar::6321e4ea-f963-4ffe-8417-f757321f65f7" providerId="AD" clId="Web-{82165BAF-BCDD-16FD-879C-186C97DA808A}" dt="2026-03-15T14:14:48.124" v="8"/>
          <pc:sldLayoutMkLst>
            <pc:docMk/>
            <pc:sldMasterMk cId="4091618591" sldId="2147483660"/>
            <pc:sldLayoutMk cId="1150684844" sldId="2147483665"/>
          </pc:sldLayoutMkLst>
        </pc:sldLayoutChg>
        <pc:sldLayoutChg chg="add">
          <pc:chgData name="REIMONDO NAHUEL ALEJO" userId="S::nreimondo@uade.edu.ar::6321e4ea-f963-4ffe-8417-f757321f65f7" providerId="AD" clId="Web-{82165BAF-BCDD-16FD-879C-186C97DA808A}" dt="2026-03-15T14:14:48.124" v="8"/>
          <pc:sldLayoutMkLst>
            <pc:docMk/>
            <pc:sldMasterMk cId="4091618591" sldId="2147483660"/>
            <pc:sldLayoutMk cId="3234067899" sldId="2147483666"/>
          </pc:sldLayoutMkLst>
        </pc:sldLayoutChg>
        <pc:sldLayoutChg chg="add">
          <pc:chgData name="REIMONDO NAHUEL ALEJO" userId="S::nreimondo@uade.edu.ar::6321e4ea-f963-4ffe-8417-f757321f65f7" providerId="AD" clId="Web-{82165BAF-BCDD-16FD-879C-186C97DA808A}" dt="2026-03-15T14:14:48.124" v="8"/>
          <pc:sldLayoutMkLst>
            <pc:docMk/>
            <pc:sldMasterMk cId="4091618591" sldId="2147483660"/>
            <pc:sldLayoutMk cId="2812389127" sldId="2147483667"/>
          </pc:sldLayoutMkLst>
        </pc:sldLayoutChg>
        <pc:sldLayoutChg chg="add">
          <pc:chgData name="REIMONDO NAHUEL ALEJO" userId="S::nreimondo@uade.edu.ar::6321e4ea-f963-4ffe-8417-f757321f65f7" providerId="AD" clId="Web-{82165BAF-BCDD-16FD-879C-186C97DA808A}" dt="2026-03-15T14:14:48.124" v="8"/>
          <pc:sldLayoutMkLst>
            <pc:docMk/>
            <pc:sldMasterMk cId="4091618591" sldId="2147483660"/>
            <pc:sldLayoutMk cId="139312560" sldId="2147483668"/>
          </pc:sldLayoutMkLst>
        </pc:sldLayoutChg>
        <pc:sldLayoutChg chg="add">
          <pc:chgData name="REIMONDO NAHUEL ALEJO" userId="S::nreimondo@uade.edu.ar::6321e4ea-f963-4ffe-8417-f757321f65f7" providerId="AD" clId="Web-{82165BAF-BCDD-16FD-879C-186C97DA808A}" dt="2026-03-15T14:14:48.124" v="8"/>
          <pc:sldLayoutMkLst>
            <pc:docMk/>
            <pc:sldMasterMk cId="4091618591" sldId="2147483660"/>
            <pc:sldLayoutMk cId="462536072" sldId="2147483669"/>
          </pc:sldLayoutMkLst>
        </pc:sldLayoutChg>
        <pc:sldLayoutChg chg="add">
          <pc:chgData name="REIMONDO NAHUEL ALEJO" userId="S::nreimondo@uade.edu.ar::6321e4ea-f963-4ffe-8417-f757321f65f7" providerId="AD" clId="Web-{82165BAF-BCDD-16FD-879C-186C97DA808A}" dt="2026-03-15T14:14:48.124" v="8"/>
          <pc:sldLayoutMkLst>
            <pc:docMk/>
            <pc:sldMasterMk cId="4091618591" sldId="2147483660"/>
            <pc:sldLayoutMk cId="3896447101" sldId="2147483670"/>
          </pc:sldLayoutMkLst>
        </pc:sldLayoutChg>
        <pc:sldLayoutChg chg="add">
          <pc:chgData name="REIMONDO NAHUEL ALEJO" userId="S::nreimondo@uade.edu.ar::6321e4ea-f963-4ffe-8417-f757321f65f7" providerId="AD" clId="Web-{82165BAF-BCDD-16FD-879C-186C97DA808A}" dt="2026-03-15T14:14:48.124" v="8"/>
          <pc:sldLayoutMkLst>
            <pc:docMk/>
            <pc:sldMasterMk cId="4091618591" sldId="2147483660"/>
            <pc:sldLayoutMk cId="4019616996" sldId="2147483671"/>
          </pc:sldLayoutMkLst>
        </pc:sldLayoutChg>
      </pc:sldMasterChg>
    </pc:docChg>
  </pc:docChgLst>
  <pc:docChgLst>
    <pc:chgData name="REIMONDO NAHUEL ALEJO" userId="S::nreimondo@uade.edu.ar::6321e4ea-f963-4ffe-8417-f757321f65f7" providerId="AD" clId="Web-{094A4465-FD6F-EABF-4D7C-04E00C0D49B0}"/>
    <pc:docChg chg="addSld delSld modSld">
      <pc:chgData name="REIMONDO NAHUEL ALEJO" userId="S::nreimondo@uade.edu.ar::6321e4ea-f963-4ffe-8417-f757321f65f7" providerId="AD" clId="Web-{094A4465-FD6F-EABF-4D7C-04E00C0D49B0}" dt="2026-03-15T01:32:31.993" v="4" actId="20577"/>
      <pc:docMkLst>
        <pc:docMk/>
      </pc:docMkLst>
      <pc:sldChg chg="modSp add">
        <pc:chgData name="REIMONDO NAHUEL ALEJO" userId="S::nreimondo@uade.edu.ar::6321e4ea-f963-4ffe-8417-f757321f65f7" providerId="AD" clId="Web-{094A4465-FD6F-EABF-4D7C-04E00C0D49B0}" dt="2026-03-15T01:32:31.993" v="4" actId="20577"/>
        <pc:sldMkLst>
          <pc:docMk/>
          <pc:sldMk cId="3572092852" sldId="258"/>
        </pc:sldMkLst>
        <pc:spChg chg="mod">
          <ac:chgData name="REIMONDO NAHUEL ALEJO" userId="S::nreimondo@uade.edu.ar::6321e4ea-f963-4ffe-8417-f757321f65f7" providerId="AD" clId="Web-{094A4465-FD6F-EABF-4D7C-04E00C0D49B0}" dt="2026-03-15T01:32:31.993" v="4" actId="20577"/>
          <ac:spMkLst>
            <pc:docMk/>
            <pc:sldMk cId="3572092852" sldId="258"/>
            <ac:spMk id="3" creationId="{3C4E8B45-DA18-519A-D53B-F5CDCDAADE18}"/>
          </ac:spMkLst>
        </pc:spChg>
      </pc:sldChg>
      <pc:sldChg chg="add">
        <pc:chgData name="REIMONDO NAHUEL ALEJO" userId="S::nreimondo@uade.edu.ar::6321e4ea-f963-4ffe-8417-f757321f65f7" providerId="AD" clId="Web-{094A4465-FD6F-EABF-4D7C-04E00C0D49B0}" dt="2026-03-15T01:31:44.367" v="2"/>
        <pc:sldMkLst>
          <pc:docMk/>
          <pc:sldMk cId="3037326767" sldId="267"/>
        </pc:sldMkLst>
      </pc:sldChg>
    </pc:docChg>
  </pc:docChgLst>
  <pc:docChgLst>
    <pc:chgData name="REIMONDO NAHUEL ALEJO" userId="S::nreimondo@uade.edu.ar::6321e4ea-f963-4ffe-8417-f757321f65f7" providerId="AD" clId="Web-{C316DF4B-454D-36FA-BB6A-6231EA9A8D64}"/>
    <pc:docChg chg="addSld delSld modSld sldOrd">
      <pc:chgData name="REIMONDO NAHUEL ALEJO" userId="S::nreimondo@uade.edu.ar::6321e4ea-f963-4ffe-8417-f757321f65f7" providerId="AD" clId="Web-{C316DF4B-454D-36FA-BB6A-6231EA9A8D64}" dt="2026-03-17T02:14:19.957" v="2998"/>
      <pc:docMkLst>
        <pc:docMk/>
      </pc:docMkLst>
      <pc:sldChg chg="modSp">
        <pc:chgData name="REIMONDO NAHUEL ALEJO" userId="S::nreimondo@uade.edu.ar::6321e4ea-f963-4ffe-8417-f757321f65f7" providerId="AD" clId="Web-{C316DF4B-454D-36FA-BB6A-6231EA9A8D64}" dt="2026-03-16T20:06:08.128" v="11" actId="20577"/>
        <pc:sldMkLst>
          <pc:docMk/>
          <pc:sldMk cId="3048438278" sldId="270"/>
        </pc:sldMkLst>
        <pc:spChg chg="mod">
          <ac:chgData name="REIMONDO NAHUEL ALEJO" userId="S::nreimondo@uade.edu.ar::6321e4ea-f963-4ffe-8417-f757321f65f7" providerId="AD" clId="Web-{C316DF4B-454D-36FA-BB6A-6231EA9A8D64}" dt="2026-03-16T20:06:08.128" v="11" actId="20577"/>
          <ac:spMkLst>
            <pc:docMk/>
            <pc:sldMk cId="3048438278" sldId="270"/>
            <ac:spMk id="3" creationId="{D32AEA90-57EB-BA77-1ED2-38F3AC071D49}"/>
          </ac:spMkLst>
        </pc:spChg>
      </pc:sldChg>
      <pc:sldChg chg="delSp modSp ord">
        <pc:chgData name="REIMONDO NAHUEL ALEJO" userId="S::nreimondo@uade.edu.ar::6321e4ea-f963-4ffe-8417-f757321f65f7" providerId="AD" clId="Web-{C316DF4B-454D-36FA-BB6A-6231EA9A8D64}" dt="2026-03-16T21:07:01.505" v="969"/>
        <pc:sldMkLst>
          <pc:docMk/>
          <pc:sldMk cId="2163257288" sldId="295"/>
        </pc:sldMkLst>
        <pc:spChg chg="mod">
          <ac:chgData name="REIMONDO NAHUEL ALEJO" userId="S::nreimondo@uade.edu.ar::6321e4ea-f963-4ffe-8417-f757321f65f7" providerId="AD" clId="Web-{C316DF4B-454D-36FA-BB6A-6231EA9A8D64}" dt="2026-03-16T20:07:23.179" v="12" actId="20577"/>
          <ac:spMkLst>
            <pc:docMk/>
            <pc:sldMk cId="2163257288" sldId="295"/>
            <ac:spMk id="2" creationId="{88644A75-2BDD-73EB-5CBB-B182AABBEA93}"/>
          </ac:spMkLst>
        </pc:spChg>
        <pc:spChg chg="mod">
          <ac:chgData name="REIMONDO NAHUEL ALEJO" userId="S::nreimondo@uade.edu.ar::6321e4ea-f963-4ffe-8417-f757321f65f7" providerId="AD" clId="Web-{C316DF4B-454D-36FA-BB6A-6231EA9A8D64}" dt="2026-03-16T20:16:47.699" v="320" actId="20577"/>
          <ac:spMkLst>
            <pc:docMk/>
            <pc:sldMk cId="2163257288" sldId="295"/>
            <ac:spMk id="3" creationId="{E8DFE322-CF8C-2E14-49A1-176CC548FCC8}"/>
          </ac:spMkLst>
        </pc:spChg>
        <pc:picChg chg="del">
          <ac:chgData name="REIMONDO NAHUEL ALEJO" userId="S::nreimondo@uade.edu.ar::6321e4ea-f963-4ffe-8417-f757321f65f7" providerId="AD" clId="Web-{C316DF4B-454D-36FA-BB6A-6231EA9A8D64}" dt="2026-03-16T20:07:25.242" v="13"/>
          <ac:picMkLst>
            <pc:docMk/>
            <pc:sldMk cId="2163257288" sldId="295"/>
            <ac:picMk id="4" creationId="{1148BA22-ADD2-B6CE-7433-8E2D976DEC2B}"/>
          </ac:picMkLst>
        </pc:picChg>
      </pc:sldChg>
      <pc:sldChg chg="delSp modSp ord">
        <pc:chgData name="REIMONDO NAHUEL ALEJO" userId="S::nreimondo@uade.edu.ar::6321e4ea-f963-4ffe-8417-f757321f65f7" providerId="AD" clId="Web-{C316DF4B-454D-36FA-BB6A-6231EA9A8D64}" dt="2026-03-17T01:12:29.366" v="1306" actId="20577"/>
        <pc:sldMkLst>
          <pc:docMk/>
          <pc:sldMk cId="1931347719" sldId="298"/>
        </pc:sldMkLst>
        <pc:spChg chg="mod">
          <ac:chgData name="REIMONDO NAHUEL ALEJO" userId="S::nreimondo@uade.edu.ar::6321e4ea-f963-4ffe-8417-f757321f65f7" providerId="AD" clId="Web-{C316DF4B-454D-36FA-BB6A-6231EA9A8D64}" dt="2026-03-17T01:09:57.518" v="1080" actId="20577"/>
          <ac:spMkLst>
            <pc:docMk/>
            <pc:sldMk cId="1931347719" sldId="298"/>
            <ac:spMk id="2" creationId="{8882BAA7-64F8-5BD2-7B9F-0147972EFEE5}"/>
          </ac:spMkLst>
        </pc:spChg>
        <pc:spChg chg="mod">
          <ac:chgData name="REIMONDO NAHUEL ALEJO" userId="S::nreimondo@uade.edu.ar::6321e4ea-f963-4ffe-8417-f757321f65f7" providerId="AD" clId="Web-{C316DF4B-454D-36FA-BB6A-6231EA9A8D64}" dt="2026-03-17T01:12:29.366" v="1306" actId="20577"/>
          <ac:spMkLst>
            <pc:docMk/>
            <pc:sldMk cId="1931347719" sldId="298"/>
            <ac:spMk id="3" creationId="{EEA75678-28E7-24C3-0179-490C3A8BEA15}"/>
          </ac:spMkLst>
        </pc:spChg>
        <pc:picChg chg="del">
          <ac:chgData name="REIMONDO NAHUEL ALEJO" userId="S::nreimondo@uade.edu.ar::6321e4ea-f963-4ffe-8417-f757321f65f7" providerId="AD" clId="Web-{C316DF4B-454D-36FA-BB6A-6231EA9A8D64}" dt="2026-03-17T01:09:49.580" v="1077"/>
          <ac:picMkLst>
            <pc:docMk/>
            <pc:sldMk cId="1931347719" sldId="298"/>
            <ac:picMk id="4" creationId="{34157770-E503-57E1-BF76-29901FAC2235}"/>
          </ac:picMkLst>
        </pc:picChg>
      </pc:sldChg>
      <pc:sldChg chg="add replId">
        <pc:chgData name="REIMONDO NAHUEL ALEJO" userId="S::nreimondo@uade.edu.ar::6321e4ea-f963-4ffe-8417-f757321f65f7" providerId="AD" clId="Web-{C316DF4B-454D-36FA-BB6A-6231EA9A8D64}" dt="2026-03-16T20:05:55.502" v="0"/>
        <pc:sldMkLst>
          <pc:docMk/>
          <pc:sldMk cId="857185667" sldId="299"/>
        </pc:sldMkLst>
      </pc:sldChg>
      <pc:sldChg chg="modSp add ord replId">
        <pc:chgData name="REIMONDO NAHUEL ALEJO" userId="S::nreimondo@uade.edu.ar::6321e4ea-f963-4ffe-8417-f757321f65f7" providerId="AD" clId="Web-{C316DF4B-454D-36FA-BB6A-6231EA9A8D64}" dt="2026-03-16T21:07:01.505" v="968"/>
        <pc:sldMkLst>
          <pc:docMk/>
          <pc:sldMk cId="740465658" sldId="300"/>
        </pc:sldMkLst>
        <pc:spChg chg="mod">
          <ac:chgData name="REIMONDO NAHUEL ALEJO" userId="S::nreimondo@uade.edu.ar::6321e4ea-f963-4ffe-8417-f757321f65f7" providerId="AD" clId="Web-{C316DF4B-454D-36FA-BB6A-6231EA9A8D64}" dt="2026-03-16T20:16:56.107" v="322" actId="14100"/>
          <ac:spMkLst>
            <pc:docMk/>
            <pc:sldMk cId="740465658" sldId="300"/>
            <ac:spMk id="2" creationId="{6F8DFC29-C1B2-E46E-9BE1-AE9C061EEDA7}"/>
          </ac:spMkLst>
        </pc:spChg>
        <pc:spChg chg="mod">
          <ac:chgData name="REIMONDO NAHUEL ALEJO" userId="S::nreimondo@uade.edu.ar::6321e4ea-f963-4ffe-8417-f757321f65f7" providerId="AD" clId="Web-{C316DF4B-454D-36FA-BB6A-6231EA9A8D64}" dt="2026-03-16T20:18:23.905" v="472" actId="20577"/>
          <ac:spMkLst>
            <pc:docMk/>
            <pc:sldMk cId="740465658" sldId="300"/>
            <ac:spMk id="3" creationId="{1614FD03-8BBA-4C0E-2C91-239E55872523}"/>
          </ac:spMkLst>
        </pc:spChg>
      </pc:sldChg>
      <pc:sldChg chg="modSp add ord replId">
        <pc:chgData name="REIMONDO NAHUEL ALEJO" userId="S::nreimondo@uade.edu.ar::6321e4ea-f963-4ffe-8417-f757321f65f7" providerId="AD" clId="Web-{C316DF4B-454D-36FA-BB6A-6231EA9A8D64}" dt="2026-03-16T21:07:01.505" v="967"/>
        <pc:sldMkLst>
          <pc:docMk/>
          <pc:sldMk cId="1717880513" sldId="301"/>
        </pc:sldMkLst>
        <pc:spChg chg="mod">
          <ac:chgData name="REIMONDO NAHUEL ALEJO" userId="S::nreimondo@uade.edu.ar::6321e4ea-f963-4ffe-8417-f757321f65f7" providerId="AD" clId="Web-{C316DF4B-454D-36FA-BB6A-6231EA9A8D64}" dt="2026-03-16T20:20:08.904" v="650" actId="20577"/>
          <ac:spMkLst>
            <pc:docMk/>
            <pc:sldMk cId="1717880513" sldId="301"/>
            <ac:spMk id="3" creationId="{7782E9A4-6558-51E3-04C7-8150208CD86F}"/>
          </ac:spMkLst>
        </pc:spChg>
      </pc:sldChg>
      <pc:sldChg chg="modSp add ord replId">
        <pc:chgData name="REIMONDO NAHUEL ALEJO" userId="S::nreimondo@uade.edu.ar::6321e4ea-f963-4ffe-8417-f757321f65f7" providerId="AD" clId="Web-{C316DF4B-454D-36FA-BB6A-6231EA9A8D64}" dt="2026-03-16T21:07:01.505" v="966"/>
        <pc:sldMkLst>
          <pc:docMk/>
          <pc:sldMk cId="793942578" sldId="302"/>
        </pc:sldMkLst>
        <pc:spChg chg="mod">
          <ac:chgData name="REIMONDO NAHUEL ALEJO" userId="S::nreimondo@uade.edu.ar::6321e4ea-f963-4ffe-8417-f757321f65f7" providerId="AD" clId="Web-{C316DF4B-454D-36FA-BB6A-6231EA9A8D64}" dt="2026-03-16T21:03:37.098" v="957" actId="20577"/>
          <ac:spMkLst>
            <pc:docMk/>
            <pc:sldMk cId="793942578" sldId="302"/>
            <ac:spMk id="3" creationId="{9AB61DEB-9F90-FE9D-4440-71970D23327F}"/>
          </ac:spMkLst>
        </pc:spChg>
      </pc:sldChg>
      <pc:sldChg chg="addSp modSp add ord replId">
        <pc:chgData name="REIMONDO NAHUEL ALEJO" userId="S::nreimondo@uade.edu.ar::6321e4ea-f963-4ffe-8417-f757321f65f7" providerId="AD" clId="Web-{C316DF4B-454D-36FA-BB6A-6231EA9A8D64}" dt="2026-03-16T21:07:01.489" v="965"/>
        <pc:sldMkLst>
          <pc:docMk/>
          <pc:sldMk cId="1525035771" sldId="303"/>
        </pc:sldMkLst>
        <pc:spChg chg="mod">
          <ac:chgData name="REIMONDO NAHUEL ALEJO" userId="S::nreimondo@uade.edu.ar::6321e4ea-f963-4ffe-8417-f757321f65f7" providerId="AD" clId="Web-{C316DF4B-454D-36FA-BB6A-6231EA9A8D64}" dt="2026-03-16T21:06:35.130" v="963" actId="20577"/>
          <ac:spMkLst>
            <pc:docMk/>
            <pc:sldMk cId="1525035771" sldId="303"/>
            <ac:spMk id="3" creationId="{DBFEB368-2CE5-203C-3073-77A6269E9905}"/>
          </ac:spMkLst>
        </pc:spChg>
        <pc:picChg chg="add mod">
          <ac:chgData name="REIMONDO NAHUEL ALEJO" userId="S::nreimondo@uade.edu.ar::6321e4ea-f963-4ffe-8417-f757321f65f7" providerId="AD" clId="Web-{C316DF4B-454D-36FA-BB6A-6231EA9A8D64}" dt="2026-03-16T21:06:40.427" v="964" actId="1076"/>
          <ac:picMkLst>
            <pc:docMk/>
            <pc:sldMk cId="1525035771" sldId="303"/>
            <ac:picMk id="4" creationId="{87085E3A-BE2C-5425-613C-BCA4BC19BD4B}"/>
          </ac:picMkLst>
        </pc:picChg>
      </pc:sldChg>
      <pc:sldChg chg="add del replId">
        <pc:chgData name="REIMONDO NAHUEL ALEJO" userId="S::nreimondo@uade.edu.ar::6321e4ea-f963-4ffe-8417-f757321f65f7" providerId="AD" clId="Web-{C316DF4B-454D-36FA-BB6A-6231EA9A8D64}" dt="2026-03-17T00:53:36.201" v="973"/>
        <pc:sldMkLst>
          <pc:docMk/>
          <pc:sldMk cId="523256422" sldId="304"/>
        </pc:sldMkLst>
      </pc:sldChg>
      <pc:sldChg chg="modSp add ord replId">
        <pc:chgData name="REIMONDO NAHUEL ALEJO" userId="S::nreimondo@uade.edu.ar::6321e4ea-f963-4ffe-8417-f757321f65f7" providerId="AD" clId="Web-{C316DF4B-454D-36FA-BB6A-6231EA9A8D64}" dt="2026-03-17T00:54:45.546" v="1075" actId="20577"/>
        <pc:sldMkLst>
          <pc:docMk/>
          <pc:sldMk cId="2290565131" sldId="305"/>
        </pc:sldMkLst>
        <pc:spChg chg="mod">
          <ac:chgData name="REIMONDO NAHUEL ALEJO" userId="S::nreimondo@uade.edu.ar::6321e4ea-f963-4ffe-8417-f757321f65f7" providerId="AD" clId="Web-{C316DF4B-454D-36FA-BB6A-6231EA9A8D64}" dt="2026-03-17T00:54:45.546" v="1075" actId="20577"/>
          <ac:spMkLst>
            <pc:docMk/>
            <pc:sldMk cId="2290565131" sldId="305"/>
            <ac:spMk id="3" creationId="{045ADFBC-C686-36EC-5F19-2AF6E81C1610}"/>
          </ac:spMkLst>
        </pc:spChg>
      </pc:sldChg>
      <pc:sldChg chg="addSp modSp add replId">
        <pc:chgData name="REIMONDO NAHUEL ALEJO" userId="S::nreimondo@uade.edu.ar::6321e4ea-f963-4ffe-8417-f757321f65f7" providerId="AD" clId="Web-{C316DF4B-454D-36FA-BB6A-6231EA9A8D64}" dt="2026-03-17T01:13:32.023" v="1379" actId="1076"/>
        <pc:sldMkLst>
          <pc:docMk/>
          <pc:sldMk cId="3609405812" sldId="306"/>
        </pc:sldMkLst>
        <pc:spChg chg="mod">
          <ac:chgData name="REIMONDO NAHUEL ALEJO" userId="S::nreimondo@uade.edu.ar::6321e4ea-f963-4ffe-8417-f757321f65f7" providerId="AD" clId="Web-{C316DF4B-454D-36FA-BB6A-6231EA9A8D64}" dt="2026-03-17T01:13:25.101" v="1376" actId="20577"/>
          <ac:spMkLst>
            <pc:docMk/>
            <pc:sldMk cId="3609405812" sldId="306"/>
            <ac:spMk id="3" creationId="{80D0A128-E747-D383-7417-660E240D1556}"/>
          </ac:spMkLst>
        </pc:spChg>
        <pc:picChg chg="add mod">
          <ac:chgData name="REIMONDO NAHUEL ALEJO" userId="S::nreimondo@uade.edu.ar::6321e4ea-f963-4ffe-8417-f757321f65f7" providerId="AD" clId="Web-{C316DF4B-454D-36FA-BB6A-6231EA9A8D64}" dt="2026-03-17T01:13:32.023" v="1379" actId="1076"/>
          <ac:picMkLst>
            <pc:docMk/>
            <pc:sldMk cId="3609405812" sldId="306"/>
            <ac:picMk id="4" creationId="{33D3F9B0-D809-ADBC-B54E-ADAF1C98BE97}"/>
          </ac:picMkLst>
        </pc:picChg>
      </pc:sldChg>
      <pc:sldChg chg="delSp modSp add replId">
        <pc:chgData name="REIMONDO NAHUEL ALEJO" userId="S::nreimondo@uade.edu.ar::6321e4ea-f963-4ffe-8417-f757321f65f7" providerId="AD" clId="Web-{C316DF4B-454D-36FA-BB6A-6231EA9A8D64}" dt="2026-03-17T01:17:40.886" v="1520" actId="20577"/>
        <pc:sldMkLst>
          <pc:docMk/>
          <pc:sldMk cId="281606284" sldId="307"/>
        </pc:sldMkLst>
        <pc:spChg chg="mod">
          <ac:chgData name="REIMONDO NAHUEL ALEJO" userId="S::nreimondo@uade.edu.ar::6321e4ea-f963-4ffe-8417-f757321f65f7" providerId="AD" clId="Web-{C316DF4B-454D-36FA-BB6A-6231EA9A8D64}" dt="2026-03-17T01:17:40.886" v="1520" actId="20577"/>
          <ac:spMkLst>
            <pc:docMk/>
            <pc:sldMk cId="281606284" sldId="307"/>
            <ac:spMk id="3" creationId="{EDDAD34C-0C29-A2A1-0D52-ABD9F130A40A}"/>
          </ac:spMkLst>
        </pc:spChg>
        <pc:picChg chg="del">
          <ac:chgData name="REIMONDO NAHUEL ALEJO" userId="S::nreimondo@uade.edu.ar::6321e4ea-f963-4ffe-8417-f757321f65f7" providerId="AD" clId="Web-{C316DF4B-454D-36FA-BB6A-6231EA9A8D64}" dt="2026-03-17T01:13:43.258" v="1381"/>
          <ac:picMkLst>
            <pc:docMk/>
            <pc:sldMk cId="281606284" sldId="307"/>
            <ac:picMk id="4" creationId="{C8152511-314A-8D8A-B8DC-5C1A969DD86F}"/>
          </ac:picMkLst>
        </pc:picChg>
      </pc:sldChg>
      <pc:sldChg chg="add ord replId">
        <pc:chgData name="REIMONDO NAHUEL ALEJO" userId="S::nreimondo@uade.edu.ar::6321e4ea-f963-4ffe-8417-f757321f65f7" providerId="AD" clId="Web-{C316DF4B-454D-36FA-BB6A-6231EA9A8D64}" dt="2026-03-17T01:14:39.024" v="1460"/>
        <pc:sldMkLst>
          <pc:docMk/>
          <pc:sldMk cId="4028035621" sldId="308"/>
        </pc:sldMkLst>
      </pc:sldChg>
      <pc:sldChg chg="modSp add ord replId">
        <pc:chgData name="REIMONDO NAHUEL ALEJO" userId="S::nreimondo@uade.edu.ar::6321e4ea-f963-4ffe-8417-f757321f65f7" providerId="AD" clId="Web-{C316DF4B-454D-36FA-BB6A-6231EA9A8D64}" dt="2026-03-17T01:24:20.146" v="1859" actId="20577"/>
        <pc:sldMkLst>
          <pc:docMk/>
          <pc:sldMk cId="3637918834" sldId="309"/>
        </pc:sldMkLst>
        <pc:spChg chg="mod">
          <ac:chgData name="REIMONDO NAHUEL ALEJO" userId="S::nreimondo@uade.edu.ar::6321e4ea-f963-4ffe-8417-f757321f65f7" providerId="AD" clId="Web-{C316DF4B-454D-36FA-BB6A-6231EA9A8D64}" dt="2026-03-17T01:22:57.373" v="1715" actId="14100"/>
          <ac:spMkLst>
            <pc:docMk/>
            <pc:sldMk cId="3637918834" sldId="309"/>
            <ac:spMk id="2" creationId="{CB4FEAF3-82A9-5275-8F59-CB9E7FCC871D}"/>
          </ac:spMkLst>
        </pc:spChg>
        <pc:spChg chg="mod">
          <ac:chgData name="REIMONDO NAHUEL ALEJO" userId="S::nreimondo@uade.edu.ar::6321e4ea-f963-4ffe-8417-f757321f65f7" providerId="AD" clId="Web-{C316DF4B-454D-36FA-BB6A-6231EA9A8D64}" dt="2026-03-17T01:24:20.146" v="1859" actId="20577"/>
          <ac:spMkLst>
            <pc:docMk/>
            <pc:sldMk cId="3637918834" sldId="309"/>
            <ac:spMk id="3" creationId="{0078F7F6-557E-9550-49AC-6DEBDB8BAAE5}"/>
          </ac:spMkLst>
        </pc:spChg>
      </pc:sldChg>
      <pc:sldChg chg="add replId">
        <pc:chgData name="REIMONDO NAHUEL ALEJO" userId="S::nreimondo@uade.edu.ar::6321e4ea-f963-4ffe-8417-f757321f65f7" providerId="AD" clId="Web-{C316DF4B-454D-36FA-BB6A-6231EA9A8D64}" dt="2026-03-17T01:22:44.107" v="1712"/>
        <pc:sldMkLst>
          <pc:docMk/>
          <pc:sldMk cId="4031377361" sldId="310"/>
        </pc:sldMkLst>
      </pc:sldChg>
      <pc:sldChg chg="addSp delSp modSp add replId">
        <pc:chgData name="REIMONDO NAHUEL ALEJO" userId="S::nreimondo@uade.edu.ar::6321e4ea-f963-4ffe-8417-f757321f65f7" providerId="AD" clId="Web-{C316DF4B-454D-36FA-BB6A-6231EA9A8D64}" dt="2026-03-17T01:26:59.786" v="1941" actId="14100"/>
        <pc:sldMkLst>
          <pc:docMk/>
          <pc:sldMk cId="424706312" sldId="311"/>
        </pc:sldMkLst>
        <pc:spChg chg="del mod">
          <ac:chgData name="REIMONDO NAHUEL ALEJO" userId="S::nreimondo@uade.edu.ar::6321e4ea-f963-4ffe-8417-f757321f65f7" providerId="AD" clId="Web-{C316DF4B-454D-36FA-BB6A-6231EA9A8D64}" dt="2026-03-17T01:24:28.038" v="1862"/>
          <ac:spMkLst>
            <pc:docMk/>
            <pc:sldMk cId="424706312" sldId="311"/>
            <ac:spMk id="3" creationId="{E16C4343-A96F-2395-DB96-BF3C6F7D961F}"/>
          </ac:spMkLst>
        </pc:spChg>
        <pc:spChg chg="add del mod">
          <ac:chgData name="REIMONDO NAHUEL ALEJO" userId="S::nreimondo@uade.edu.ar::6321e4ea-f963-4ffe-8417-f757321f65f7" providerId="AD" clId="Web-{C316DF4B-454D-36FA-BB6A-6231EA9A8D64}" dt="2026-03-17T01:25:28.419" v="1863"/>
          <ac:spMkLst>
            <pc:docMk/>
            <pc:sldMk cId="424706312" sldId="311"/>
            <ac:spMk id="5" creationId="{E4CF9A0F-47DC-5B10-9006-61716BD1D915}"/>
          </ac:spMkLst>
        </pc:spChg>
        <pc:spChg chg="add mod">
          <ac:chgData name="REIMONDO NAHUEL ALEJO" userId="S::nreimondo@uade.edu.ar::6321e4ea-f963-4ffe-8417-f757321f65f7" providerId="AD" clId="Web-{C316DF4B-454D-36FA-BB6A-6231EA9A8D64}" dt="2026-03-17T01:26:53.536" v="1940" actId="20577"/>
          <ac:spMkLst>
            <pc:docMk/>
            <pc:sldMk cId="424706312" sldId="311"/>
            <ac:spMk id="8" creationId="{B3A798A3-D752-4A94-D309-0F3026957502}"/>
          </ac:spMkLst>
        </pc:spChg>
        <pc:picChg chg="add mod ord">
          <ac:chgData name="REIMONDO NAHUEL ALEJO" userId="S::nreimondo@uade.edu.ar::6321e4ea-f963-4ffe-8417-f757321f65f7" providerId="AD" clId="Web-{C316DF4B-454D-36FA-BB6A-6231EA9A8D64}" dt="2026-03-17T01:26:59.786" v="1941" actId="14100"/>
          <ac:picMkLst>
            <pc:docMk/>
            <pc:sldMk cId="424706312" sldId="311"/>
            <ac:picMk id="6" creationId="{966C7A1B-D1A6-2616-37DA-E817359BD613}"/>
          </ac:picMkLst>
        </pc:picChg>
      </pc:sldChg>
      <pc:sldChg chg="modSp add replId">
        <pc:chgData name="REIMONDO NAHUEL ALEJO" userId="S::nreimondo@uade.edu.ar::6321e4ea-f963-4ffe-8417-f757321f65f7" providerId="AD" clId="Web-{C316DF4B-454D-36FA-BB6A-6231EA9A8D64}" dt="2026-03-17T01:53:15.640" v="2032" actId="20577"/>
        <pc:sldMkLst>
          <pc:docMk/>
          <pc:sldMk cId="4204743594" sldId="312"/>
        </pc:sldMkLst>
        <pc:spChg chg="mod">
          <ac:chgData name="REIMONDO NAHUEL ALEJO" userId="S::nreimondo@uade.edu.ar::6321e4ea-f963-4ffe-8417-f757321f65f7" providerId="AD" clId="Web-{C316DF4B-454D-36FA-BB6A-6231EA9A8D64}" dt="2026-03-17T01:53:15.640" v="2032" actId="20577"/>
          <ac:spMkLst>
            <pc:docMk/>
            <pc:sldMk cId="4204743594" sldId="312"/>
            <ac:spMk id="3" creationId="{0BADB020-8A56-5717-76C9-1B818FEA466C}"/>
          </ac:spMkLst>
        </pc:spChg>
      </pc:sldChg>
      <pc:sldChg chg="addSp delSp modSp add replId">
        <pc:chgData name="REIMONDO NAHUEL ALEJO" userId="S::nreimondo@uade.edu.ar::6321e4ea-f963-4ffe-8417-f757321f65f7" providerId="AD" clId="Web-{C316DF4B-454D-36FA-BB6A-6231EA9A8D64}" dt="2026-03-17T01:53:56.422" v="2037" actId="14100"/>
        <pc:sldMkLst>
          <pc:docMk/>
          <pc:sldMk cId="1853526103" sldId="313"/>
        </pc:sldMkLst>
        <pc:spChg chg="del">
          <ac:chgData name="REIMONDO NAHUEL ALEJO" userId="S::nreimondo@uade.edu.ar::6321e4ea-f963-4ffe-8417-f757321f65f7" providerId="AD" clId="Web-{C316DF4B-454D-36FA-BB6A-6231EA9A8D64}" dt="2026-03-17T01:53:52.141" v="2036"/>
          <ac:spMkLst>
            <pc:docMk/>
            <pc:sldMk cId="1853526103" sldId="313"/>
            <ac:spMk id="3" creationId="{F1CA5D93-4107-9CA8-5AB6-201A0B8B19F5}"/>
          </ac:spMkLst>
        </pc:spChg>
        <pc:spChg chg="add mod">
          <ac:chgData name="REIMONDO NAHUEL ALEJO" userId="S::nreimondo@uade.edu.ar::6321e4ea-f963-4ffe-8417-f757321f65f7" providerId="AD" clId="Web-{C316DF4B-454D-36FA-BB6A-6231EA9A8D64}" dt="2026-03-17T01:53:52.141" v="2036"/>
          <ac:spMkLst>
            <pc:docMk/>
            <pc:sldMk cId="1853526103" sldId="313"/>
            <ac:spMk id="6" creationId="{2CCC67F0-5EE9-3AA5-87D0-25A76B667982}"/>
          </ac:spMkLst>
        </pc:spChg>
        <pc:picChg chg="add mod">
          <ac:chgData name="REIMONDO NAHUEL ALEJO" userId="S::nreimondo@uade.edu.ar::6321e4ea-f963-4ffe-8417-f757321f65f7" providerId="AD" clId="Web-{C316DF4B-454D-36FA-BB6A-6231EA9A8D64}" dt="2026-03-17T01:53:56.422" v="2037" actId="14100"/>
          <ac:picMkLst>
            <pc:docMk/>
            <pc:sldMk cId="1853526103" sldId="313"/>
            <ac:picMk id="4" creationId="{0828CF10-7507-999F-BB1F-809672DDC2E5}"/>
          </ac:picMkLst>
        </pc:picChg>
      </pc:sldChg>
      <pc:sldChg chg="addSp delSp modSp add replId">
        <pc:chgData name="REIMONDO NAHUEL ALEJO" userId="S::nreimondo@uade.edu.ar::6321e4ea-f963-4ffe-8417-f757321f65f7" providerId="AD" clId="Web-{C316DF4B-454D-36FA-BB6A-6231EA9A8D64}" dt="2026-03-17T01:54:55.892" v="2042" actId="1076"/>
        <pc:sldMkLst>
          <pc:docMk/>
          <pc:sldMk cId="3290124397" sldId="314"/>
        </pc:sldMkLst>
        <pc:spChg chg="del">
          <ac:chgData name="REIMONDO NAHUEL ALEJO" userId="S::nreimondo@uade.edu.ar::6321e4ea-f963-4ffe-8417-f757321f65f7" providerId="AD" clId="Web-{C316DF4B-454D-36FA-BB6A-6231EA9A8D64}" dt="2026-03-17T01:54:44.001" v="2040"/>
          <ac:spMkLst>
            <pc:docMk/>
            <pc:sldMk cId="3290124397" sldId="314"/>
            <ac:spMk id="6" creationId="{E1F87860-1856-BEDF-12B3-4AE084FF3513}"/>
          </ac:spMkLst>
        </pc:spChg>
        <pc:picChg chg="add mod ord">
          <ac:chgData name="REIMONDO NAHUEL ALEJO" userId="S::nreimondo@uade.edu.ar::6321e4ea-f963-4ffe-8417-f757321f65f7" providerId="AD" clId="Web-{C316DF4B-454D-36FA-BB6A-6231EA9A8D64}" dt="2026-03-17T01:54:55.892" v="2042" actId="1076"/>
          <ac:picMkLst>
            <pc:docMk/>
            <pc:sldMk cId="3290124397" sldId="314"/>
            <ac:picMk id="3" creationId="{1336E627-72C4-B75E-9580-2AF456A9E1DB}"/>
          </ac:picMkLst>
        </pc:picChg>
        <pc:picChg chg="del">
          <ac:chgData name="REIMONDO NAHUEL ALEJO" userId="S::nreimondo@uade.edu.ar::6321e4ea-f963-4ffe-8417-f757321f65f7" providerId="AD" clId="Web-{C316DF4B-454D-36FA-BB6A-6231EA9A8D64}" dt="2026-03-17T01:54:42.391" v="2039"/>
          <ac:picMkLst>
            <pc:docMk/>
            <pc:sldMk cId="3290124397" sldId="314"/>
            <ac:picMk id="4" creationId="{AFE276F7-E2BB-FBAB-2955-FD5597910F69}"/>
          </ac:picMkLst>
        </pc:picChg>
      </pc:sldChg>
      <pc:sldChg chg="add del replId">
        <pc:chgData name="REIMONDO NAHUEL ALEJO" userId="S::nreimondo@uade.edu.ar::6321e4ea-f963-4ffe-8417-f757321f65f7" providerId="AD" clId="Web-{C316DF4B-454D-36FA-BB6A-6231EA9A8D64}" dt="2026-03-17T01:55:17.158" v="2046"/>
        <pc:sldMkLst>
          <pc:docMk/>
          <pc:sldMk cId="3081855313" sldId="315"/>
        </pc:sldMkLst>
      </pc:sldChg>
      <pc:sldChg chg="modSp add ord replId">
        <pc:chgData name="REIMONDO NAHUEL ALEJO" userId="S::nreimondo@uade.edu.ar::6321e4ea-f963-4ffe-8417-f757321f65f7" providerId="AD" clId="Web-{C316DF4B-454D-36FA-BB6A-6231EA9A8D64}" dt="2026-03-17T01:55:56.209" v="2102" actId="20577"/>
        <pc:sldMkLst>
          <pc:docMk/>
          <pc:sldMk cId="2389209947" sldId="316"/>
        </pc:sldMkLst>
        <pc:spChg chg="mod">
          <ac:chgData name="REIMONDO NAHUEL ALEJO" userId="S::nreimondo@uade.edu.ar::6321e4ea-f963-4ffe-8417-f757321f65f7" providerId="AD" clId="Web-{C316DF4B-454D-36FA-BB6A-6231EA9A8D64}" dt="2026-03-17T01:55:56.209" v="2102" actId="20577"/>
          <ac:spMkLst>
            <pc:docMk/>
            <pc:sldMk cId="2389209947" sldId="316"/>
            <ac:spMk id="3" creationId="{D22D7D5B-DEC2-DAEF-86AC-6413E8E363EA}"/>
          </ac:spMkLst>
        </pc:spChg>
      </pc:sldChg>
      <pc:sldChg chg="modSp add replId">
        <pc:chgData name="REIMONDO NAHUEL ALEJO" userId="S::nreimondo@uade.edu.ar::6321e4ea-f963-4ffe-8417-f757321f65f7" providerId="AD" clId="Web-{C316DF4B-454D-36FA-BB6A-6231EA9A8D64}" dt="2026-03-17T02:01:01.026" v="2405" actId="20577"/>
        <pc:sldMkLst>
          <pc:docMk/>
          <pc:sldMk cId="2655990497" sldId="317"/>
        </pc:sldMkLst>
        <pc:spChg chg="mod">
          <ac:chgData name="REIMONDO NAHUEL ALEJO" userId="S::nreimondo@uade.edu.ar::6321e4ea-f963-4ffe-8417-f757321f65f7" providerId="AD" clId="Web-{C316DF4B-454D-36FA-BB6A-6231EA9A8D64}" dt="2026-03-17T01:57:18.842" v="2110" actId="14100"/>
          <ac:spMkLst>
            <pc:docMk/>
            <pc:sldMk cId="2655990497" sldId="317"/>
            <ac:spMk id="2" creationId="{66EE15E9-EDE8-0FE5-ABD2-237AEB624601}"/>
          </ac:spMkLst>
        </pc:spChg>
        <pc:spChg chg="mod">
          <ac:chgData name="REIMONDO NAHUEL ALEJO" userId="S::nreimondo@uade.edu.ar::6321e4ea-f963-4ffe-8417-f757321f65f7" providerId="AD" clId="Web-{C316DF4B-454D-36FA-BB6A-6231EA9A8D64}" dt="2026-03-17T02:01:01.026" v="2405" actId="20577"/>
          <ac:spMkLst>
            <pc:docMk/>
            <pc:sldMk cId="2655990497" sldId="317"/>
            <ac:spMk id="3" creationId="{0A4281BC-2272-A6E3-05E0-F2CA17FC64A8}"/>
          </ac:spMkLst>
        </pc:spChg>
      </pc:sldChg>
      <pc:sldChg chg="modSp add replId">
        <pc:chgData name="REIMONDO NAHUEL ALEJO" userId="S::nreimondo@uade.edu.ar::6321e4ea-f963-4ffe-8417-f757321f65f7" providerId="AD" clId="Web-{C316DF4B-454D-36FA-BB6A-6231EA9A8D64}" dt="2026-03-17T02:04:07.109" v="2705" actId="20577"/>
        <pc:sldMkLst>
          <pc:docMk/>
          <pc:sldMk cId="2222947201" sldId="318"/>
        </pc:sldMkLst>
        <pc:spChg chg="mod">
          <ac:chgData name="REIMONDO NAHUEL ALEJO" userId="S::nreimondo@uade.edu.ar::6321e4ea-f963-4ffe-8417-f757321f65f7" providerId="AD" clId="Web-{C316DF4B-454D-36FA-BB6A-6231EA9A8D64}" dt="2026-03-17T02:04:07.109" v="2705" actId="20577"/>
          <ac:spMkLst>
            <pc:docMk/>
            <pc:sldMk cId="2222947201" sldId="318"/>
            <ac:spMk id="3" creationId="{0728356F-34D3-0D4A-BA21-4B4A02E7BAD7}"/>
          </ac:spMkLst>
        </pc:spChg>
      </pc:sldChg>
      <pc:sldChg chg="modSp add replId">
        <pc:chgData name="REIMONDO NAHUEL ALEJO" userId="S::nreimondo@uade.edu.ar::6321e4ea-f963-4ffe-8417-f757321f65f7" providerId="AD" clId="Web-{C316DF4B-454D-36FA-BB6A-6231EA9A8D64}" dt="2026-03-17T02:05:36.283" v="2852" actId="20577"/>
        <pc:sldMkLst>
          <pc:docMk/>
          <pc:sldMk cId="1943384835" sldId="319"/>
        </pc:sldMkLst>
        <pc:spChg chg="mod">
          <ac:chgData name="REIMONDO NAHUEL ALEJO" userId="S::nreimondo@uade.edu.ar::6321e4ea-f963-4ffe-8417-f757321f65f7" providerId="AD" clId="Web-{C316DF4B-454D-36FA-BB6A-6231EA9A8D64}" dt="2026-03-17T02:05:36.283" v="2852" actId="20577"/>
          <ac:spMkLst>
            <pc:docMk/>
            <pc:sldMk cId="1943384835" sldId="319"/>
            <ac:spMk id="3" creationId="{F9CD4EC2-F8C7-A439-BB70-366A5C1FD8A2}"/>
          </ac:spMkLst>
        </pc:spChg>
      </pc:sldChg>
      <pc:sldChg chg="addSp modSp add replId">
        <pc:chgData name="REIMONDO NAHUEL ALEJO" userId="S::nreimondo@uade.edu.ar::6321e4ea-f963-4ffe-8417-f757321f65f7" providerId="AD" clId="Web-{C316DF4B-454D-36FA-BB6A-6231EA9A8D64}" dt="2026-03-17T02:06:25.581" v="2856" actId="14100"/>
        <pc:sldMkLst>
          <pc:docMk/>
          <pc:sldMk cId="1103458663" sldId="320"/>
        </pc:sldMkLst>
        <pc:picChg chg="add mod">
          <ac:chgData name="REIMONDO NAHUEL ALEJO" userId="S::nreimondo@uade.edu.ar::6321e4ea-f963-4ffe-8417-f757321f65f7" providerId="AD" clId="Web-{C316DF4B-454D-36FA-BB6A-6231EA9A8D64}" dt="2026-03-17T02:06:25.581" v="2856" actId="14100"/>
          <ac:picMkLst>
            <pc:docMk/>
            <pc:sldMk cId="1103458663" sldId="320"/>
            <ac:picMk id="4" creationId="{6429ACCA-118D-FE17-B280-CF8CBDBC5E1E}"/>
          </ac:picMkLst>
        </pc:picChg>
      </pc:sldChg>
      <pc:sldChg chg="delSp modSp add replId">
        <pc:chgData name="REIMONDO NAHUEL ALEJO" userId="S::nreimondo@uade.edu.ar::6321e4ea-f963-4ffe-8417-f757321f65f7" providerId="AD" clId="Web-{C316DF4B-454D-36FA-BB6A-6231EA9A8D64}" dt="2026-03-17T02:12:23.149" v="2996" actId="20577"/>
        <pc:sldMkLst>
          <pc:docMk/>
          <pc:sldMk cId="2576819305" sldId="321"/>
        </pc:sldMkLst>
        <pc:spChg chg="mod">
          <ac:chgData name="REIMONDO NAHUEL ALEJO" userId="S::nreimondo@uade.edu.ar::6321e4ea-f963-4ffe-8417-f757321f65f7" providerId="AD" clId="Web-{C316DF4B-454D-36FA-BB6A-6231EA9A8D64}" dt="2026-03-17T02:08:54.099" v="2860" actId="20577"/>
          <ac:spMkLst>
            <pc:docMk/>
            <pc:sldMk cId="2576819305" sldId="321"/>
            <ac:spMk id="2" creationId="{4284A998-5DC0-928B-A040-CBC95277FBD5}"/>
          </ac:spMkLst>
        </pc:spChg>
        <pc:spChg chg="mod">
          <ac:chgData name="REIMONDO NAHUEL ALEJO" userId="S::nreimondo@uade.edu.ar::6321e4ea-f963-4ffe-8417-f757321f65f7" providerId="AD" clId="Web-{C316DF4B-454D-36FA-BB6A-6231EA9A8D64}" dt="2026-03-17T02:12:23.149" v="2996" actId="20577"/>
          <ac:spMkLst>
            <pc:docMk/>
            <pc:sldMk cId="2576819305" sldId="321"/>
            <ac:spMk id="3" creationId="{04D4F8B2-B027-0B73-7069-797B606E72B7}"/>
          </ac:spMkLst>
        </pc:spChg>
        <pc:picChg chg="del">
          <ac:chgData name="REIMONDO NAHUEL ALEJO" userId="S::nreimondo@uade.edu.ar::6321e4ea-f963-4ffe-8417-f757321f65f7" providerId="AD" clId="Web-{C316DF4B-454D-36FA-BB6A-6231EA9A8D64}" dt="2026-03-17T02:09:07.474" v="2861"/>
          <ac:picMkLst>
            <pc:docMk/>
            <pc:sldMk cId="2576819305" sldId="321"/>
            <ac:picMk id="4" creationId="{664B02F2-6F0E-530C-1CB0-C6FD1D8C434B}"/>
          </ac:picMkLst>
        </pc:picChg>
      </pc:sldChg>
      <pc:sldChg chg="add ord replId">
        <pc:chgData name="REIMONDO NAHUEL ALEJO" userId="S::nreimondo@uade.edu.ar::6321e4ea-f963-4ffe-8417-f757321f65f7" providerId="AD" clId="Web-{C316DF4B-454D-36FA-BB6A-6231EA9A8D64}" dt="2026-03-17T02:14:19.957" v="2998"/>
        <pc:sldMkLst>
          <pc:docMk/>
          <pc:sldMk cId="172960954" sldId="32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16/03/2026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16/03/2026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16/03/2026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16/03/2026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16/03/2026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16/03/2026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3722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8371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52171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0331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6848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0678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3891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125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5360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44710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9616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16/03/2026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1618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photonengine.com/sdks#pun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744045-6B2A-E256-85A5-5DF14D852F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6080" r="9091"/>
          <a:stretch>
            <a:fillRect/>
          </a:stretch>
        </p:blipFill>
        <p:spPr>
          <a:xfrm>
            <a:off x="1" y="1"/>
            <a:ext cx="12191999" cy="6857999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2E284DE-AB43-1296-3166-892F44A3A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57195" y="701964"/>
            <a:ext cx="5370950" cy="3640303"/>
          </a:xfrm>
        </p:spPr>
        <p:txBody>
          <a:bodyPr anchor="t">
            <a:normAutofit/>
          </a:bodyPr>
          <a:lstStyle/>
          <a:p>
            <a:r>
              <a:rPr lang="es-ES" sz="6000">
                <a:solidFill>
                  <a:srgbClr val="FFFFFF"/>
                </a:solidFill>
              </a:rPr>
              <a:t>Juegos en Red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8090" y="5253050"/>
            <a:ext cx="3888419" cy="969264"/>
          </a:xfrm>
        </p:spPr>
        <p:txBody>
          <a:bodyPr anchor="t">
            <a:normAutofit/>
          </a:bodyPr>
          <a:lstStyle/>
          <a:p>
            <a:r>
              <a:rPr lang="es-ES" sz="2000">
                <a:solidFill>
                  <a:srgbClr val="FFFFFF"/>
                </a:solidFill>
              </a:rPr>
              <a:t>Estado de juego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0329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15211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247CA-3BA6-8CE0-2A03-CC99C31CD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/>
              <a:t>Contenido</a:t>
            </a:r>
            <a:r>
              <a:rPr lang="en-US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E8B45-DA18-519A-D53B-F5CDCDAAD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AR" b="1">
                <a:latin typeface="Grandview Display"/>
              </a:rPr>
              <a:t>Qué se entiende por Estado de Juego</a:t>
            </a:r>
            <a:endParaRPr lang="es-AR" b="1" dirty="0">
              <a:latin typeface="Grandview Display"/>
            </a:endParaRPr>
          </a:p>
          <a:p>
            <a:r>
              <a:rPr lang="es-AR" b="1" dirty="0">
                <a:latin typeface="Grandview Display"/>
              </a:rPr>
              <a:t>Cómo podemos rep</a:t>
            </a:r>
            <a:r>
              <a:rPr lang="es-AR" b="1">
                <a:latin typeface="Grandview Display"/>
              </a:rPr>
              <a:t>licarlo</a:t>
            </a:r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n-US" dirty="0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572092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7264DA-9C56-7D1E-740D-C3FD77D47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4FD30-69A4-F051-EF2D-705734672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/>
              <a:t>Estado de Juego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98982-91A4-7262-7295-3B0BB65C7A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Entendemos como Estado de juego o </a:t>
            </a:r>
            <a:r>
              <a:rPr lang="es-AR" b="1" dirty="0" err="1">
                <a:latin typeface="Grandview Display"/>
              </a:rPr>
              <a:t>Game</a:t>
            </a:r>
            <a:r>
              <a:rPr lang="es-AR" b="1" dirty="0">
                <a:latin typeface="Grandview Display"/>
              </a:rPr>
              <a:t> </a:t>
            </a:r>
            <a:r>
              <a:rPr lang="es-AR" b="1" dirty="0" err="1">
                <a:latin typeface="Grandview Display"/>
              </a:rPr>
              <a:t>State</a:t>
            </a:r>
            <a:r>
              <a:rPr lang="es-AR" b="1" dirty="0">
                <a:latin typeface="Grandview Display"/>
              </a:rPr>
              <a:t> a toda la información quede debe replicarse o sincronizarse para que el juego funcione.</a:t>
            </a:r>
          </a:p>
          <a:p>
            <a:pPr marL="0" indent="0">
              <a:buNone/>
            </a:pPr>
            <a:r>
              <a:rPr lang="es-AR" b="1">
                <a:latin typeface="Grandview Display"/>
              </a:rPr>
              <a:t>Esto engloba tanto al funcionamiento principal como a las mecánicas que hacen al juego.</a:t>
            </a:r>
            <a:endParaRPr lang="es-AR" b="1" dirty="0">
              <a:latin typeface="Grandview Display"/>
            </a:endParaRP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Sincronizar lo necesario para que todas las </a:t>
            </a:r>
            <a:r>
              <a:rPr lang="es-AR" b="1" dirty="0" err="1">
                <a:latin typeface="Grandview Display"/>
              </a:rPr>
              <a:t>features</a:t>
            </a:r>
            <a:r>
              <a:rPr lang="es-AR" b="1" dirty="0">
                <a:latin typeface="Grandview Display"/>
              </a:rPr>
              <a:t> del juego funcionen.</a:t>
            </a:r>
          </a:p>
          <a:p>
            <a:pPr marL="0" indent="0">
              <a:buNone/>
            </a:pPr>
            <a:r>
              <a:rPr lang="es-AR" b="1">
                <a:latin typeface="Grandview Display"/>
              </a:rPr>
              <a:t>Todos los datos que, en algún momento, pasaran por la red.</a:t>
            </a:r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n-US" dirty="0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620317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82D5BA-F27F-1EC1-BCC9-5B34A1E53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31525-7FD5-196A-312B-EBA4A6C8C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/>
              <a:t>Estado de Juego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75493-0D13-3B64-FE42-2548438B4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Entonces para </a:t>
            </a:r>
            <a:r>
              <a:rPr lang="es-AR" b="1">
                <a:latin typeface="Grandview Display"/>
              </a:rPr>
              <a:t>sincronizar</a:t>
            </a:r>
            <a:r>
              <a:rPr lang="es-AR" b="1" dirty="0">
                <a:latin typeface="Grandview Display"/>
              </a:rPr>
              <a:t> estos datos </a:t>
            </a:r>
            <a:r>
              <a:rPr lang="es-AR" b="1">
                <a:latin typeface="Grandview Display"/>
              </a:rPr>
              <a:t>necesitamos que viajen por la red.</a:t>
            </a:r>
            <a:endParaRPr lang="es-AR" b="1" dirty="0">
              <a:latin typeface="Grandview Display"/>
            </a:endParaRP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Que alguien los envíe y que alguien los reciba y actúe en conse</a:t>
            </a:r>
            <a:r>
              <a:rPr lang="es-AR" b="1">
                <a:latin typeface="Grandview Display"/>
              </a:rPr>
              <a:t>cuencia.</a:t>
            </a:r>
            <a:endParaRPr lang="es-AR" b="1" dirty="0">
              <a:latin typeface="Grandview Display"/>
            </a:endParaRP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n-US" dirty="0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981644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311907-720E-4253-70F7-6766F86FA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1CCC2-562A-7CA3-A2FC-6B05F1C28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/>
              <a:t>Sincronización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9913C-72E1-65DD-FFBC-E5C3437ED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>
                <a:latin typeface="Grandview Display"/>
              </a:rPr>
              <a:t>Vamos a ver que hay varias formas de replicar o sincronizar la información que recibimos.</a:t>
            </a:r>
            <a:endParaRPr lang="es-AR" b="1" dirty="0">
              <a:latin typeface="Grandview Display"/>
            </a:endParaRP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En todas ellas se aplican varios conceptos a la hora de decidir qué </a:t>
            </a:r>
            <a:r>
              <a:rPr lang="es-AR" b="1">
                <a:latin typeface="Grandview Display"/>
              </a:rPr>
              <a:t>hacer.</a:t>
            </a:r>
          </a:p>
          <a:p>
            <a:pPr marL="457200" indent="-457200"/>
            <a:r>
              <a:rPr lang="es-AR" b="1">
                <a:latin typeface="Grandview Display"/>
              </a:rPr>
              <a:t>Qué información es válida y cuál no. </a:t>
            </a:r>
          </a:p>
          <a:p>
            <a:pPr marL="457200" indent="-457200"/>
            <a:r>
              <a:rPr lang="es-AR" b="1">
                <a:latin typeface="Grandview Display"/>
              </a:rPr>
              <a:t>Qué Actor tiene la última palabra.</a:t>
            </a:r>
            <a:endParaRPr lang="es-AR" b="1" dirty="0">
              <a:latin typeface="Grandview Display"/>
            </a:endParaRPr>
          </a:p>
          <a:p>
            <a:pPr marL="457200" indent="-457200"/>
            <a:r>
              <a:rPr lang="es-AR" b="1">
                <a:latin typeface="Grandview Display"/>
              </a:rPr>
              <a:t>Cómo llegar a la sincronización sin que el usuario note cambios bruscos</a:t>
            </a:r>
            <a:endParaRPr lang="es-AR" b="1" dirty="0">
              <a:latin typeface="Grandview Display"/>
            </a:endParaRPr>
          </a:p>
          <a:p>
            <a:pPr marL="457200" indent="-457200"/>
            <a:r>
              <a:rPr lang="es-AR" b="1">
                <a:latin typeface="Grandview Display"/>
              </a:rPr>
              <a:t>Etc.</a:t>
            </a:r>
            <a:endParaRPr lang="es-AR" b="1" dirty="0">
              <a:latin typeface="Grandview Display"/>
            </a:endParaRP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n-US" dirty="0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257496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EE51DB-B4A0-7FDA-A154-7AA61912F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D1B8D-D1ED-1BDC-C83F-48831F73A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/>
              <a:t>Sincronización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B5247-C517-F8AE-83D1-528B99507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err="1">
                <a:latin typeface="Grandview Display"/>
              </a:rPr>
              <a:t>Photon</a:t>
            </a:r>
            <a:r>
              <a:rPr lang="es-AR" b="1" dirty="0">
                <a:latin typeface="Grandview Display"/>
              </a:rPr>
              <a:t> (PUN) nos proveerá bastantes herramientas para desligarnos de varios aspectos más técnicos. Sin embargo, siempre podemos elegir hacerlo a mano, o buscar mejores </a:t>
            </a:r>
            <a:r>
              <a:rPr lang="es-AR" b="1">
                <a:latin typeface="Grandview Display"/>
              </a:rPr>
              <a:t>formas, que funcionen para nuestro juego</a:t>
            </a:r>
            <a:endParaRPr lang="en-US" dirty="0"/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n-US" dirty="0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213283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30BA92-D07A-5C88-CE9C-B803F2B92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633BB-C81D-DAB5-1848-9741E189F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10326188" cy="414468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AR" sz="5400"/>
              <a:t>¿Preguntas? ¿Consultas? ¿Inquietudes?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76E05-0AE5-F688-B8D3-2C31EAD1A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 lang="es-AR" dirty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037326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907197-30A1-757D-E472-03B5A34A6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F5689DA5-93C6-A562-6AE1-85A6486CBB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C57BAC-3101-643E-7C04-37CC24E019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6080" r="9091"/>
          <a:stretch>
            <a:fillRect/>
          </a:stretch>
        </p:blipFill>
        <p:spPr>
          <a:xfrm>
            <a:off x="1" y="1"/>
            <a:ext cx="12191999" cy="6857999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4D70D345-DDE1-E24F-8A41-E4F69D5017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CD3F60F-369D-2E5D-4F05-6721C22E11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5" y="701964"/>
            <a:ext cx="5370950" cy="3640303"/>
          </a:xfrm>
        </p:spPr>
        <p:txBody>
          <a:bodyPr anchor="t">
            <a:normAutofit/>
          </a:bodyPr>
          <a:lstStyle/>
          <a:p>
            <a:r>
              <a:rPr lang="es-ES" sz="6000">
                <a:solidFill>
                  <a:srgbClr val="FFFFFF"/>
                </a:solidFill>
              </a:rPr>
              <a:t>Juegos en Red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53F7998-012A-3C36-5B8E-0A62112CDF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8090" y="5253050"/>
            <a:ext cx="3888419" cy="969264"/>
          </a:xfrm>
        </p:spPr>
        <p:txBody>
          <a:bodyPr anchor="t">
            <a:normAutofit/>
          </a:bodyPr>
          <a:lstStyle/>
          <a:p>
            <a:r>
              <a:rPr lang="es-ES" sz="2000" dirty="0">
                <a:solidFill>
                  <a:srgbClr val="FFFFFF"/>
                </a:solidFill>
              </a:rPr>
              <a:t>Primeros pasos en </a:t>
            </a:r>
            <a:r>
              <a:rPr lang="es-ES" sz="2000" dirty="0" err="1">
                <a:solidFill>
                  <a:srgbClr val="FFFFFF"/>
                </a:solidFill>
              </a:rPr>
              <a:t>Photon</a:t>
            </a:r>
            <a:endParaRPr lang="es-ES" sz="2000" dirty="0">
              <a:solidFill>
                <a:srgbClr val="FFFFFF"/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B6FD6E7-9B42-4E25-7B90-4042E5FBC3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0329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2872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A70732-C9A9-D815-9358-FA1FCFF48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AF1C2-8FAA-26FF-5688-24AE034C7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/>
              <a:t>Contenido</a:t>
            </a:r>
            <a:r>
              <a:rPr lang="en-US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AEA90-57EB-BA77-1ED2-38F3AC071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AR" b="1">
                <a:latin typeface="Grandview Display"/>
              </a:rPr>
              <a:t>Instalación</a:t>
            </a:r>
          </a:p>
          <a:p>
            <a:r>
              <a:rPr lang="es-AR" b="1">
                <a:latin typeface="Grandview Display"/>
              </a:rPr>
              <a:t>Set Up</a:t>
            </a:r>
            <a:endParaRPr lang="es-AR" b="1" dirty="0">
              <a:latin typeface="Grandview Display"/>
            </a:endParaRPr>
          </a:p>
          <a:p>
            <a:r>
              <a:rPr lang="es-AR" b="1">
                <a:latin typeface="Grandview Display"/>
              </a:rPr>
              <a:t>Creación de Objetos</a:t>
            </a:r>
            <a:endParaRPr lang="es-AR" b="1" dirty="0">
              <a:latin typeface="Grandview Display"/>
            </a:endParaRPr>
          </a:p>
          <a:p>
            <a:r>
              <a:rPr lang="es-AR" b="1">
                <a:latin typeface="Grandview Display"/>
              </a:rPr>
              <a:t>View</a:t>
            </a:r>
            <a:endParaRPr lang="es-AR" b="1" dirty="0">
              <a:latin typeface="Grandview Display"/>
            </a:endParaRPr>
          </a:p>
          <a:p>
            <a:r>
              <a:rPr lang="es-AR" b="1" err="1">
                <a:latin typeface="Grandview Display"/>
              </a:rPr>
              <a:t>OnPhotonSerializeView</a:t>
            </a:r>
            <a:endParaRPr lang="es-AR" b="1" dirty="0">
              <a:latin typeface="Grandview Display"/>
            </a:endParaRPr>
          </a:p>
          <a:p>
            <a:r>
              <a:rPr lang="es-AR" b="1" dirty="0">
                <a:latin typeface="Grandview Display"/>
              </a:rPr>
              <a:t>Otros compo</a:t>
            </a:r>
            <a:r>
              <a:rPr lang="es-AR" b="1">
                <a:latin typeface="Grandview Display"/>
              </a:rPr>
              <a:t>nentes</a:t>
            </a:r>
            <a:endParaRPr lang="es-AR" b="1" dirty="0">
              <a:latin typeface="Grandview Display"/>
            </a:endParaRPr>
          </a:p>
          <a:p>
            <a:r>
              <a:rPr lang="es-AR" b="1" dirty="0">
                <a:latin typeface="Grandview Display"/>
              </a:rPr>
              <a:t>Master </a:t>
            </a:r>
            <a:r>
              <a:rPr lang="es-AR" b="1">
                <a:latin typeface="Grandview Display"/>
              </a:rPr>
              <a:t>Client</a:t>
            </a:r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n-US" dirty="0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0484382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BC2E79-D294-D47D-716E-F0142BC5B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0DE5C-8D06-945A-10CB-87385BC15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/>
              <a:t>PUN</a:t>
            </a:r>
            <a:r>
              <a:rPr lang="en-US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9C286-7758-8457-0737-2195495013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2811" y="1051559"/>
            <a:ext cx="9208198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AR" b="1">
                <a:latin typeface="Grandview Display"/>
              </a:rPr>
              <a:t>Primeros hablemos un poco más de esta herramienta.</a:t>
            </a:r>
          </a:p>
          <a:p>
            <a:r>
              <a:rPr lang="es-AR" b="1" dirty="0">
                <a:latin typeface="Grandview Display"/>
              </a:rPr>
              <a:t>Nos permitirá abstraernos de la impl</a:t>
            </a:r>
            <a:r>
              <a:rPr lang="es-AR" b="1">
                <a:latin typeface="Grandview Display"/>
              </a:rPr>
              <a:t>ementación más cruda de un juego online para enfocarnos solo en aspectos dentro de Unity</a:t>
            </a:r>
            <a:endParaRPr lang="es-AR" b="1" dirty="0">
              <a:latin typeface="Grandview Display"/>
            </a:endParaRPr>
          </a:p>
          <a:p>
            <a:r>
              <a:rPr lang="es-AR" b="1" dirty="0">
                <a:latin typeface="Grandview Display"/>
              </a:rPr>
              <a:t>Para esto </a:t>
            </a:r>
            <a:r>
              <a:rPr lang="es-AR" b="1" err="1">
                <a:latin typeface="Grandview Display"/>
              </a:rPr>
              <a:t>Photon</a:t>
            </a:r>
            <a:r>
              <a:rPr lang="es-AR" b="1" dirty="0">
                <a:latin typeface="Grandview Display"/>
              </a:rPr>
              <a:t> tiene una </a:t>
            </a:r>
            <a:r>
              <a:rPr lang="es-AR" b="1">
                <a:latin typeface="Grandview Display"/>
              </a:rPr>
              <a:t>infraestructura global, de la cuál nosotros podemos hacer uso</a:t>
            </a:r>
          </a:p>
          <a:p>
            <a:r>
              <a:rPr lang="es-AR" b="1">
                <a:latin typeface="Grandview Display"/>
              </a:rPr>
              <a:t>Nosotros utilizaremos una versión gratis, para desarrollo, que tiene sus limitaciones en cantidad de jugadores y consumo de red</a:t>
            </a:r>
            <a:endParaRPr lang="es-AR" b="1" dirty="0">
              <a:latin typeface="Grandview Display"/>
            </a:endParaRPr>
          </a:p>
          <a:p>
            <a:r>
              <a:rPr lang="es-AR" b="1" dirty="0">
                <a:latin typeface="Grandview Display"/>
              </a:rPr>
              <a:t>Por eso, </a:t>
            </a:r>
            <a:r>
              <a:rPr lang="es-AR" b="1" dirty="0" err="1">
                <a:latin typeface="Grandview Display"/>
              </a:rPr>
              <a:t>intentaremo</a:t>
            </a:r>
            <a:r>
              <a:rPr lang="es-AR" b="1" dirty="0">
                <a:latin typeface="Grandview Display"/>
              </a:rPr>
              <a:t> </a:t>
            </a:r>
            <a:r>
              <a:rPr lang="es-AR" b="1" dirty="0" err="1">
                <a:latin typeface="Grandview Display"/>
              </a:rPr>
              <a:t>senfocarnos</a:t>
            </a:r>
            <a:r>
              <a:rPr lang="es-AR" b="1" dirty="0">
                <a:latin typeface="Grandview Display"/>
              </a:rPr>
              <a:t> en juegos que funcionen dentro de estas limitaciones</a:t>
            </a: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n-US" dirty="0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0835097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5FC54F-4AC0-61FA-D925-5D57A1C2C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7BA8D-C6FE-E933-CD1B-87A8C6C6C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/>
              <a:t>PUN</a:t>
            </a:r>
            <a:r>
              <a:rPr lang="en-US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F6AEE-6CAB-12C5-2604-53881A79E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2811" y="1051559"/>
            <a:ext cx="9208198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AR" b="1">
                <a:latin typeface="Grandview Display"/>
              </a:rPr>
              <a:t>Cada juego que utilice los servicios de </a:t>
            </a:r>
            <a:r>
              <a:rPr lang="es-AR" b="1" err="1">
                <a:latin typeface="Grandview Display"/>
              </a:rPr>
              <a:t>Photon</a:t>
            </a:r>
            <a:r>
              <a:rPr lang="es-AR" b="1">
                <a:latin typeface="Grandview Display"/>
              </a:rPr>
              <a:t> deberá estar registrado.</a:t>
            </a:r>
            <a:endParaRPr lang="en-US"/>
          </a:p>
          <a:p>
            <a:r>
              <a:rPr lang="es-AR" b="1" dirty="0">
                <a:latin typeface="Grandview Display"/>
              </a:rPr>
              <a:t>Cada vez que juguemos, habrá una instancia de nuestro juego "dentro" de los servidores de </a:t>
            </a:r>
            <a:r>
              <a:rPr lang="es-AR" b="1" dirty="0" err="1">
                <a:latin typeface="Grandview Display"/>
              </a:rPr>
              <a:t>Photon</a:t>
            </a:r>
            <a:r>
              <a:rPr lang="es-AR" b="1" dirty="0">
                <a:latin typeface="Grandview Display"/>
              </a:rPr>
              <a:t>.</a:t>
            </a:r>
          </a:p>
          <a:p>
            <a:r>
              <a:rPr lang="es-AR" b="1" dirty="0">
                <a:latin typeface="Grandview Display"/>
              </a:rPr>
              <a:t>Eso nos dará varias ventajas que iremos descubriendo, pero también nos limita a una arquitectura en </a:t>
            </a:r>
            <a:r>
              <a:rPr lang="es-AR" b="1">
                <a:latin typeface="Grandview Display"/>
              </a:rPr>
              <a:t>particular.</a:t>
            </a:r>
            <a:endParaRPr lang="es-AR" b="1" dirty="0">
              <a:latin typeface="Grandview Display"/>
            </a:endParaRPr>
          </a:p>
          <a:p>
            <a:r>
              <a:rPr lang="es-AR" b="1" dirty="0">
                <a:latin typeface="Grandview Display"/>
              </a:rPr>
              <a:t>Los jugadores estarán dist</a:t>
            </a:r>
            <a:r>
              <a:rPr lang="es-AR" b="1">
                <a:latin typeface="Grandview Display"/>
              </a:rPr>
              <a:t>ribuidos en:</a:t>
            </a:r>
            <a:endParaRPr lang="es-AR" b="1" dirty="0">
              <a:latin typeface="Grandview Display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s-AR" b="1" dirty="0">
                <a:latin typeface="Grandview Display"/>
              </a:rPr>
              <a:t>Lobbies: Es más que nada </a:t>
            </a:r>
            <a:r>
              <a:rPr lang="es-AR" b="1" err="1">
                <a:latin typeface="Grandview Display"/>
              </a:rPr>
              <a:t>metadata</a:t>
            </a:r>
            <a:r>
              <a:rPr lang="es-AR" b="1" dirty="0">
                <a:latin typeface="Grandview Display"/>
              </a:rPr>
              <a:t> de </a:t>
            </a:r>
            <a:r>
              <a:rPr lang="es-AR" b="1" err="1">
                <a:latin typeface="Grandview Display"/>
              </a:rPr>
              <a:t>Photon</a:t>
            </a:r>
            <a:r>
              <a:rPr lang="es-AR" b="1">
                <a:latin typeface="Grandview Display"/>
              </a:rPr>
              <a:t>, agrupa salas</a:t>
            </a:r>
            <a:endParaRPr lang="es-AR" b="1" dirty="0">
              <a:latin typeface="Grandview Display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s-AR" b="1" err="1">
                <a:latin typeface="Grandview Display"/>
              </a:rPr>
              <a:t>Rooms</a:t>
            </a:r>
            <a:r>
              <a:rPr lang="es-AR" b="1" dirty="0">
                <a:latin typeface="Grandview Display"/>
              </a:rPr>
              <a:t> o Salas: esta es la entidad que engloba una partida, los jugadores dentro de la misma </a:t>
            </a:r>
            <a:r>
              <a:rPr lang="es-AR" b="1" err="1">
                <a:latin typeface="Grandview Display"/>
              </a:rPr>
              <a:t>room</a:t>
            </a:r>
            <a:r>
              <a:rPr lang="es-AR" b="1" dirty="0">
                <a:latin typeface="Grandview Display"/>
              </a:rPr>
              <a:t> estarán enviando y </a:t>
            </a:r>
            <a:r>
              <a:rPr lang="es-AR" b="1">
                <a:latin typeface="Grandview Display"/>
              </a:rPr>
              <a:t>recibiendo mensajes de la partida</a:t>
            </a:r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n-US" dirty="0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5588975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9F01CA-A2EC-9BD7-99A2-1249F59B4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E68D3-9499-AF68-F861-7B4425DE3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/>
              <a:t>PUN</a:t>
            </a:r>
            <a:r>
              <a:rPr lang="en-US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68F1B-B430-0C16-D1D8-E50189139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AR" b="1" dirty="0">
                <a:latin typeface="Grandview Display"/>
                <a:hlinkClick r:id="rId2"/>
              </a:rPr>
              <a:t>SDK</a:t>
            </a:r>
            <a:endParaRPr lang="es-AR" b="1" dirty="0">
              <a:latin typeface="Grandview Display"/>
            </a:endParaRPr>
          </a:p>
          <a:p>
            <a:r>
              <a:rPr lang="es-AR" b="1" dirty="0">
                <a:latin typeface="Grandview Display"/>
              </a:rPr>
              <a:t>Los llevará a Unity </a:t>
            </a:r>
            <a:r>
              <a:rPr lang="es-AR" b="1" dirty="0" err="1">
                <a:latin typeface="Grandview Display"/>
              </a:rPr>
              <a:t>Asset</a:t>
            </a:r>
            <a:r>
              <a:rPr lang="es-AR" b="1" dirty="0">
                <a:latin typeface="Grandview Display"/>
              </a:rPr>
              <a:t> Store</a:t>
            </a: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n-US" dirty="0">
              <a:latin typeface="Aptos" panose="020B000402020202020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C115FF-CCBD-00AA-1B21-31EA4615F5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826" y="2680500"/>
            <a:ext cx="7112001" cy="3297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9359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4FB74B-6A1D-35F5-98A0-2DE1EAD6D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C747C-95F1-72E0-DD03-B4942BA64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/>
              <a:t>PUN</a:t>
            </a:r>
            <a:r>
              <a:rPr lang="en-US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6DE6E-0E79-BE70-84B6-0A036FC40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AR" b="1" dirty="0">
                <a:latin typeface="Grandview Display"/>
              </a:rPr>
              <a:t>Una vez descar</a:t>
            </a:r>
            <a:r>
              <a:rPr lang="es-AR" b="1">
                <a:latin typeface="Grandview Display"/>
              </a:rPr>
              <a:t>gado, pueden importar todo el paquete</a:t>
            </a:r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n-US" dirty="0">
              <a:latin typeface="Aptos" panose="020B000402020202020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07A83D-D861-D361-7D13-C0422C6EA8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538" y="2182325"/>
            <a:ext cx="6029325" cy="44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3627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86108A-A38B-AE9D-4528-5D213011A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1E3D1-6019-5B6F-C77E-518BF734E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/>
              <a:t>PUN</a:t>
            </a:r>
            <a:r>
              <a:rPr lang="en-US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3BE91-D0FD-2FAC-0838-4CF478D140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AR" b="1">
                <a:latin typeface="Grandview Display"/>
              </a:rPr>
              <a:t>Una vez importado les mostrará un cuadro de dialogo para el Set up del proyecto.</a:t>
            </a:r>
            <a:endParaRPr lang="es-AR" b="1" dirty="0">
              <a:latin typeface="Grandview Display"/>
            </a:endParaRPr>
          </a:p>
          <a:p>
            <a:r>
              <a:rPr lang="es-AR" b="1" dirty="0">
                <a:latin typeface="Grandview Display"/>
              </a:rPr>
              <a:t>Pero siempre pueden volver a él por el menú de "Windows-&gt;</a:t>
            </a:r>
            <a:r>
              <a:rPr lang="es-AR" b="1" dirty="0" err="1">
                <a:latin typeface="Grandview Display"/>
              </a:rPr>
              <a:t>Photon</a:t>
            </a:r>
            <a:r>
              <a:rPr lang="es-AR" b="1" dirty="0">
                <a:latin typeface="Grandview Display"/>
              </a:rPr>
              <a:t> Unity </a:t>
            </a:r>
            <a:r>
              <a:rPr lang="es-AR" b="1" dirty="0" err="1">
                <a:latin typeface="Grandview Display"/>
              </a:rPr>
              <a:t>networking</a:t>
            </a:r>
            <a:r>
              <a:rPr lang="es-AR" b="1" dirty="0">
                <a:latin typeface="Grandview Display"/>
              </a:rPr>
              <a:t>-&gt;PUN </a:t>
            </a:r>
            <a:r>
              <a:rPr lang="es-AR" b="1" dirty="0" err="1">
                <a:latin typeface="Grandview Display"/>
              </a:rPr>
              <a:t>Wizard</a:t>
            </a:r>
            <a:r>
              <a:rPr lang="es-AR" b="1" dirty="0">
                <a:latin typeface="Grandview Display"/>
              </a:rPr>
              <a:t>" o </a:t>
            </a:r>
            <a:r>
              <a:rPr lang="es-AR" b="1" dirty="0" err="1">
                <a:latin typeface="Grandview Display"/>
              </a:rPr>
              <a:t>Alt+P</a:t>
            </a: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n-US" dirty="0">
              <a:latin typeface="Aptos" panose="020B000402020202020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F6C0CF-C8E6-8D5B-33F9-F7019C9D2E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975" y="1947129"/>
            <a:ext cx="2823064" cy="4651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7843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534A20-FAF2-ECE7-AE6C-C3251DEAD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F0053-8D6E-578C-C2A5-E5AA1031B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/>
              <a:t>PUN</a:t>
            </a:r>
            <a:r>
              <a:rPr lang="en-US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A5649-95A1-9A7B-6476-2FC111CDD1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AR" b="1" dirty="0">
                <a:latin typeface="Grandview Display"/>
              </a:rPr>
              <a:t>Para poder usar PUN en nuestra aplicación es necesario registrarla en nuestro </a:t>
            </a:r>
            <a:r>
              <a:rPr lang="es-AR" b="1" err="1">
                <a:latin typeface="Grandview Display"/>
              </a:rPr>
              <a:t>dashboard</a:t>
            </a:r>
            <a:r>
              <a:rPr lang="es-AR" b="1">
                <a:latin typeface="Grandview Display"/>
              </a:rPr>
              <a:t> y poner ese ID en Unity.</a:t>
            </a:r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n-US" dirty="0">
              <a:latin typeface="Aptos" panose="020B000402020202020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E70376-FA6B-79B1-A4A7-D74E5FA96B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975" y="1947129"/>
            <a:ext cx="2823064" cy="4651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5999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A6E893-15DB-9A25-3895-5C83AE341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F0697-73F3-1B66-958D-69D413FD8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/>
              <a:t>PUN</a:t>
            </a:r>
            <a:r>
              <a:rPr lang="en-US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E87FF-1956-C986-C397-8DB654442B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AR" b="1" dirty="0">
                <a:latin typeface="Grandview Display"/>
              </a:rPr>
              <a:t>Para eso necesitamos una cuenta en </a:t>
            </a:r>
            <a:r>
              <a:rPr lang="es-AR" b="1" dirty="0" err="1">
                <a:latin typeface="Grandview Display"/>
              </a:rPr>
              <a:t>Photon</a:t>
            </a:r>
            <a:r>
              <a:rPr lang="es-AR" b="1" dirty="0">
                <a:latin typeface="Grandview Display"/>
              </a:rPr>
              <a:t>.</a:t>
            </a:r>
          </a:p>
          <a:p>
            <a:r>
              <a:rPr lang="es-AR" b="1" dirty="0">
                <a:latin typeface="Grandview Display"/>
              </a:rPr>
              <a:t>Allí podremos ingresar al </a:t>
            </a:r>
            <a:r>
              <a:rPr lang="es-AR" b="1" dirty="0" err="1">
                <a:latin typeface="Grandview Display"/>
              </a:rPr>
              <a:t>dashboard</a:t>
            </a:r>
            <a:r>
              <a:rPr lang="es-AR" b="1" dirty="0">
                <a:latin typeface="Grandview Display"/>
              </a:rPr>
              <a:t> de aplicaciones</a:t>
            </a:r>
          </a:p>
          <a:p>
            <a:r>
              <a:rPr lang="es-AR" b="1">
                <a:latin typeface="Grandview Display"/>
              </a:rPr>
              <a:t>Y crear una nueva</a:t>
            </a:r>
            <a:endParaRPr lang="es-AR" b="1" dirty="0">
              <a:latin typeface="Grandview Display"/>
            </a:endParaRPr>
          </a:p>
          <a:p>
            <a:r>
              <a:rPr lang="es-AR" b="1" dirty="0">
                <a:latin typeface="Grandview Display"/>
              </a:rPr>
              <a:t>Por lo general, cada juego es una aplicación de </a:t>
            </a:r>
            <a:r>
              <a:rPr lang="es-AR" b="1" dirty="0" err="1">
                <a:latin typeface="Grandview Display"/>
              </a:rPr>
              <a:t>Photon</a:t>
            </a:r>
            <a:r>
              <a:rPr lang="es-AR" b="1" dirty="0">
                <a:latin typeface="Grandview Display"/>
              </a:rPr>
              <a:t>. Pero pueden usar el mismo ID para todos los proyectos, mientras que no corran al mismo tiempo estará bien</a:t>
            </a: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n-US" dirty="0">
              <a:latin typeface="Aptos" panose="020B000402020202020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57B156-A1DE-60C2-9BBC-9157418C98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108" y="5682909"/>
            <a:ext cx="8862647" cy="41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3719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3C52AF-41A5-15AB-88E8-1DDA91B79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058EB-BDEE-DAAF-C401-45FB8EDA7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/>
              <a:t>PUN</a:t>
            </a:r>
            <a:r>
              <a:rPr lang="en-US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46A5B-A8C6-EE01-79C9-EEE1204ADA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AR" b="1" dirty="0">
                <a:latin typeface="Grandview Display"/>
              </a:rPr>
              <a:t>A la hora de crear la aplicación, </a:t>
            </a:r>
            <a:r>
              <a:rPr lang="es-AR" b="1">
                <a:latin typeface="Grandview Display"/>
              </a:rPr>
              <a:t>necesitamos elegir la siguiente configuración</a:t>
            </a:r>
            <a:endParaRPr lang="en-US"/>
          </a:p>
          <a:p>
            <a:r>
              <a:rPr lang="es-AR" b="1" dirty="0" err="1">
                <a:latin typeface="Grandview Display"/>
              </a:rPr>
              <a:t>Multiplayer</a:t>
            </a:r>
            <a:r>
              <a:rPr lang="es-AR" b="1" dirty="0">
                <a:latin typeface="Grandview Display"/>
              </a:rPr>
              <a:t> </a:t>
            </a:r>
            <a:r>
              <a:rPr lang="es-AR" b="1" dirty="0" err="1">
                <a:latin typeface="Grandview Display"/>
              </a:rPr>
              <a:t>Game</a:t>
            </a:r>
          </a:p>
          <a:p>
            <a:r>
              <a:rPr lang="es-AR" b="1">
                <a:latin typeface="Grandview Display"/>
              </a:rPr>
              <a:t>SDK: PUN</a:t>
            </a:r>
            <a:endParaRPr lang="es-AR" b="1" dirty="0">
              <a:latin typeface="Grandview Display"/>
            </a:endParaRPr>
          </a:p>
          <a:p>
            <a:r>
              <a:rPr lang="es-AR" b="1">
                <a:latin typeface="Grandview Display"/>
              </a:rPr>
              <a:t>Nombre representativo</a:t>
            </a:r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n-US" dirty="0">
              <a:latin typeface="Aptos" panose="020B000402020202020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62FBB8-4C33-2380-9917-DFE7F1BD7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062" y="2286733"/>
            <a:ext cx="4689231" cy="3163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5142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8A7645-D25A-29A9-1D19-6C81DF7CE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AB73E-BB03-E7E6-62D6-82109CCE4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/>
              <a:t>PUN</a:t>
            </a:r>
            <a:r>
              <a:rPr lang="en-US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8AAEF-34B2-8BFB-AB2A-1C8D47F70D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AR" b="1">
                <a:latin typeface="Grandview Display"/>
              </a:rPr>
              <a:t>Una vez creada podemos copiar su ID para llevarlo a Unity</a:t>
            </a:r>
            <a:endParaRPr lang="en-US">
              <a:latin typeface="Aptos" panose="020B0004020202020204"/>
            </a:endParaRPr>
          </a:p>
          <a:p>
            <a:r>
              <a:rPr lang="es-AR" b="1" dirty="0" err="1">
                <a:latin typeface="Grandview Display"/>
              </a:rPr>
              <a:t>Clickeando</a:t>
            </a:r>
            <a:r>
              <a:rPr lang="es-AR" b="1" dirty="0">
                <a:latin typeface="Grandview Display"/>
              </a:rPr>
              <a:t> en el número de App ID, podemos verlo completo y copiarlo</a:t>
            </a: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n-US" dirty="0">
              <a:latin typeface="Aptos" panose="020B000402020202020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36A023-1A68-D064-ADDE-C1F5FB86C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629" y="3428634"/>
            <a:ext cx="6381018" cy="3212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771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E53CA0-2FE1-5110-ED72-E286C54C6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65D8A-2B47-23AE-0F49-15CD2A3A9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/>
              <a:t>PUN</a:t>
            </a:r>
            <a:r>
              <a:rPr lang="en-US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3FD6F-E2C5-EB17-BF2D-6266C0858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AR" b="1" dirty="0">
                <a:latin typeface="Grandview Display"/>
              </a:rPr>
              <a:t>A tener en cuenta. Con la versión gratuita tenemos las siguientes </a:t>
            </a:r>
            <a:r>
              <a:rPr lang="es-AR" b="1">
                <a:latin typeface="Grandview Display"/>
              </a:rPr>
              <a:t>limitaciones</a:t>
            </a:r>
            <a:endParaRPr lang="es-AR" b="1" dirty="0">
              <a:latin typeface="Grandview Display"/>
            </a:endParaRPr>
          </a:p>
          <a:p>
            <a:r>
              <a:rPr lang="es-AR" b="1" dirty="0">
                <a:latin typeface="Grandview Display"/>
              </a:rPr>
              <a:t>20 </a:t>
            </a:r>
            <a:r>
              <a:rPr lang="es-AR" b="1" dirty="0" err="1">
                <a:latin typeface="Grandview Display"/>
              </a:rPr>
              <a:t>Currently</a:t>
            </a:r>
            <a:r>
              <a:rPr lang="es-AR" b="1" dirty="0">
                <a:latin typeface="Grandview Display"/>
              </a:rPr>
              <a:t> </a:t>
            </a:r>
            <a:r>
              <a:rPr lang="es-AR" b="1" dirty="0" err="1">
                <a:latin typeface="Grandview Display"/>
              </a:rPr>
              <a:t>connected</a:t>
            </a:r>
            <a:r>
              <a:rPr lang="es-AR" b="1" dirty="0">
                <a:latin typeface="Grandview Display"/>
              </a:rPr>
              <a:t> </a:t>
            </a:r>
            <a:r>
              <a:rPr lang="es-AR" b="1" dirty="0" err="1">
                <a:latin typeface="Grandview Display"/>
              </a:rPr>
              <a:t>Users</a:t>
            </a:r>
            <a:endParaRPr lang="es-AR" b="1" dirty="0">
              <a:latin typeface="Grandview Display"/>
            </a:endParaRPr>
          </a:p>
          <a:p>
            <a:r>
              <a:rPr lang="es-AR" b="1">
                <a:latin typeface="Grandview Display"/>
              </a:rPr>
              <a:t>16 usuarios por sala</a:t>
            </a:r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n-US" dirty="0">
              <a:latin typeface="Aptos" panose="020B000402020202020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6C3423-B56A-D51E-84CF-5674868CC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462" y="3302872"/>
            <a:ext cx="10105292" cy="2995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1493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1E42EB-5E10-74C3-ED63-4A3EFE0B1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F39FB-7E51-0A6D-749F-98A759750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/>
              <a:t>PUN</a:t>
            </a:r>
            <a:r>
              <a:rPr lang="en-US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3A82C-D63F-1BC9-2314-136632670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AR" b="1" dirty="0">
                <a:latin typeface="Grandview Display"/>
              </a:rPr>
              <a:t>Una vez que hicimos el </a:t>
            </a:r>
            <a:r>
              <a:rPr lang="es-AR" b="1" err="1">
                <a:latin typeface="Grandview Display"/>
              </a:rPr>
              <a:t>SetUp</a:t>
            </a:r>
            <a:r>
              <a:rPr lang="es-AR" b="1" dirty="0">
                <a:latin typeface="Grandview Display"/>
              </a:rPr>
              <a:t> del </a:t>
            </a:r>
            <a:r>
              <a:rPr lang="es-AR" b="1">
                <a:latin typeface="Grandview Display"/>
              </a:rPr>
              <a:t>proyecto de Unity, veremos que PUN nos creó algunos archivos de configuración</a:t>
            </a:r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n-US" dirty="0">
              <a:latin typeface="Aptos" panose="020B000402020202020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875E14-4E4B-0EA3-FF8F-6F83437BAF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1" r="21241" b="562"/>
          <a:stretch>
            <a:fillRect/>
          </a:stretch>
        </p:blipFill>
        <p:spPr>
          <a:xfrm>
            <a:off x="204421" y="2827826"/>
            <a:ext cx="6399617" cy="20625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8B88C68-AB42-C14C-0A50-F12534E712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7343" y="2828925"/>
            <a:ext cx="4076700" cy="363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8339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9826FD-A3DB-E051-3C76-651144516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A5C47-5017-C054-1011-79B500575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/>
              <a:t>PUN</a:t>
            </a:r>
            <a:r>
              <a:rPr lang="en-US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84137-3F1C-CF97-D59D-C866AD2E5B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AR" b="1" dirty="0">
                <a:latin typeface="Grandview Display"/>
              </a:rPr>
              <a:t>También, cuando le demos a </a:t>
            </a:r>
            <a:r>
              <a:rPr lang="es-AR" b="1" dirty="0" err="1">
                <a:latin typeface="Grandview Display"/>
              </a:rPr>
              <a:t>play</a:t>
            </a:r>
            <a:r>
              <a:rPr lang="es-AR" b="1" dirty="0">
                <a:latin typeface="Grandview Display"/>
              </a:rPr>
              <a:t>...</a:t>
            </a: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n-US" dirty="0">
              <a:latin typeface="Aptos" panose="020B000402020202020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80BB5C-B851-3C52-D3B7-335FB4405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748" y="2679456"/>
            <a:ext cx="7677150" cy="386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361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9E004C-CCC5-6CEC-7A16-DA70F7659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B6204-3624-D94A-F3FC-191B40802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10326188" cy="414468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AR" sz="5400"/>
              <a:t>¿Preguntas? ¿Consultas? ¿Inquietudes?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DC137-AA72-C6EE-6160-B230448FF4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 lang="es-AR" dirty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5078815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E79168-3514-5B80-D588-14B389035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1F1B8-574A-643F-A6FC-904048456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/>
              <a:t>Conectarnos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6DE21-3313-3275-5E84-7493A92C6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AR" b="1">
                <a:latin typeface="Grandview Display"/>
              </a:rPr>
              <a:t>Para poder correr una instancia "online" de nuestro juego necesitamos seguir los siguientes pasos...</a:t>
            </a:r>
            <a:endParaRPr lang="es-AR" b="1" dirty="0">
              <a:latin typeface="Grandview Display"/>
            </a:endParaRPr>
          </a:p>
          <a:p>
            <a:r>
              <a:rPr lang="es-AR" b="1" dirty="0">
                <a:latin typeface="Grandview Display"/>
              </a:rPr>
              <a:t>Desde cualquier Script (un </a:t>
            </a:r>
            <a:r>
              <a:rPr lang="es-AR" b="1" err="1">
                <a:latin typeface="Grandview Display"/>
              </a:rPr>
              <a:t>Photon</a:t>
            </a:r>
            <a:r>
              <a:rPr lang="es-AR" b="1" dirty="0">
                <a:latin typeface="Grandview Display"/>
              </a:rPr>
              <a:t> </a:t>
            </a:r>
            <a:r>
              <a:rPr lang="es-AR" b="1">
                <a:latin typeface="Grandview Display"/>
              </a:rPr>
              <a:t>manager)</a:t>
            </a:r>
            <a:endParaRPr lang="es-AR" b="1" dirty="0">
              <a:latin typeface="Grandview Display"/>
            </a:endParaRPr>
          </a:p>
          <a:p>
            <a:r>
              <a:rPr lang="es-AR" b="1">
                <a:latin typeface="Grandview Display"/>
              </a:rPr>
              <a:t>Nos conectamos:</a:t>
            </a:r>
            <a:endParaRPr lang="es-AR" b="1" dirty="0">
              <a:latin typeface="Grandview Display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s-AR" b="1" dirty="0">
                <a:latin typeface="Grandview Display"/>
              </a:rPr>
              <a:t>Al master server de </a:t>
            </a:r>
            <a:r>
              <a:rPr lang="es-AR" b="1" dirty="0" err="1">
                <a:latin typeface="Grandview Display"/>
              </a:rPr>
              <a:t>Photon</a:t>
            </a:r>
            <a:endParaRPr lang="es-AR" b="1" dirty="0">
              <a:latin typeface="Grandview Display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s-AR" b="1">
                <a:latin typeface="Grandview Display"/>
              </a:rPr>
              <a:t>A un Lobby</a:t>
            </a:r>
            <a:endParaRPr lang="es-AR" b="1" dirty="0">
              <a:latin typeface="Grandview Display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s-AR" b="1" dirty="0">
                <a:latin typeface="Grandview Display"/>
              </a:rPr>
              <a:t>A una </a:t>
            </a:r>
            <a:r>
              <a:rPr lang="es-AR" b="1" dirty="0" err="1">
                <a:latin typeface="Grandview Display"/>
              </a:rPr>
              <a:t>Room</a:t>
            </a: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n-US" dirty="0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6878878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D02512-30FF-94DB-8377-1FF577157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9723D-3413-AD15-FBD3-C9585570D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/>
              <a:t>Conectarnos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2F10B-5E99-B622-21F8-58D1BBCD14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AR" b="1" dirty="0" err="1">
                <a:latin typeface="Grandview Display"/>
              </a:rPr>
              <a:t>Photon</a:t>
            </a:r>
            <a:r>
              <a:rPr lang="es-AR" b="1" dirty="0">
                <a:latin typeface="Grandview Display"/>
              </a:rPr>
              <a:t> utiliza </a:t>
            </a:r>
            <a:r>
              <a:rPr lang="es-AR" b="1" dirty="0" err="1">
                <a:latin typeface="Grandview Display"/>
              </a:rPr>
              <a:t>Callbacks</a:t>
            </a:r>
            <a:r>
              <a:rPr lang="es-AR" b="1" dirty="0">
                <a:latin typeface="Grandview Display"/>
              </a:rPr>
              <a:t> para dejarnos saber cuándo la conexión fue exitosa</a:t>
            </a:r>
          </a:p>
          <a:p>
            <a:r>
              <a:rPr lang="es-AR" b="1" dirty="0">
                <a:latin typeface="Grandview Display"/>
              </a:rPr>
              <a:t>Pero para poder utilizarlos, necesitamos heredar de "</a:t>
            </a:r>
            <a:r>
              <a:rPr lang="es-AR" b="1" dirty="0">
                <a:solidFill>
                  <a:srgbClr val="000000"/>
                </a:solidFill>
                <a:latin typeface="Grandview Display"/>
              </a:rPr>
              <a:t>MonoBehaviourPunCallbacks", utilizando la librería </a:t>
            </a:r>
            <a:r>
              <a:rPr lang="es-AR" b="1" dirty="0" err="1">
                <a:solidFill>
                  <a:srgbClr val="000000"/>
                </a:solidFill>
                <a:latin typeface="Grandview Display"/>
              </a:rPr>
              <a:t>Photon.Pun</a:t>
            </a:r>
            <a:endParaRPr lang="es-AR" b="1">
              <a:solidFill>
                <a:srgbClr val="000000"/>
              </a:solidFill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n-US" dirty="0">
              <a:latin typeface="Aptos" panose="020B000402020202020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6A7EAE-DB28-D5D2-38A4-F7282AF9F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50" y="3863487"/>
            <a:ext cx="9522069" cy="243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4680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0910AE-FB64-E1C5-5B91-EA592F886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2CDD-AB93-A958-66C7-FE1DCEFB4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/>
              <a:t>Conectarnos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41C3E-7A03-13A0-B5F7-FAFB5617E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AR" b="1" dirty="0">
                <a:solidFill>
                  <a:srgbClr val="000000"/>
                </a:solidFill>
                <a:latin typeface="Grandview Display"/>
              </a:rPr>
              <a:t>Para conectarnos al servidor de </a:t>
            </a:r>
            <a:r>
              <a:rPr lang="es-AR" b="1" dirty="0" err="1">
                <a:solidFill>
                  <a:srgbClr val="000000"/>
                </a:solidFill>
                <a:latin typeface="Grandview Display"/>
              </a:rPr>
              <a:t>Photon</a:t>
            </a:r>
            <a:r>
              <a:rPr lang="es-AR" b="1" dirty="0">
                <a:solidFill>
                  <a:srgbClr val="000000"/>
                </a:solidFill>
                <a:latin typeface="Grandview Display"/>
              </a:rPr>
              <a:t>, el camino más fácil y rápido es:</a:t>
            </a:r>
          </a:p>
          <a:p>
            <a:r>
              <a:rPr lang="es-AR" b="1">
                <a:latin typeface="Grandview Display"/>
              </a:rPr>
              <a:t>Pero podríamos usar otras configuraciones</a:t>
            </a:r>
            <a:endParaRPr lang="es-AR" b="1" dirty="0">
              <a:latin typeface="Grandview Display"/>
            </a:endParaRPr>
          </a:p>
          <a:p>
            <a:r>
              <a:rPr lang="es-AR" b="1" dirty="0">
                <a:latin typeface="Grandview Display"/>
              </a:rPr>
              <a:t>El método </a:t>
            </a:r>
            <a:r>
              <a:rPr lang="es-AR" b="1" err="1">
                <a:latin typeface="Grandview Display"/>
              </a:rPr>
              <a:t>OnConnectedToMaster</a:t>
            </a:r>
            <a:r>
              <a:rPr lang="es-AR" b="1" dirty="0">
                <a:latin typeface="Grandview Display"/>
              </a:rPr>
              <a:t> se llamará automáticamente cuando la </a:t>
            </a:r>
            <a:r>
              <a:rPr lang="es-AR" b="1">
                <a:latin typeface="Grandview Display"/>
              </a:rPr>
              <a:t>conexión al servidor se haya establecido</a:t>
            </a:r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n-US" dirty="0">
              <a:latin typeface="Aptos" panose="020B000402020202020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3B0F47-B215-3016-E4E0-A5A6C6036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908" y="3246925"/>
            <a:ext cx="4689232" cy="3353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5610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6560BF-EBAB-F4C8-9DE0-665AB6291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C949F-139D-C362-1DB4-4B08349C8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/>
              <a:t>Conectarnos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4C811-FA94-953F-1739-1B57516A7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AR" b="1" dirty="0">
                <a:solidFill>
                  <a:srgbClr val="000000"/>
                </a:solidFill>
                <a:latin typeface="Grandview Display"/>
              </a:rPr>
              <a:t>Y a una </a:t>
            </a:r>
            <a:r>
              <a:rPr lang="es-AR" b="1" dirty="0" err="1">
                <a:solidFill>
                  <a:srgbClr val="000000"/>
                </a:solidFill>
                <a:latin typeface="Grandview Display"/>
              </a:rPr>
              <a:t>room</a:t>
            </a:r>
            <a:r>
              <a:rPr lang="es-AR" b="1" dirty="0">
                <a:solidFill>
                  <a:srgbClr val="000000"/>
                </a:solidFill>
                <a:latin typeface="Grandview Display"/>
              </a:rPr>
              <a:t>.</a:t>
            </a:r>
            <a:endParaRPr lang="es-AR" b="1" dirty="0">
              <a:latin typeface="Grandview Display"/>
            </a:endParaRPr>
          </a:p>
          <a:p>
            <a:r>
              <a:rPr lang="es-AR" b="1" dirty="0">
                <a:latin typeface="Grandview Display"/>
              </a:rPr>
              <a:t>Luego veremos varias otras formas de hacerlo, y cómo podemos crear una </a:t>
            </a:r>
            <a:r>
              <a:rPr lang="es-AR" b="1" err="1">
                <a:latin typeface="Grandview Display"/>
              </a:rPr>
              <a:t>room</a:t>
            </a:r>
            <a:r>
              <a:rPr lang="es-AR" b="1">
                <a:latin typeface="Grandview Display"/>
              </a:rPr>
              <a:t> con las propiedades que deseemos </a:t>
            </a:r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n-US" dirty="0">
              <a:latin typeface="Aptos" panose="020B000402020202020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E2947D-9037-9901-C731-0D3DBEB3E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8" y="3177320"/>
            <a:ext cx="9722095" cy="3551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2983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362414-9167-7664-11DE-CA510C5C2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35586-EE79-B3DF-1E6C-C7CDCE49D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/>
              <a:t>Conectarnos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B52AD-1E69-47A5-E18B-EBD946BB88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AR" b="1" dirty="0">
                <a:solidFill>
                  <a:srgbClr val="000000"/>
                </a:solidFill>
                <a:latin typeface="Grandview Display"/>
              </a:rPr>
              <a:t>Y a una </a:t>
            </a:r>
            <a:r>
              <a:rPr lang="es-AR" b="1" dirty="0" err="1">
                <a:solidFill>
                  <a:srgbClr val="000000"/>
                </a:solidFill>
                <a:latin typeface="Grandview Display"/>
              </a:rPr>
              <a:t>room</a:t>
            </a:r>
            <a:r>
              <a:rPr lang="es-AR" b="1" dirty="0">
                <a:solidFill>
                  <a:srgbClr val="000000"/>
                </a:solidFill>
                <a:latin typeface="Grandview Display"/>
              </a:rPr>
              <a:t>.</a:t>
            </a:r>
            <a:endParaRPr lang="es-AR" b="1" dirty="0">
              <a:latin typeface="Grandview Display"/>
            </a:endParaRPr>
          </a:p>
          <a:p>
            <a:r>
              <a:rPr lang="es-AR" b="1" dirty="0">
                <a:latin typeface="Grandview Display"/>
              </a:rPr>
              <a:t>Luego veremos varias otras formas de hacerlo, y cómo podemos crear una </a:t>
            </a:r>
            <a:r>
              <a:rPr lang="es-AR" b="1" err="1">
                <a:latin typeface="Grandview Display"/>
              </a:rPr>
              <a:t>room</a:t>
            </a:r>
            <a:r>
              <a:rPr lang="es-AR" b="1">
                <a:latin typeface="Grandview Display"/>
              </a:rPr>
              <a:t> con las propiedades que deseemos </a:t>
            </a:r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n-US" dirty="0">
              <a:latin typeface="Aptos" panose="020B000402020202020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CE4905-2851-04FE-2D9E-E0FFBAF68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8" y="3177320"/>
            <a:ext cx="9722095" cy="3551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1856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AA2864-EA7F-26EB-B590-676BA04F5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44A75-2BDD-73EB-5CBB-B182AABBE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/>
              <a:t>Objetos</a:t>
            </a:r>
            <a:r>
              <a:rPr lang="en-US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FE322-CF8C-2E14-49A1-176CC548F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0246" y="1051559"/>
            <a:ext cx="8370763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En nuestro juego, como es usual, tendremos varios </a:t>
            </a:r>
            <a:r>
              <a:rPr lang="es-AR" b="1">
                <a:latin typeface="Grandview Display"/>
              </a:rPr>
              <a:t>objetos en la escena. Entre ellos podemos establecer 2 grupos:</a:t>
            </a:r>
            <a:endParaRPr lang="es-AR" b="1" dirty="0">
              <a:latin typeface="Grandview Display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s-AR" b="1" dirty="0">
                <a:latin typeface="Grandview Display"/>
              </a:rPr>
              <a:t>Objetos de Red: Los objetos que tengas asignada una </a:t>
            </a:r>
            <a:r>
              <a:rPr lang="es-AR" b="1" dirty="0" err="1">
                <a:latin typeface="Grandview Display"/>
              </a:rPr>
              <a:t>Photon</a:t>
            </a:r>
            <a:r>
              <a:rPr lang="es-AR" b="1" dirty="0">
                <a:latin typeface="Grandview Display"/>
              </a:rPr>
              <a:t> View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s-AR" b="1">
                <a:latin typeface="Grandview Display"/>
              </a:rPr>
              <a:t>Objetos de la Escena: No pertenecen a un Actor, sino que a la sala en sí misma</a:t>
            </a:r>
            <a:endParaRPr lang="es-AR" b="1" dirty="0">
              <a:latin typeface="Grandview Display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s-AR" b="1" dirty="0">
              <a:latin typeface="Grandview Display"/>
            </a:endParaRPr>
          </a:p>
          <a:p>
            <a:pPr marL="0" indent="0">
              <a:buNone/>
            </a:pPr>
            <a:r>
              <a:rPr lang="es-AR" b="1">
                <a:latin typeface="Grandview Display"/>
              </a:rPr>
              <a:t>Volveremos sobre esta clasificación más tarde.</a:t>
            </a: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Un Actor en una instancia del juego conectada, un </a:t>
            </a:r>
            <a:r>
              <a:rPr lang="es-AR" b="1">
                <a:latin typeface="Grandview Display"/>
              </a:rPr>
              <a:t>usuario, un jugador</a:t>
            </a:r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n-US" dirty="0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1632572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8B1B99-565E-4D19-8B10-AE19F5D57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DFC29-C1B2-E46E-9BE1-AE9C061EE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2414326" cy="4144684"/>
          </a:xfrm>
        </p:spPr>
        <p:txBody>
          <a:bodyPr anchor="t">
            <a:normAutofit/>
          </a:bodyPr>
          <a:lstStyle/>
          <a:p>
            <a:r>
              <a:rPr lang="es-AR"/>
              <a:t>Objetos</a:t>
            </a:r>
            <a:r>
              <a:rPr lang="en-US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4FD03-8BBA-4C0E-2C91-239E55872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0246" y="1051559"/>
            <a:ext cx="8370763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Nosotros podemos o bien poner objetos en la escena a mano, ya sea que tengan una </a:t>
            </a:r>
            <a:r>
              <a:rPr lang="es-AR" b="1" dirty="0" err="1">
                <a:latin typeface="Grandview Display"/>
              </a:rPr>
              <a:t>PhotonView</a:t>
            </a:r>
            <a:r>
              <a:rPr lang="es-AR" b="1" dirty="0">
                <a:latin typeface="Grandview Display"/>
              </a:rPr>
              <a:t> o no.</a:t>
            </a:r>
            <a:br>
              <a:rPr lang="es-AR" b="1" dirty="0">
                <a:latin typeface="Grandview Display"/>
              </a:rPr>
            </a:br>
            <a:r>
              <a:rPr lang="es-AR" b="1" dirty="0">
                <a:latin typeface="Grandview Display"/>
              </a:rPr>
              <a:t>Pero cuando queremos instanciar un objeto nuevo, a nivel de red, es decir que los demás jugadores también lo vean, necesitamos seguir una serie de pasos..</a:t>
            </a:r>
            <a:endParaRPr lang="en-US" dirty="0"/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n-US" dirty="0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7404656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DC89B6-3A58-4C33-CFF6-18312D24D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21902-1C34-90FC-01AF-DDCB1F1B4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2414326" cy="4144684"/>
          </a:xfrm>
        </p:spPr>
        <p:txBody>
          <a:bodyPr anchor="t">
            <a:normAutofit/>
          </a:bodyPr>
          <a:lstStyle/>
          <a:p>
            <a:r>
              <a:rPr lang="es-AR"/>
              <a:t>Objetos</a:t>
            </a:r>
            <a:r>
              <a:rPr lang="en-US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2E9A4-6558-51E3-04C7-8150208CD8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0246" y="1051559"/>
            <a:ext cx="8370763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7200" indent="-457200"/>
            <a:r>
              <a:rPr lang="es-AR" b="1" dirty="0">
                <a:latin typeface="Grandview Display"/>
              </a:rPr>
              <a:t>Normalmente con un </a:t>
            </a:r>
            <a:r>
              <a:rPr lang="es-AR" b="1" dirty="0" err="1">
                <a:latin typeface="Grandview Display"/>
              </a:rPr>
              <a:t>Instantiate</a:t>
            </a:r>
            <a:r>
              <a:rPr lang="es-AR" b="1" dirty="0">
                <a:latin typeface="Grandview Display"/>
              </a:rPr>
              <a:t> en los juegos </a:t>
            </a:r>
            <a:r>
              <a:rPr lang="es-AR" b="1" dirty="0" err="1">
                <a:latin typeface="Grandview Display"/>
              </a:rPr>
              <a:t>singleplayer</a:t>
            </a:r>
            <a:r>
              <a:rPr lang="es-AR" b="1" dirty="0">
                <a:latin typeface="Grandview Display"/>
              </a:rPr>
              <a:t> era suficiente.</a:t>
            </a:r>
          </a:p>
          <a:p>
            <a:pPr marL="457200" indent="-457200"/>
            <a:r>
              <a:rPr lang="es-AR" b="1" dirty="0">
                <a:latin typeface="Grandview Display"/>
              </a:rPr>
              <a:t>Pero en nuestro caso, ese </a:t>
            </a:r>
            <a:r>
              <a:rPr lang="es-AR" b="1" dirty="0" err="1">
                <a:latin typeface="Grandview Display"/>
              </a:rPr>
              <a:t>Instantiate</a:t>
            </a:r>
            <a:r>
              <a:rPr lang="es-AR" b="1" dirty="0">
                <a:latin typeface="Grandview Display"/>
              </a:rPr>
              <a:t> solo ocurrirá de manera local, no se comunicará a los demás jugadores.</a:t>
            </a:r>
          </a:p>
          <a:p>
            <a:endParaRPr lang="es-AR" b="1" dirty="0">
              <a:latin typeface="Grandview Display"/>
            </a:endParaRPr>
          </a:p>
          <a:p>
            <a:r>
              <a:rPr lang="es-AR" b="1">
                <a:latin typeface="Grandview Display"/>
              </a:rPr>
              <a:t>Probemos instanciar a nuestro personaje apenas entramos a la sala</a:t>
            </a:r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n-US" dirty="0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7178805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CDA285-CD0A-5147-40F0-445299D7F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DBAEC-1A41-4412-7CE6-D82E71FD7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2414326" cy="4144684"/>
          </a:xfrm>
        </p:spPr>
        <p:txBody>
          <a:bodyPr anchor="t">
            <a:normAutofit/>
          </a:bodyPr>
          <a:lstStyle/>
          <a:p>
            <a:r>
              <a:rPr lang="es-AR"/>
              <a:t>Objetos</a:t>
            </a:r>
            <a:r>
              <a:rPr lang="en-US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61DEB-9F90-FE9D-4440-71970D2332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0246" y="1051559"/>
            <a:ext cx="8370763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7200" indent="-457200"/>
            <a:r>
              <a:rPr lang="es-AR" b="1" dirty="0">
                <a:latin typeface="Grandview Display"/>
              </a:rPr>
              <a:t>Para sincronizar este objeto con los </a:t>
            </a:r>
            <a:r>
              <a:rPr lang="es-AR" b="1">
                <a:latin typeface="Grandview Display"/>
              </a:rPr>
              <a:t>demás jugadores es necesario:</a:t>
            </a:r>
            <a:endParaRPr lang="es-AR" b="1" dirty="0">
              <a:latin typeface="Grandview Display"/>
            </a:endParaRPr>
          </a:p>
          <a:p>
            <a:pPr marL="457200" indent="-457200"/>
            <a:r>
              <a:rPr lang="es-AR" b="1" dirty="0">
                <a:latin typeface="Grandview Display"/>
              </a:rPr>
              <a:t>Usaremos el </a:t>
            </a:r>
            <a:r>
              <a:rPr lang="es-AR" b="1">
                <a:latin typeface="Grandview Display"/>
              </a:rPr>
              <a:t>método:</a:t>
            </a:r>
            <a:endParaRPr lang="es-AR" sz="1100">
              <a:solidFill>
                <a:srgbClr val="F8F8F2"/>
              </a:solidFill>
              <a:highlight>
                <a:srgbClr val="272822"/>
              </a:highlight>
              <a:latin typeface="Consolas"/>
            </a:endParaRPr>
          </a:p>
          <a:p>
            <a:pPr marL="914400" lvl="1" indent="-457200">
              <a:buFont typeface="Courier New" panose="020B0604020202020204" pitchFamily="34" charset="0"/>
              <a:buChar char="o"/>
            </a:pPr>
            <a:r>
              <a:rPr lang="es-AR" b="1" dirty="0" err="1">
                <a:latin typeface="Grandview Display"/>
              </a:rPr>
              <a:t>PhotonNetworking.Instantiate</a:t>
            </a:r>
            <a:r>
              <a:rPr lang="es-AR" b="1" dirty="0">
                <a:latin typeface="Grandview Display"/>
              </a:rPr>
              <a:t>()</a:t>
            </a:r>
            <a:endParaRPr lang="es-AR" sz="700">
              <a:solidFill>
                <a:srgbClr val="F8F8F2"/>
              </a:solidFill>
              <a:highlight>
                <a:srgbClr val="272822"/>
              </a:highlight>
              <a:latin typeface="Consolas"/>
            </a:endParaRPr>
          </a:p>
          <a:p>
            <a:pPr marL="914400" lvl="1" indent="-457200">
              <a:buFont typeface="Courier New" panose="020B0604020202020204" pitchFamily="34" charset="0"/>
              <a:buChar char="o"/>
            </a:pPr>
            <a:r>
              <a:rPr lang="es-AR" b="1" dirty="0">
                <a:solidFill>
                  <a:srgbClr val="000000"/>
                </a:solidFill>
                <a:latin typeface="Grandview Display"/>
              </a:rPr>
              <a:t>Su primer </a:t>
            </a:r>
            <a:r>
              <a:rPr lang="es-AR" b="1" dirty="0" err="1">
                <a:solidFill>
                  <a:srgbClr val="000000"/>
                </a:solidFill>
                <a:latin typeface="Grandview Display"/>
              </a:rPr>
              <a:t>parametro</a:t>
            </a:r>
            <a:r>
              <a:rPr lang="es-AR" b="1" dirty="0">
                <a:solidFill>
                  <a:srgbClr val="000000"/>
                </a:solidFill>
                <a:latin typeface="Grandview Display"/>
              </a:rPr>
              <a:t> será el nombre del </a:t>
            </a:r>
            <a:r>
              <a:rPr lang="es-AR" b="1" dirty="0" err="1">
                <a:solidFill>
                  <a:srgbClr val="000000"/>
                </a:solidFill>
                <a:latin typeface="Grandview Display"/>
              </a:rPr>
              <a:t>prefab</a:t>
            </a:r>
            <a:r>
              <a:rPr lang="es-AR" b="1" dirty="0">
                <a:solidFill>
                  <a:srgbClr val="000000"/>
                </a:solidFill>
                <a:latin typeface="Grandview Display"/>
              </a:rPr>
              <a:t> que </a:t>
            </a:r>
            <a:r>
              <a:rPr lang="es-AR" b="1" dirty="0" err="1">
                <a:solidFill>
                  <a:srgbClr val="000000"/>
                </a:solidFill>
                <a:latin typeface="Grandview Display"/>
              </a:rPr>
              <a:t>querramos</a:t>
            </a:r>
            <a:r>
              <a:rPr lang="es-AR" b="1" dirty="0">
                <a:solidFill>
                  <a:srgbClr val="000000"/>
                </a:solidFill>
                <a:latin typeface="Grandview Display"/>
              </a:rPr>
              <a:t> instanciar, y luego completamos datos de su posición y rotación.</a:t>
            </a:r>
          </a:p>
          <a:p>
            <a:pPr marL="457200" indent="-457200"/>
            <a:r>
              <a:rPr lang="es-AR" b="1" dirty="0">
                <a:latin typeface="Grandview Display"/>
              </a:rPr>
              <a:t>El </a:t>
            </a:r>
            <a:r>
              <a:rPr lang="es-AR" b="1" dirty="0" err="1">
                <a:latin typeface="Grandview Display"/>
              </a:rPr>
              <a:t>Prefab</a:t>
            </a:r>
            <a:r>
              <a:rPr lang="es-AR" b="1" dirty="0">
                <a:latin typeface="Grandview Display"/>
              </a:rPr>
              <a:t> debe estar en la carpeta de </a:t>
            </a:r>
            <a:r>
              <a:rPr lang="es-AR" b="1" dirty="0" err="1">
                <a:latin typeface="Grandview Display"/>
              </a:rPr>
              <a:t>Resources</a:t>
            </a:r>
            <a:endParaRPr lang="es-AR" b="1">
              <a:latin typeface="Grandview Display"/>
            </a:endParaRPr>
          </a:p>
          <a:p>
            <a:pPr marL="914400" lvl="1" indent="-457200">
              <a:buFont typeface="Courier New" panose="020B0604020202020204" pitchFamily="34" charset="0"/>
              <a:buChar char="o"/>
            </a:pPr>
            <a:r>
              <a:rPr lang="es-AR" b="1" dirty="0">
                <a:latin typeface="Grandview Display"/>
              </a:rPr>
              <a:t>Personalmente suelo utilizar la que está dentro de </a:t>
            </a:r>
            <a:r>
              <a:rPr lang="es-AR" b="1" dirty="0" err="1">
                <a:latin typeface="Grandview Display"/>
              </a:rPr>
              <a:t>PhotonUnityNetworking</a:t>
            </a:r>
            <a:r>
              <a:rPr lang="es-AR" b="1" dirty="0">
                <a:latin typeface="Grandview Display"/>
              </a:rPr>
              <a:t>, pero cualquier carpeta </a:t>
            </a:r>
            <a:r>
              <a:rPr lang="es-AR" b="1" dirty="0" err="1">
                <a:latin typeface="Grandview Display"/>
              </a:rPr>
              <a:t>Resources</a:t>
            </a:r>
            <a:r>
              <a:rPr lang="es-AR" b="1" dirty="0">
                <a:latin typeface="Grandview Display"/>
              </a:rPr>
              <a:t> debería funcionar</a:t>
            </a:r>
          </a:p>
          <a:p>
            <a:pPr marL="457200" indent="-457200"/>
            <a:r>
              <a:rPr lang="es-AR" b="1" dirty="0">
                <a:latin typeface="Grandview Display"/>
              </a:rPr>
              <a:t>El </a:t>
            </a:r>
            <a:r>
              <a:rPr lang="es-AR" b="1" dirty="0" err="1">
                <a:latin typeface="Grandview Display"/>
              </a:rPr>
              <a:t>prefab</a:t>
            </a:r>
            <a:r>
              <a:rPr lang="es-AR" b="1" dirty="0">
                <a:latin typeface="Grandview Display"/>
              </a:rPr>
              <a:t> debe tener una </a:t>
            </a:r>
            <a:r>
              <a:rPr lang="es-AR" b="1" dirty="0" err="1">
                <a:latin typeface="Grandview Display"/>
              </a:rPr>
              <a:t>Photon</a:t>
            </a:r>
            <a:r>
              <a:rPr lang="es-AR" b="1" dirty="0">
                <a:latin typeface="Grandview Display"/>
              </a:rPr>
              <a:t> View en su objeto </a:t>
            </a:r>
            <a:r>
              <a:rPr lang="es-AR" b="1" dirty="0" err="1">
                <a:latin typeface="Grandview Display"/>
              </a:rPr>
              <a:t>Root</a:t>
            </a: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n-US" dirty="0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7939425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370632-4E70-F02C-164F-303715222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4C09E-7153-87E7-802E-81F630F6C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2414326" cy="4144684"/>
          </a:xfrm>
        </p:spPr>
        <p:txBody>
          <a:bodyPr anchor="t">
            <a:normAutofit/>
          </a:bodyPr>
          <a:lstStyle/>
          <a:p>
            <a:r>
              <a:rPr lang="es-AR"/>
              <a:t>Objetos</a:t>
            </a:r>
            <a:r>
              <a:rPr lang="en-US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EB368-2CE5-203C-3073-77A6269E9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0246" y="1051559"/>
            <a:ext cx="8370763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es-AR" b="1" dirty="0">
              <a:latin typeface="Grandview Display"/>
            </a:endParaRPr>
          </a:p>
          <a:p>
            <a:endParaRPr lang="en-US" dirty="0">
              <a:latin typeface="Aptos" panose="020B000402020202020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085E3A-BE2C-5425-613C-BCA4BC19BD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8276" y="1712931"/>
            <a:ext cx="8932135" cy="485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0357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57CF88-3C6C-D590-DA55-FBA307EEB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30FE-6335-7C8F-E532-680FD4EB9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2414326" cy="4144684"/>
          </a:xfrm>
        </p:spPr>
        <p:txBody>
          <a:bodyPr anchor="t">
            <a:normAutofit/>
          </a:bodyPr>
          <a:lstStyle/>
          <a:p>
            <a:r>
              <a:rPr lang="es-AR"/>
              <a:t>Objetos</a:t>
            </a:r>
            <a:r>
              <a:rPr lang="en-US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ADFBC-C686-36EC-5F19-2AF6E81C16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0246" y="1051559"/>
            <a:ext cx="8370763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Por otro lado, si vamos a instanciar objetos de la </a:t>
            </a:r>
            <a:r>
              <a:rPr lang="es-AR" b="1" err="1">
                <a:latin typeface="Grandview Display"/>
              </a:rPr>
              <a:t>room</a:t>
            </a:r>
            <a:r>
              <a:rPr lang="es-AR" b="1" dirty="0">
                <a:latin typeface="Grandview Display"/>
              </a:rPr>
              <a:t>, como objetos del </a:t>
            </a:r>
            <a:r>
              <a:rPr lang="es-AR" b="1">
                <a:latin typeface="Grandview Display"/>
              </a:rPr>
              <a:t>escenario, debemos usar un método distinto.</a:t>
            </a:r>
            <a:endParaRPr lang="es-AR" b="1" dirty="0">
              <a:latin typeface="Grandview Display"/>
            </a:endParaRPr>
          </a:p>
          <a:p>
            <a:pPr marL="0" indent="0">
              <a:buNone/>
            </a:pPr>
            <a:endParaRPr lang="es-AR" b="1" dirty="0">
              <a:latin typeface="Grandview Display"/>
            </a:endParaRPr>
          </a:p>
          <a:p>
            <a:pPr marL="0" indent="0">
              <a:buNone/>
            </a:pPr>
            <a:r>
              <a:rPr lang="es-AR" b="1">
                <a:latin typeface="Grandview Display"/>
              </a:rPr>
              <a:t>Investiguen cuál y creen un escenario "procedural"</a:t>
            </a:r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n-US" dirty="0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2905651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1FB4BF-BA3E-2EE6-C3F3-18E0A1AE3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85A14-F9E0-7114-2FBE-176A42874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 dirty="0" err="1"/>
              <a:t>Photon</a:t>
            </a:r>
            <a:r>
              <a:rPr lang="es-AR" dirty="0"/>
              <a:t> View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45305-CB9A-97FA-5A4A-A00737CE7C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AR" b="1">
                <a:latin typeface="Grandview Display"/>
              </a:rPr>
              <a:t>Es el componente principal del esquema de PUN</a:t>
            </a:r>
          </a:p>
          <a:p>
            <a:r>
              <a:rPr lang="es-AR" b="1" dirty="0">
                <a:latin typeface="Grandview Display"/>
              </a:rPr>
              <a:t>Será el </a:t>
            </a:r>
            <a:r>
              <a:rPr lang="es-AR" b="1">
                <a:latin typeface="Grandview Display"/>
              </a:rPr>
              <a:t>encargado de "enviar y recibir" información</a:t>
            </a:r>
            <a:endParaRPr lang="es-AR" b="1" dirty="0">
              <a:latin typeface="Grandview Display"/>
            </a:endParaRPr>
          </a:p>
          <a:p>
            <a:r>
              <a:rPr lang="es-AR" b="1">
                <a:latin typeface="Grandview Display"/>
              </a:rPr>
              <a:t>Tiene diversas configuraciones</a:t>
            </a:r>
            <a:endParaRPr lang="es-AR" b="1" dirty="0">
              <a:latin typeface="Grandview Display"/>
            </a:endParaRPr>
          </a:p>
          <a:p>
            <a:r>
              <a:rPr lang="es-AR" b="1" dirty="0">
                <a:latin typeface="Grandview Display"/>
              </a:rPr>
              <a:t>Patrón </a:t>
            </a:r>
            <a:r>
              <a:rPr lang="es-AR" b="1" dirty="0" err="1">
                <a:latin typeface="Grandview Display"/>
              </a:rPr>
              <a:t>Observer</a:t>
            </a:r>
          </a:p>
          <a:p>
            <a:endParaRPr lang="es-AR" b="1" dirty="0">
              <a:latin typeface="Grandview Display"/>
            </a:endParaRPr>
          </a:p>
          <a:p>
            <a:r>
              <a:rPr lang="es-AR" b="1" dirty="0">
                <a:latin typeface="Grandview Display"/>
              </a:rPr>
              <a:t>Importante: Por sí misma, la </a:t>
            </a:r>
            <a:r>
              <a:rPr lang="es-AR" b="1" dirty="0" err="1">
                <a:latin typeface="Grandview Display"/>
              </a:rPr>
              <a:t>Photon</a:t>
            </a:r>
            <a:r>
              <a:rPr lang="es-AR" b="1" dirty="0">
                <a:latin typeface="Grandview Display"/>
              </a:rPr>
              <a:t> View, no hace nada, solo se encarga de administrar los mensajes y pasarlos a los componentes correspondientes</a:t>
            </a: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n-US" dirty="0">
              <a:latin typeface="Aptos" panose="020B000402020202020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2169C5-B800-F64C-5F17-2A9DD46DB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367" y="3202233"/>
            <a:ext cx="4637942" cy="3091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8290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84B3C4-C95B-2C5D-D879-D1B29C267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B48C6-E100-EBDF-284B-E76CCA2FC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 dirty="0" err="1"/>
              <a:t>Photon</a:t>
            </a:r>
            <a:r>
              <a:rPr lang="es-AR" dirty="0"/>
              <a:t> View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97B47-7607-B2F1-CFDB-4E13FBE913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AR" b="1" dirty="0">
                <a:latin typeface="Grandview Display"/>
              </a:rPr>
              <a:t>El View ID es una propiedad administrada </a:t>
            </a:r>
            <a:r>
              <a:rPr lang="es-AR" b="1" dirty="0" err="1">
                <a:latin typeface="Grandview Display"/>
              </a:rPr>
              <a:t>po</a:t>
            </a:r>
            <a:r>
              <a:rPr lang="es-AR" b="1" dirty="0">
                <a:latin typeface="Grandview Display"/>
              </a:rPr>
              <a:t>r </a:t>
            </a:r>
            <a:r>
              <a:rPr lang="es-AR" b="1" dirty="0" err="1">
                <a:latin typeface="Grandview Display"/>
              </a:rPr>
              <a:t>Photon</a:t>
            </a:r>
            <a:r>
              <a:rPr lang="es-AR" b="1" dirty="0">
                <a:latin typeface="Grandview Display"/>
              </a:rPr>
              <a:t>, así que nosotros no debemos tocarla</a:t>
            </a:r>
            <a:endParaRPr lang="en-US" dirty="0"/>
          </a:p>
          <a:p>
            <a:r>
              <a:rPr lang="es-AR" b="1" dirty="0" err="1">
                <a:latin typeface="Grandview Display"/>
              </a:rPr>
              <a:t>Ownership</a:t>
            </a:r>
            <a:r>
              <a:rPr lang="es-AR" b="1" dirty="0">
                <a:latin typeface="Grandview Display"/>
              </a:rPr>
              <a:t> lo vemos más adelante</a:t>
            </a:r>
          </a:p>
          <a:p>
            <a:r>
              <a:rPr lang="es-AR" b="1" dirty="0">
                <a:latin typeface="Grandview Display"/>
              </a:rPr>
              <a:t>En el apartado de Observables, veremos todos los componentes que esta </a:t>
            </a:r>
            <a:r>
              <a:rPr lang="es-AR" b="1" dirty="0" err="1">
                <a:latin typeface="Grandview Display"/>
              </a:rPr>
              <a:t>view</a:t>
            </a:r>
            <a:r>
              <a:rPr lang="es-AR" b="1" dirty="0">
                <a:latin typeface="Grandview Display"/>
              </a:rPr>
              <a:t> está "escuchando"</a:t>
            </a: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n-US" dirty="0">
              <a:latin typeface="Aptos" panose="020B000402020202020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6B46D7-DF6B-6913-F874-61292029E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367" y="3202233"/>
            <a:ext cx="4637942" cy="3091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9073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F076A6-DD4C-9D5F-B574-C012C08D0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81A80-5F02-48B6-722F-9EFBFE247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 dirty="0" err="1"/>
              <a:t>Transform</a:t>
            </a:r>
            <a:r>
              <a:rPr lang="es-AR" dirty="0"/>
              <a:t> View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79F3B-7E64-4E55-2FAF-1D1106606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AR" b="1" dirty="0">
                <a:latin typeface="Grandview Display"/>
              </a:rPr>
              <a:t>Este componente se encarga de sincronizar el componente </a:t>
            </a:r>
            <a:r>
              <a:rPr lang="es-AR" b="1" dirty="0" err="1">
                <a:latin typeface="Grandview Display"/>
              </a:rPr>
              <a:t>Transform</a:t>
            </a:r>
            <a:r>
              <a:rPr lang="es-AR" b="1" dirty="0">
                <a:latin typeface="Grandview Display"/>
              </a:rPr>
              <a:t> de Unity</a:t>
            </a: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n-US" dirty="0">
              <a:latin typeface="Aptos" panose="020B000402020202020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D0C183-28C9-4C8B-097A-09E5ACCD8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5" y="2790092"/>
            <a:ext cx="5353050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0273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6BA062-FA8D-F8BA-CE46-281CD6585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9ADA1-AC54-F13D-A833-4920F8F87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 dirty="0" err="1"/>
              <a:t>Transform</a:t>
            </a:r>
            <a:r>
              <a:rPr lang="es-AR" dirty="0"/>
              <a:t> View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52C1E-3C98-837A-CAEF-B3A377CB6D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AR" b="1" dirty="0">
                <a:latin typeface="Grandview Display"/>
              </a:rPr>
              <a:t>En esta versión, podemos elegir qué sincroni</a:t>
            </a:r>
            <a:r>
              <a:rPr lang="es-AR" b="1">
                <a:latin typeface="Grandview Display"/>
              </a:rPr>
              <a:t>zar, y que hacer si hay diferencias entre un avatar y otro</a:t>
            </a: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n-US" dirty="0">
              <a:latin typeface="Aptos" panose="020B000402020202020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150687-EE6E-40A1-A713-7FE027F15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5" y="2790092"/>
            <a:ext cx="5353050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1578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FDDBFC-6BC2-1513-9148-187B9513F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DD6AE-E633-649C-3676-E54DA460F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10326188" cy="414468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AR" sz="5400"/>
              <a:t>¿Preguntas? ¿Consultas? ¿Inquietudes?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6520B-92A9-FAF4-092E-CEFED5C79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 lang="es-AR" dirty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2044062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F54F31-E0CE-C4C8-D0D7-46CF6D59D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2BAA7-64F8-5BD2-7B9F-0147972EF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 dirty="0" err="1"/>
              <a:t>IsMine</a:t>
            </a:r>
            <a:r>
              <a:rPr lang="es-AR" dirty="0"/>
              <a:t>: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75678-28E7-24C3-0179-490C3A8BEA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0688" y="1051559"/>
            <a:ext cx="8610321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AR" b="1">
                <a:latin typeface="Grandview Display"/>
              </a:rPr>
              <a:t>Ahora cada Actor tendrá a su propio "Player".</a:t>
            </a:r>
            <a:endParaRPr lang="en-US"/>
          </a:p>
          <a:p>
            <a:r>
              <a:rPr lang="es-AR" b="1" dirty="0">
                <a:latin typeface="Grandview Display"/>
              </a:rPr>
              <a:t>Pero vemos que ambos toman los </a:t>
            </a:r>
            <a:r>
              <a:rPr lang="es-AR" b="1">
                <a:latin typeface="Grandview Display"/>
              </a:rPr>
              <a:t>inputs</a:t>
            </a:r>
            <a:endParaRPr lang="es-AR" b="1" dirty="0">
              <a:latin typeface="Grandview Display"/>
            </a:endParaRPr>
          </a:p>
          <a:p>
            <a:r>
              <a:rPr lang="es-AR" b="1" dirty="0">
                <a:latin typeface="Grandview Display"/>
              </a:rPr>
              <a:t>Para evitar esto podemos utilizar una propiedad de la </a:t>
            </a:r>
            <a:r>
              <a:rPr lang="es-AR" b="1" dirty="0" err="1">
                <a:latin typeface="Grandview Display"/>
              </a:rPr>
              <a:t>PhotonView</a:t>
            </a:r>
            <a:endParaRPr lang="es-AR" b="1" dirty="0">
              <a:latin typeface="Grandview Display"/>
            </a:endParaRPr>
          </a:p>
          <a:p>
            <a:r>
              <a:rPr lang="es-AR" b="1" dirty="0">
                <a:latin typeface="Grandview Display"/>
              </a:rPr>
              <a:t>Podemos acceder a la </a:t>
            </a:r>
            <a:r>
              <a:rPr lang="es-AR" b="1" dirty="0" err="1">
                <a:latin typeface="Grandview Display"/>
              </a:rPr>
              <a:t>PhotonView</a:t>
            </a:r>
            <a:r>
              <a:rPr lang="es-AR" b="1" dirty="0">
                <a:latin typeface="Grandview Display"/>
              </a:rPr>
              <a:t> como a cualquier otro componente, o podemos utilizar el </a:t>
            </a:r>
            <a:r>
              <a:rPr lang="es-AR" b="1" dirty="0" err="1">
                <a:solidFill>
                  <a:srgbClr val="000000"/>
                </a:solidFill>
                <a:latin typeface="Grandview Display"/>
              </a:rPr>
              <a:t>MonoBehaviourPun</a:t>
            </a:r>
            <a:r>
              <a:rPr lang="es-AR" b="1" dirty="0">
                <a:solidFill>
                  <a:srgbClr val="000000"/>
                </a:solidFill>
                <a:latin typeface="Grandview Display"/>
              </a:rPr>
              <a:t>, que ya tiene una referencia a la </a:t>
            </a:r>
            <a:r>
              <a:rPr lang="es-AR" b="1" dirty="0" err="1">
                <a:solidFill>
                  <a:srgbClr val="000000"/>
                </a:solidFill>
                <a:latin typeface="Grandview Display"/>
              </a:rPr>
              <a:t>view</a:t>
            </a:r>
            <a:r>
              <a:rPr lang="es-AR" b="1" dirty="0">
                <a:solidFill>
                  <a:srgbClr val="000000"/>
                </a:solidFill>
                <a:latin typeface="Grandview Display"/>
              </a:rPr>
              <a:t> propia</a:t>
            </a: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n-US" dirty="0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9313477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724BF1-DC5A-9616-EC8D-5656EEB3E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BAEC1-F5A3-0CED-C556-20F3FD1C0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 dirty="0" err="1"/>
              <a:t>IsMine</a:t>
            </a:r>
            <a:r>
              <a:rPr lang="es-AR" dirty="0"/>
              <a:t>: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0A128-E747-D383-7417-660E240D15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8416" y="1051559"/>
            <a:ext cx="6892593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AR" b="1" dirty="0">
                <a:latin typeface="Grandview Display"/>
              </a:rPr>
              <a:t>Por ejemplo, podemos hacer que si este elemento no me pertenece, retorne sin hacer nada.</a:t>
            </a:r>
            <a:endParaRPr lang="en-US" dirty="0">
              <a:solidFill>
                <a:srgbClr val="000000"/>
              </a:solidFill>
              <a:latin typeface="Aptos" panose="020B0004020202020204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n-US" dirty="0">
              <a:latin typeface="Aptos" panose="020B000402020202020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D3F9B0-D809-ADBC-B54E-ADAF1C98BE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958" y="3204547"/>
            <a:ext cx="6490561" cy="3092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4058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6D3492-107F-5CFF-E22D-C14B248EF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9BC05-66A8-1200-B0EC-289C742BB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 dirty="0" err="1"/>
              <a:t>IsMine</a:t>
            </a:r>
            <a:r>
              <a:rPr lang="es-AR" dirty="0"/>
              <a:t>: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AD34C-0C29-A2A1-0D52-ABD9F130A4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8416" y="1051559"/>
            <a:ext cx="6892593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AR" b="1">
                <a:latin typeface="Grandview Display"/>
              </a:rPr>
              <a:t>Importante: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s-AR" b="1" dirty="0">
                <a:solidFill>
                  <a:srgbClr val="000000"/>
                </a:solidFill>
                <a:latin typeface="Grandview Display"/>
              </a:rPr>
              <a:t>Este </a:t>
            </a:r>
            <a:r>
              <a:rPr lang="es-AR" b="1" dirty="0" err="1">
                <a:solidFill>
                  <a:srgbClr val="000000"/>
                </a:solidFill>
                <a:latin typeface="Grandview Display"/>
              </a:rPr>
              <a:t>IsMine</a:t>
            </a:r>
            <a:r>
              <a:rPr lang="es-AR" b="1" dirty="0">
                <a:solidFill>
                  <a:srgbClr val="000000"/>
                </a:solidFill>
                <a:latin typeface="Grandview Display"/>
              </a:rPr>
              <a:t>, solo pregunta por la View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s-AR" b="1" dirty="0">
                <a:latin typeface="Grandview Display"/>
              </a:rPr>
              <a:t>La </a:t>
            </a:r>
            <a:r>
              <a:rPr lang="es-AR" b="1" dirty="0" err="1">
                <a:latin typeface="Grandview Display"/>
              </a:rPr>
              <a:t>PhotonView</a:t>
            </a:r>
            <a:r>
              <a:rPr lang="es-AR" b="1" dirty="0">
                <a:latin typeface="Grandview Display"/>
              </a:rPr>
              <a:t> es el componente que lleva información de que actor es su "dueño" </a:t>
            </a:r>
          </a:p>
          <a:p>
            <a:endParaRPr lang="es-AR" b="1" dirty="0">
              <a:latin typeface="Grandview Display"/>
            </a:endParaRPr>
          </a:p>
          <a:p>
            <a:r>
              <a:rPr lang="es-AR" b="1" dirty="0">
                <a:latin typeface="Grandview Display"/>
              </a:rPr>
              <a:t>Más adelante veremos más en detalle los conceptos de </a:t>
            </a:r>
            <a:r>
              <a:rPr lang="es-AR" b="1" dirty="0" err="1">
                <a:latin typeface="Grandview Display"/>
              </a:rPr>
              <a:t>Owner</a:t>
            </a:r>
            <a:r>
              <a:rPr lang="es-AR" b="1" dirty="0">
                <a:latin typeface="Grandview Display"/>
              </a:rPr>
              <a:t>, </a:t>
            </a:r>
            <a:r>
              <a:rPr lang="es-AR" b="1" dirty="0" err="1">
                <a:latin typeface="Grandview Display"/>
              </a:rPr>
              <a:t>creator</a:t>
            </a:r>
            <a:r>
              <a:rPr lang="es-AR" b="1" dirty="0">
                <a:latin typeface="Grandview Display"/>
              </a:rPr>
              <a:t>, y sobre todo, autoridad</a:t>
            </a: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n-US" dirty="0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8160628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3BAF18-A767-1DFD-6C8C-311D533ED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551B2-FED9-B5DD-8651-90BDBF0A8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10326188" cy="414468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AR" sz="5400"/>
              <a:t>¿Preguntas? ¿Consultas? ¿Inquietudes?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F1CD8-9AF8-6FB3-424F-243797B4A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 lang="es-AR" dirty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02803562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E4BC74-E1A6-DF40-B16C-96B2A3CFD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FEAF3-82A9-5275-8F59-CB9E7FCC8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5060852" cy="1929023"/>
          </a:xfrm>
        </p:spPr>
        <p:txBody>
          <a:bodyPr anchor="t">
            <a:normAutofit/>
          </a:bodyPr>
          <a:lstStyle/>
          <a:p>
            <a:r>
              <a:rPr lang="es-AR">
                <a:latin typeface="Aptos Display"/>
              </a:rPr>
              <a:t>Otros componentes</a:t>
            </a:r>
            <a:r>
              <a:rPr lang="es-AR" dirty="0"/>
              <a:t>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78F7F6-557E-9550-49AC-6DEBDB8BA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847" y="1872174"/>
            <a:ext cx="10890162" cy="442804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AR" b="1" dirty="0" err="1">
                <a:latin typeface="Grandview Display"/>
              </a:rPr>
              <a:t>Photon</a:t>
            </a:r>
            <a:r>
              <a:rPr lang="es-AR" b="1" dirty="0">
                <a:latin typeface="Grandview Display"/>
              </a:rPr>
              <a:t> no solo ofrece componentes para facilitar la sincronización del </a:t>
            </a:r>
            <a:r>
              <a:rPr lang="es-AR" b="1" dirty="0" err="1">
                <a:latin typeface="Grandview Display"/>
              </a:rPr>
              <a:t>Transform</a:t>
            </a:r>
            <a:r>
              <a:rPr lang="es-AR" b="1" dirty="0">
                <a:latin typeface="Grandview Display"/>
              </a:rPr>
              <a:t>, sino que ofrece una gran variedad de componentes especializados</a:t>
            </a:r>
          </a:p>
          <a:p>
            <a:r>
              <a:rPr lang="es-AR" b="1">
                <a:latin typeface="Grandview Display"/>
              </a:rPr>
              <a:t>Y nos permite crear los nuestros</a:t>
            </a:r>
            <a:endParaRPr lang="es-AR" b="1" dirty="0">
              <a:latin typeface="Grandview Display"/>
            </a:endParaRPr>
          </a:p>
          <a:p>
            <a:r>
              <a:rPr lang="es-AR" b="1" dirty="0">
                <a:latin typeface="Grandview Display"/>
              </a:rPr>
              <a:t>Todos, siempre </a:t>
            </a:r>
            <a:r>
              <a:rPr lang="es-AR" b="1" dirty="0" err="1">
                <a:latin typeface="Grandview Display"/>
              </a:rPr>
              <a:t>deberan</a:t>
            </a:r>
            <a:r>
              <a:rPr lang="es-AR" b="1" dirty="0">
                <a:latin typeface="Grandview Display"/>
              </a:rPr>
              <a:t> encajar en el patrón de </a:t>
            </a:r>
            <a:r>
              <a:rPr lang="es-AR" b="1" dirty="0" err="1">
                <a:latin typeface="Grandview Display"/>
              </a:rPr>
              <a:t>Observer</a:t>
            </a:r>
            <a:r>
              <a:rPr lang="es-AR" b="1" dirty="0">
                <a:latin typeface="Grandview Display"/>
              </a:rPr>
              <a:t> de la View</a:t>
            </a: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n-US" dirty="0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63791883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4E7F52-8FDC-A06C-990C-819C4887F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0EF97-7CAA-C3DD-4FB5-F98548212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5060852" cy="1929023"/>
          </a:xfrm>
        </p:spPr>
        <p:txBody>
          <a:bodyPr anchor="t">
            <a:normAutofit/>
          </a:bodyPr>
          <a:lstStyle/>
          <a:p>
            <a:r>
              <a:rPr lang="es-AR">
                <a:latin typeface="Aptos Display"/>
              </a:rPr>
              <a:t>Otros componentes</a:t>
            </a:r>
            <a:r>
              <a:rPr lang="es-AR" dirty="0"/>
              <a:t>: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66C7A1B-D1A6-2616-37DA-E817359BD6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799" y="3427204"/>
            <a:ext cx="5243879" cy="2856767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3A798A3-D752-4A94-D309-0F3026957502}"/>
              </a:ext>
            </a:extLst>
          </p:cNvPr>
          <p:cNvSpPr txBox="1">
            <a:spLocks/>
          </p:cNvSpPr>
          <p:nvPr/>
        </p:nvSpPr>
        <p:spPr>
          <a:xfrm>
            <a:off x="5306631" y="1555651"/>
            <a:ext cx="6224378" cy="474456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b="1">
                <a:latin typeface="Grandview Display"/>
              </a:rPr>
              <a:t>Los iremos viendo a lo largo de la cursada...</a:t>
            </a:r>
            <a:endParaRPr lang="en-US"/>
          </a:p>
          <a:p>
            <a:r>
              <a:rPr lang="es-AR" b="1" dirty="0">
                <a:latin typeface="Grandview Display"/>
              </a:rPr>
              <a:t>Cada componente se especializa en sincronizar un aparta</a:t>
            </a:r>
            <a:r>
              <a:rPr lang="es-AR" b="1">
                <a:latin typeface="Grandview Display"/>
              </a:rPr>
              <a:t>do particular</a:t>
            </a:r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n-US" dirty="0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2470631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EE2910-D51D-6497-EA00-02AD5C6A9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7A61E-CD5C-6F72-3F82-378E3C26A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6655190" cy="4144684"/>
          </a:xfrm>
        </p:spPr>
        <p:txBody>
          <a:bodyPr anchor="t">
            <a:normAutofit/>
          </a:bodyPr>
          <a:lstStyle/>
          <a:p>
            <a:r>
              <a:rPr lang="es-AR">
                <a:latin typeface="Aptos Display"/>
              </a:rPr>
              <a:t>OnPhotonSerializeView</a:t>
            </a:r>
            <a:r>
              <a:rPr lang="es-AR"/>
              <a:t>: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02553-88EB-2840-2BC7-BEDD99F572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847" y="1872174"/>
            <a:ext cx="10890162" cy="442804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AR" b="1" dirty="0">
                <a:latin typeface="Grandview Display"/>
              </a:rPr>
              <a:t>Además de todos los componentes que </a:t>
            </a:r>
            <a:r>
              <a:rPr lang="es-AR" b="1" dirty="0" err="1">
                <a:latin typeface="Grandview Display"/>
              </a:rPr>
              <a:t>Photon</a:t>
            </a:r>
            <a:r>
              <a:rPr lang="es-AR" b="1" dirty="0">
                <a:latin typeface="Grandview Display"/>
              </a:rPr>
              <a:t> nos ofrece, también podemos crear los propios</a:t>
            </a:r>
          </a:p>
          <a:p>
            <a:r>
              <a:rPr lang="es-AR" b="1" dirty="0">
                <a:latin typeface="Grandview Display"/>
              </a:rPr>
              <a:t>Para esto, la </a:t>
            </a:r>
            <a:r>
              <a:rPr lang="es-AR" b="1" dirty="0" err="1">
                <a:latin typeface="Grandview Display"/>
              </a:rPr>
              <a:t>Photon</a:t>
            </a:r>
            <a:r>
              <a:rPr lang="es-AR" b="1" dirty="0">
                <a:latin typeface="Grandview Display"/>
              </a:rPr>
              <a:t> View dispara dos métodos que podemos implementar</a:t>
            </a:r>
          </a:p>
          <a:p>
            <a:r>
              <a:rPr lang="es-AR" b="1">
                <a:latin typeface="Grandview Display"/>
              </a:rPr>
              <a:t>Así vamos a poder sincronizar lo que nosotros deseemos, o controlar los paquetes enviados y/o recibidos</a:t>
            </a:r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n-US" dirty="0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0313773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119822-18C1-2510-17AB-E5540F99E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875BD-8B2A-20B4-BBDF-022989C96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6655190" cy="4144684"/>
          </a:xfrm>
        </p:spPr>
        <p:txBody>
          <a:bodyPr anchor="t">
            <a:normAutofit/>
          </a:bodyPr>
          <a:lstStyle/>
          <a:p>
            <a:r>
              <a:rPr lang="es-AR">
                <a:latin typeface="Aptos Display"/>
              </a:rPr>
              <a:t>OnPhotonSerializeView</a:t>
            </a:r>
            <a:r>
              <a:rPr lang="es-AR"/>
              <a:t>: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DB020-8A56-5717-76C9-1B818FEA4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847" y="1872174"/>
            <a:ext cx="10890162" cy="442804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AR" b="1" dirty="0">
                <a:latin typeface="Grandview Display"/>
              </a:rPr>
              <a:t>Por ejemplo, podemos sincronizar los datos del </a:t>
            </a:r>
            <a:r>
              <a:rPr lang="es-AR" b="1" dirty="0" err="1">
                <a:latin typeface="Grandview Display"/>
              </a:rPr>
              <a:t>Transform</a:t>
            </a:r>
            <a:r>
              <a:rPr lang="es-AR" b="1" dirty="0">
                <a:latin typeface="Grandview Display"/>
              </a:rPr>
              <a:t> a mano, y elegir con qué información quedarnos, o cómo pasar de un estado a otro..</a:t>
            </a: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n-US" dirty="0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20474359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A7CA52-3D93-753E-240C-2DFBCBA14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AD7C0-78F1-9C9B-E3EB-1757E7186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6655190" cy="4144684"/>
          </a:xfrm>
        </p:spPr>
        <p:txBody>
          <a:bodyPr anchor="t">
            <a:normAutofit/>
          </a:bodyPr>
          <a:lstStyle/>
          <a:p>
            <a:r>
              <a:rPr lang="es-AR">
                <a:latin typeface="Aptos Display"/>
              </a:rPr>
              <a:t>OnPhotonSerializeView</a:t>
            </a:r>
            <a:r>
              <a:rPr lang="es-AR"/>
              <a:t>: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28CF10-7507-999F-BB1F-809672DDC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406" y="1831506"/>
            <a:ext cx="9156917" cy="4796478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CC67F0-5EE9-3AA5-87D0-25A76B6679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52610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644498-6137-15AB-0A0C-A6E108199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074A6-0950-F90C-E8A1-4CA0AE5AB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6655190" cy="4144684"/>
          </a:xfrm>
        </p:spPr>
        <p:txBody>
          <a:bodyPr anchor="t">
            <a:normAutofit/>
          </a:bodyPr>
          <a:lstStyle/>
          <a:p>
            <a:r>
              <a:rPr lang="es-AR">
                <a:latin typeface="Aptos Display"/>
              </a:rPr>
              <a:t>OnPhotonSerializeView</a:t>
            </a:r>
            <a:r>
              <a:rPr lang="es-AR"/>
              <a:t>:</a:t>
            </a:r>
            <a:endParaRPr lang="en-US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1336E627-72C4-B75E-9580-2AF456A9E1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4051" y="1720117"/>
            <a:ext cx="8592175" cy="4878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12439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E10AE5-0D7B-1B09-C06E-900F80D29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24119-0571-E85D-8204-E287B7E87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6655190" cy="4144684"/>
          </a:xfrm>
        </p:spPr>
        <p:txBody>
          <a:bodyPr anchor="t">
            <a:normAutofit/>
          </a:bodyPr>
          <a:lstStyle/>
          <a:p>
            <a:r>
              <a:rPr lang="es-AR">
                <a:latin typeface="Aptos Display"/>
              </a:rPr>
              <a:t>OnPhotonSerializeView</a:t>
            </a:r>
            <a:r>
              <a:rPr lang="es-AR"/>
              <a:t>: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D7D5B-DEC2-DAEF-86AC-6413E8E363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847" y="1872174"/>
            <a:ext cx="10890162" cy="442804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AR" b="1" dirty="0">
                <a:latin typeface="Grandview Display"/>
              </a:rPr>
              <a:t>Qué otros detalles le agregarían, en un futuro, a un script como ese?</a:t>
            </a: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n-US" dirty="0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38920994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BE7C65-FD64-E4F9-1166-41D35AB37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E15E9-EDE8-0FE5-ABD2-237AEB624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6655190" cy="956008"/>
          </a:xfrm>
        </p:spPr>
        <p:txBody>
          <a:bodyPr anchor="t">
            <a:normAutofit/>
          </a:bodyPr>
          <a:lstStyle/>
          <a:p>
            <a:r>
              <a:rPr lang="es-AR" dirty="0" err="1">
                <a:latin typeface="Aptos Display"/>
              </a:rPr>
              <a:t>MasterClient</a:t>
            </a:r>
            <a:r>
              <a:rPr lang="es-AR" dirty="0"/>
              <a:t>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281BC-2272-A6E3-05E0-F2CA17FC64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847" y="1872174"/>
            <a:ext cx="10890162" cy="442804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Ya vimos que podemos diferenciar entre los objetos que me pertenecen y cuales no, por medio del </a:t>
            </a:r>
            <a:r>
              <a:rPr lang="es-AR" b="1" dirty="0" err="1">
                <a:latin typeface="Grandview Display"/>
              </a:rPr>
              <a:t>PhotonView.IsMine</a:t>
            </a:r>
            <a:r>
              <a:rPr lang="es-AR" b="1" dirty="0">
                <a:latin typeface="Grandview Display"/>
              </a:rPr>
              <a:t>.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Cualquier objeto que se sincronice por la red tendrá una </a:t>
            </a:r>
            <a:r>
              <a:rPr lang="es-AR" b="1" dirty="0" err="1">
                <a:latin typeface="Grandview Display"/>
              </a:rPr>
              <a:t>PhotonView</a:t>
            </a:r>
            <a:r>
              <a:rPr lang="es-AR" b="1" dirty="0">
                <a:latin typeface="Grandview Display"/>
              </a:rPr>
              <a:t>, y un "dueño"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Pero hay cosas que queremos que solo ocurran una vez para todos los jugadores. Como, por ejemplo, el inicio y finalización de partida, la creación del escenario/</a:t>
            </a:r>
            <a:r>
              <a:rPr lang="es-AR" b="1" dirty="0" err="1">
                <a:latin typeface="Grandview Display"/>
              </a:rPr>
              <a:t>props</a:t>
            </a:r>
            <a:r>
              <a:rPr lang="es-AR" b="1" dirty="0">
                <a:latin typeface="Grandview Display"/>
              </a:rPr>
              <a:t>, o incluso lógica particular de nuestro juego que no queremos o no necesitamos que todos calculen.</a:t>
            </a: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n-US" dirty="0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65599049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10C7A1-8F70-2533-5EAD-CCFB5D52F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A9628-BD58-9465-F076-F3B5F139B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6655190" cy="956008"/>
          </a:xfrm>
        </p:spPr>
        <p:txBody>
          <a:bodyPr anchor="t">
            <a:normAutofit/>
          </a:bodyPr>
          <a:lstStyle/>
          <a:p>
            <a:r>
              <a:rPr lang="es-AR" dirty="0" err="1">
                <a:latin typeface="Aptos Display"/>
              </a:rPr>
              <a:t>MasterClient</a:t>
            </a:r>
            <a:r>
              <a:rPr lang="es-AR" dirty="0"/>
              <a:t>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8356F-34D3-0D4A-BA21-4B4A02E7BA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847" y="1872174"/>
            <a:ext cx="10890162" cy="442804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Para esto, podemos aprovechar un papel que otorga </a:t>
            </a:r>
            <a:r>
              <a:rPr lang="es-AR" b="1" dirty="0" err="1">
                <a:latin typeface="Grandview Display"/>
              </a:rPr>
              <a:t>Photon</a:t>
            </a:r>
            <a:r>
              <a:rPr lang="es-AR" b="1" dirty="0">
                <a:latin typeface="Grandview Display"/>
              </a:rPr>
              <a:t> al primer cliente que entre a la sala...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Como vimos, siempre que haya una sesión de juego utilizando </a:t>
            </a:r>
            <a:r>
              <a:rPr lang="es-AR" b="1" dirty="0" err="1">
                <a:latin typeface="Grandview Display"/>
              </a:rPr>
              <a:t>Photon</a:t>
            </a:r>
            <a:r>
              <a:rPr lang="es-AR" b="1" dirty="0">
                <a:latin typeface="Grandview Display"/>
              </a:rPr>
              <a:t>, habrá una instancia de ese juego en un servidor de </a:t>
            </a:r>
            <a:r>
              <a:rPr lang="es-AR" b="1" dirty="0" err="1">
                <a:latin typeface="Grandview Display"/>
              </a:rPr>
              <a:t>Photon</a:t>
            </a:r>
            <a:r>
              <a:rPr lang="es-AR" b="1" dirty="0">
                <a:latin typeface="Grandview Display"/>
              </a:rPr>
              <a:t>. En él se mantiene información de las salas, jugadores y </a:t>
            </a:r>
            <a:r>
              <a:rPr lang="es-AR" b="1" dirty="0" err="1">
                <a:latin typeface="Grandview Display"/>
              </a:rPr>
              <a:t>metadata</a:t>
            </a:r>
            <a:r>
              <a:rPr lang="es-AR" b="1" dirty="0">
                <a:latin typeface="Grandview Display"/>
              </a:rPr>
              <a:t>.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Entonces, el jugador que primero entre a la sala estará marcado por </a:t>
            </a:r>
            <a:r>
              <a:rPr lang="es-AR" b="1" dirty="0" err="1">
                <a:latin typeface="Grandview Display"/>
              </a:rPr>
              <a:t>Photon</a:t>
            </a:r>
            <a:r>
              <a:rPr lang="es-AR" b="1" dirty="0">
                <a:latin typeface="Grandview Display"/>
              </a:rPr>
              <a:t> como </a:t>
            </a:r>
            <a:r>
              <a:rPr lang="es-AR" b="1" dirty="0" err="1">
                <a:latin typeface="Grandview Display"/>
              </a:rPr>
              <a:t>MasterClient</a:t>
            </a:r>
            <a:r>
              <a:rPr lang="es-AR" b="1" dirty="0">
                <a:latin typeface="Grandview Display"/>
              </a:rPr>
              <a:t>.</a:t>
            </a: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Siempre habrá un actor con este título en la sala. Si se desconecta se asignará otro </a:t>
            </a:r>
            <a:r>
              <a:rPr lang="es-AR" b="1">
                <a:latin typeface="Grandview Display"/>
              </a:rPr>
              <a:t>automáticamente.</a:t>
            </a:r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n-US" dirty="0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22294720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2F877F-6F53-6D8A-C310-D004B65E6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AF42C-AF7E-B813-02DB-B2E0E8DBF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6655190" cy="956008"/>
          </a:xfrm>
        </p:spPr>
        <p:txBody>
          <a:bodyPr anchor="t">
            <a:normAutofit/>
          </a:bodyPr>
          <a:lstStyle/>
          <a:p>
            <a:r>
              <a:rPr lang="es-AR" dirty="0" err="1">
                <a:latin typeface="Aptos Display"/>
              </a:rPr>
              <a:t>MasterClient</a:t>
            </a:r>
            <a:r>
              <a:rPr lang="es-AR" dirty="0"/>
              <a:t>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D4EC2-F8C7-A439-BB70-366A5C1FD8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847" y="1872174"/>
            <a:ext cx="10890162" cy="442804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El </a:t>
            </a:r>
            <a:r>
              <a:rPr lang="es-AR" b="1" dirty="0" err="1">
                <a:latin typeface="Grandview Display"/>
              </a:rPr>
              <a:t>MasterClient</a:t>
            </a:r>
            <a:r>
              <a:rPr lang="es-AR" b="1" dirty="0">
                <a:latin typeface="Grandview Display"/>
              </a:rPr>
              <a:t> es un título que da </a:t>
            </a:r>
            <a:r>
              <a:rPr lang="es-AR" b="1" dirty="0" err="1">
                <a:latin typeface="Grandview Display"/>
              </a:rPr>
              <a:t>Photon</a:t>
            </a:r>
            <a:r>
              <a:rPr lang="es-AR" b="1" dirty="0">
                <a:latin typeface="Grandview Display"/>
              </a:rPr>
              <a:t>, tiene muy pocos privilegios especiales.</a:t>
            </a:r>
          </a:p>
          <a:p>
            <a:pPr marL="0" indent="0">
              <a:buNone/>
            </a:pPr>
            <a:r>
              <a:rPr lang="es-AR" b="1">
                <a:latin typeface="Grandview Display"/>
              </a:rPr>
              <a:t>Pero siempre habrá uno por sala.</a:t>
            </a:r>
            <a:endParaRPr lang="es-AR" b="1" dirty="0">
              <a:latin typeface="Grandview Display"/>
            </a:endParaRPr>
          </a:p>
          <a:p>
            <a:pPr marL="0" indent="0">
              <a:buNone/>
            </a:pPr>
            <a:r>
              <a:rPr lang="es-AR" b="1">
                <a:latin typeface="Grandview Display"/>
              </a:rPr>
              <a:t>Por eso podemos centralizar en él procesos que queremos que solo sucedan una vez</a:t>
            </a:r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n-US" dirty="0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94338483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625B15-FECC-5FA9-0670-A6C2FC269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E841C-ECBB-11F8-3DFD-3C0944E83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6655190" cy="956008"/>
          </a:xfrm>
        </p:spPr>
        <p:txBody>
          <a:bodyPr anchor="t">
            <a:normAutofit/>
          </a:bodyPr>
          <a:lstStyle/>
          <a:p>
            <a:r>
              <a:rPr lang="es-AR" dirty="0" err="1">
                <a:latin typeface="Aptos Display"/>
              </a:rPr>
              <a:t>MasterClient</a:t>
            </a:r>
            <a:r>
              <a:rPr lang="es-AR" dirty="0"/>
              <a:t>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7622D-C3E8-4C09-8E9E-01056D7B2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847" y="1872174"/>
            <a:ext cx="10890162" cy="442804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El </a:t>
            </a:r>
            <a:r>
              <a:rPr lang="es-AR" b="1" dirty="0" err="1">
                <a:latin typeface="Grandview Display"/>
              </a:rPr>
              <a:t>MasterClient</a:t>
            </a:r>
            <a:r>
              <a:rPr lang="es-AR" b="1" dirty="0">
                <a:latin typeface="Grandview Display"/>
              </a:rPr>
              <a:t> es un título que da </a:t>
            </a:r>
            <a:r>
              <a:rPr lang="es-AR" b="1" dirty="0" err="1">
                <a:latin typeface="Grandview Display"/>
              </a:rPr>
              <a:t>Photon</a:t>
            </a:r>
            <a:r>
              <a:rPr lang="es-AR" b="1" dirty="0">
                <a:latin typeface="Grandview Display"/>
              </a:rPr>
              <a:t>, tiene muy pocos privilegios especiales.</a:t>
            </a:r>
          </a:p>
          <a:p>
            <a:pPr marL="0" indent="0">
              <a:buNone/>
            </a:pPr>
            <a:r>
              <a:rPr lang="es-AR" b="1">
                <a:latin typeface="Grandview Display"/>
              </a:rPr>
              <a:t>Pero siempre habrá uno por sala.</a:t>
            </a:r>
            <a:endParaRPr lang="es-AR" b="1" dirty="0">
              <a:latin typeface="Grandview Display"/>
            </a:endParaRPr>
          </a:p>
          <a:p>
            <a:pPr marL="0" indent="0">
              <a:buNone/>
            </a:pPr>
            <a:r>
              <a:rPr lang="es-AR" b="1">
                <a:latin typeface="Grandview Display"/>
              </a:rPr>
              <a:t>Por eso podemos centralizar en él procesos que queremos que solo sucedan una vez</a:t>
            </a:r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n-US" dirty="0">
              <a:latin typeface="Aptos" panose="020B000402020202020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29ACCA-118D-FE17-B280-CF8CBDBC5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157" y="4866909"/>
            <a:ext cx="10077611" cy="82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45866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A39C93-9299-5793-B947-05D929BDC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4A998-5DC0-928B-A040-CBC95277F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6655190" cy="956008"/>
          </a:xfrm>
        </p:spPr>
        <p:txBody>
          <a:bodyPr anchor="t">
            <a:normAutofit/>
          </a:bodyPr>
          <a:lstStyle/>
          <a:p>
            <a:r>
              <a:rPr lang="es-AR">
                <a:latin typeface="Aptos Display"/>
              </a:rPr>
              <a:t>Actividad</a:t>
            </a:r>
            <a:r>
              <a:rPr lang="es-AR" dirty="0"/>
              <a:t>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4F8B2-B027-0B73-7069-797B606E7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847" y="1872174"/>
            <a:ext cx="10890162" cy="442804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>
                <a:latin typeface="Grandview Display"/>
              </a:rPr>
              <a:t>Juego de tanques:</a:t>
            </a:r>
            <a:endParaRPr lang="es-AR" b="1" dirty="0">
              <a:latin typeface="Grandview Display"/>
            </a:endParaRPr>
          </a:p>
          <a:p>
            <a:pPr marL="457200" indent="-457200"/>
            <a:r>
              <a:rPr lang="es-AR" b="1">
                <a:latin typeface="Grandview Display"/>
              </a:rPr>
              <a:t>Escenario procedural</a:t>
            </a:r>
            <a:endParaRPr lang="es-AR" b="1" dirty="0">
              <a:latin typeface="Grandview Display"/>
            </a:endParaRPr>
          </a:p>
          <a:p>
            <a:pPr marL="457200" indent="-457200"/>
            <a:r>
              <a:rPr lang="es-AR" b="1">
                <a:latin typeface="Grandview Display"/>
              </a:rPr>
              <a:t>Prueben con 3 jugadores</a:t>
            </a:r>
            <a:endParaRPr lang="es-AR" b="1" dirty="0">
              <a:latin typeface="Grandview Display"/>
            </a:endParaRPr>
          </a:p>
          <a:p>
            <a:pPr marL="457200" indent="-457200"/>
            <a:r>
              <a:rPr lang="es-AR" b="1">
                <a:latin typeface="Grandview Display"/>
              </a:rPr>
              <a:t>Los tanques deben poder disparar</a:t>
            </a:r>
            <a:endParaRPr lang="es-AR" b="1" dirty="0">
              <a:latin typeface="Grandview Display"/>
            </a:endParaRPr>
          </a:p>
          <a:p>
            <a:pPr marL="457200" indent="-457200"/>
            <a:r>
              <a:rPr lang="es-AR" b="1">
                <a:latin typeface="Grandview Display"/>
              </a:rPr>
              <a:t>El último en pie gana</a:t>
            </a:r>
            <a:endParaRPr lang="es-AR" b="1" dirty="0">
              <a:latin typeface="Grandview Display"/>
            </a:endParaRPr>
          </a:p>
          <a:p>
            <a:pPr marL="457200" indent="-457200"/>
            <a:r>
              <a:rPr lang="es-AR" b="1">
                <a:latin typeface="Grandview Display"/>
              </a:rPr>
              <a:t>Los tanques empiezan con 100 de vida y cada disparo les saca 30 puntos</a:t>
            </a:r>
            <a:endParaRPr lang="es-AR" b="1" dirty="0">
              <a:latin typeface="Grandview Display"/>
            </a:endParaRPr>
          </a:p>
          <a:p>
            <a:pPr marL="457200" indent="-457200"/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n-US" dirty="0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57681930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8EA19F-A1AF-1A7D-ED4E-6234E1C23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A6695-983A-44AD-9190-CFD002E1A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10326188" cy="414468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AR" sz="5400"/>
              <a:t>¿Preguntas? ¿Consultas? ¿Inquietudes?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C31F6-1BAA-D07D-9E7D-6C0DFA02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 lang="es-AR" dirty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729609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55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55</vt:i4>
      </vt:variant>
    </vt:vector>
  </HeadingPairs>
  <TitlesOfParts>
    <vt:vector size="57" baseType="lpstr">
      <vt:lpstr>Tema de Office</vt:lpstr>
      <vt:lpstr>DashVTI</vt:lpstr>
      <vt:lpstr>Juegos en Red</vt:lpstr>
      <vt:lpstr>Contenido:</vt:lpstr>
      <vt:lpstr>Estado de Juego:</vt:lpstr>
      <vt:lpstr>Estado de Juego:</vt:lpstr>
      <vt:lpstr>Sincronización:</vt:lpstr>
      <vt:lpstr>Sincronización:</vt:lpstr>
      <vt:lpstr>¿Preguntas? ¿Consultas? ¿Inquietudes?</vt:lpstr>
      <vt:lpstr>Juegos en Red</vt:lpstr>
      <vt:lpstr>Contenido:</vt:lpstr>
      <vt:lpstr>PUN:</vt:lpstr>
      <vt:lpstr>PUN:</vt:lpstr>
      <vt:lpstr>PUN:</vt:lpstr>
      <vt:lpstr>PUN:</vt:lpstr>
      <vt:lpstr>PUN:</vt:lpstr>
      <vt:lpstr>PUN:</vt:lpstr>
      <vt:lpstr>PUN:</vt:lpstr>
      <vt:lpstr>PUN:</vt:lpstr>
      <vt:lpstr>PUN:</vt:lpstr>
      <vt:lpstr>PUN:</vt:lpstr>
      <vt:lpstr>PUN:</vt:lpstr>
      <vt:lpstr>PUN:</vt:lpstr>
      <vt:lpstr>¿Preguntas? ¿Consultas? ¿Inquietudes?</vt:lpstr>
      <vt:lpstr>Conectarnos:</vt:lpstr>
      <vt:lpstr>Conectarnos:</vt:lpstr>
      <vt:lpstr>Conectarnos:</vt:lpstr>
      <vt:lpstr>Conectarnos:</vt:lpstr>
      <vt:lpstr>Conectarnos:</vt:lpstr>
      <vt:lpstr>Objetos:</vt:lpstr>
      <vt:lpstr>Objetos:</vt:lpstr>
      <vt:lpstr>Objetos:</vt:lpstr>
      <vt:lpstr>Objetos:</vt:lpstr>
      <vt:lpstr>Objetos:</vt:lpstr>
      <vt:lpstr>Objetos:</vt:lpstr>
      <vt:lpstr>Photon View:</vt:lpstr>
      <vt:lpstr>Photon View:</vt:lpstr>
      <vt:lpstr>Transform View:</vt:lpstr>
      <vt:lpstr>Transform View:</vt:lpstr>
      <vt:lpstr>¿Preguntas? ¿Consultas? ¿Inquietudes?</vt:lpstr>
      <vt:lpstr>IsMine:</vt:lpstr>
      <vt:lpstr>IsMine:</vt:lpstr>
      <vt:lpstr>IsMine:</vt:lpstr>
      <vt:lpstr>¿Preguntas? ¿Consultas? ¿Inquietudes?</vt:lpstr>
      <vt:lpstr>Otros componentes:</vt:lpstr>
      <vt:lpstr>Otros componentes:</vt:lpstr>
      <vt:lpstr>OnPhotonSerializeView:</vt:lpstr>
      <vt:lpstr>OnPhotonSerializeView:</vt:lpstr>
      <vt:lpstr>OnPhotonSerializeView:</vt:lpstr>
      <vt:lpstr>OnPhotonSerializeView:</vt:lpstr>
      <vt:lpstr>OnPhotonSerializeView:</vt:lpstr>
      <vt:lpstr>MasterClient:</vt:lpstr>
      <vt:lpstr>MasterClient:</vt:lpstr>
      <vt:lpstr>MasterClient:</vt:lpstr>
      <vt:lpstr>MasterClient:</vt:lpstr>
      <vt:lpstr>Actividad:</vt:lpstr>
      <vt:lpstr>¿Preguntas? ¿Consultas? ¿Inquietudes?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780</cp:revision>
  <dcterms:created xsi:type="dcterms:W3CDTF">2026-03-15T01:31:09Z</dcterms:created>
  <dcterms:modified xsi:type="dcterms:W3CDTF">2026-03-17T02:14:21Z</dcterms:modified>
</cp:coreProperties>
</file>