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8" r:id="rId3"/>
    <p:sldId id="258" r:id="rId4"/>
    <p:sldId id="272" r:id="rId5"/>
    <p:sldId id="273" r:id="rId6"/>
    <p:sldId id="274" r:id="rId7"/>
    <p:sldId id="276" r:id="rId8"/>
    <p:sldId id="277" r:id="rId9"/>
    <p:sldId id="278" r:id="rId10"/>
    <p:sldId id="279" r:id="rId11"/>
    <p:sldId id="280" r:id="rId12"/>
    <p:sldId id="285" r:id="rId13"/>
    <p:sldId id="284" r:id="rId14"/>
    <p:sldId id="267" r:id="rId15"/>
    <p:sldId id="281" r:id="rId16"/>
    <p:sldId id="282" r:id="rId17"/>
    <p:sldId id="283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75" r:id="rId2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4D2607-EFBC-6705-D231-38C22AEAAC2F}" v="2524" dt="2026-04-12T00:49:49.395"/>
    <p1510:client id="{207F710F-1D55-5BEC-210F-CBAA0A0D1F9D}" v="825" dt="2026-04-11T22:32:20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MONDO NAHUEL ALEJO" userId="S::nreimondo@uade.edu.ar::6321e4ea-f963-4ffe-8417-f757321f65f7" providerId="AD" clId="Web-{207F710F-1D55-5BEC-210F-CBAA0A0D1F9D}"/>
    <pc:docChg chg="addSld delSld modSld sldOrd addMainMaster">
      <pc:chgData name="REIMONDO NAHUEL ALEJO" userId="S::nreimondo@uade.edu.ar::6321e4ea-f963-4ffe-8417-f757321f65f7" providerId="AD" clId="Web-{207F710F-1D55-5BEC-210F-CBAA0A0D1F9D}" dt="2026-04-11T22:32:20.802" v="827" actId="20577"/>
      <pc:docMkLst>
        <pc:docMk/>
      </pc:docMkLst>
      <pc:sldChg chg="del">
        <pc:chgData name="REIMONDO NAHUEL ALEJO" userId="S::nreimondo@uade.edu.ar::6321e4ea-f963-4ffe-8417-f757321f65f7" providerId="AD" clId="Web-{207F710F-1D55-5BEC-210F-CBAA0A0D1F9D}" dt="2026-04-11T17:34:47.049" v="12"/>
        <pc:sldMkLst>
          <pc:docMk/>
          <pc:sldMk cId="2406273178" sldId="256"/>
        </pc:sldMkLst>
      </pc:sldChg>
      <pc:sldChg chg="modSp add del">
        <pc:chgData name="REIMONDO NAHUEL ALEJO" userId="S::nreimondo@uade.edu.ar::6321e4ea-f963-4ffe-8417-f757321f65f7" providerId="AD" clId="Web-{207F710F-1D55-5BEC-210F-CBAA0A0D1F9D}" dt="2026-04-11T17:52:16.365" v="94" actId="20577"/>
        <pc:sldMkLst>
          <pc:docMk/>
          <pc:sldMk cId="3572092852" sldId="258"/>
        </pc:sldMkLst>
        <pc:spChg chg="mod">
          <ac:chgData name="REIMONDO NAHUEL ALEJO" userId="S::nreimondo@uade.edu.ar::6321e4ea-f963-4ffe-8417-f757321f65f7" providerId="AD" clId="Web-{207F710F-1D55-5BEC-210F-CBAA0A0D1F9D}" dt="2026-04-11T17:52:16.365" v="94" actId="20577"/>
          <ac:spMkLst>
            <pc:docMk/>
            <pc:sldMk cId="3572092852" sldId="258"/>
            <ac:spMk id="3" creationId="{3C4E8B45-DA18-519A-D53B-F5CDCDAADE18}"/>
          </ac:spMkLst>
        </pc:spChg>
      </pc:sldChg>
      <pc:sldChg chg="add del">
        <pc:chgData name="REIMONDO NAHUEL ALEJO" userId="S::nreimondo@uade.edu.ar::6321e4ea-f963-4ffe-8417-f757321f65f7" providerId="AD" clId="Web-{207F710F-1D55-5BEC-210F-CBAA0A0D1F9D}" dt="2026-04-11T17:34:44.908" v="11"/>
        <pc:sldMkLst>
          <pc:docMk/>
          <pc:sldMk cId="3037326767" sldId="267"/>
        </pc:sldMkLst>
      </pc:sldChg>
      <pc:sldChg chg="modSp add del">
        <pc:chgData name="REIMONDO NAHUEL ALEJO" userId="S::nreimondo@uade.edu.ar::6321e4ea-f963-4ffe-8417-f757321f65f7" providerId="AD" clId="Web-{207F710F-1D55-5BEC-210F-CBAA0A0D1F9D}" dt="2026-04-11T17:34:53.190" v="17" actId="20577"/>
        <pc:sldMkLst>
          <pc:docMk/>
          <pc:sldMk cId="1061521144" sldId="268"/>
        </pc:sldMkLst>
        <pc:spChg chg="mod">
          <ac:chgData name="REIMONDO NAHUEL ALEJO" userId="S::nreimondo@uade.edu.ar::6321e4ea-f963-4ffe-8417-f757321f65f7" providerId="AD" clId="Web-{207F710F-1D55-5BEC-210F-CBAA0A0D1F9D}" dt="2026-04-11T17:34:53.190" v="17" actId="20577"/>
          <ac:spMkLst>
            <pc:docMk/>
            <pc:sldMk cId="1061521144" sldId="268"/>
            <ac:spMk id="3" creationId="{00000000-0000-0000-0000-000000000000}"/>
          </ac:spMkLst>
        </pc:spChg>
      </pc:sldChg>
      <pc:sldChg chg="modSp add del">
        <pc:chgData name="REIMONDO NAHUEL ALEJO" userId="S::nreimondo@uade.edu.ar::6321e4ea-f963-4ffe-8417-f757321f65f7" providerId="AD" clId="Web-{207F710F-1D55-5BEC-210F-CBAA0A0D1F9D}" dt="2026-04-11T17:58:25.291" v="402" actId="20577"/>
        <pc:sldMkLst>
          <pc:docMk/>
          <pc:sldMk cId="2620317225" sldId="272"/>
        </pc:sldMkLst>
        <pc:spChg chg="mod">
          <ac:chgData name="REIMONDO NAHUEL ALEJO" userId="S::nreimondo@uade.edu.ar::6321e4ea-f963-4ffe-8417-f757321f65f7" providerId="AD" clId="Web-{207F710F-1D55-5BEC-210F-CBAA0A0D1F9D}" dt="2026-04-11T17:52:41.256" v="104" actId="14100"/>
          <ac:spMkLst>
            <pc:docMk/>
            <pc:sldMk cId="2620317225" sldId="272"/>
            <ac:spMk id="2" creationId="{FE94FD30-69A4-F051-EF2D-70573467240B}"/>
          </ac:spMkLst>
        </pc:spChg>
        <pc:spChg chg="mod">
          <ac:chgData name="REIMONDO NAHUEL ALEJO" userId="S::nreimondo@uade.edu.ar::6321e4ea-f963-4ffe-8417-f757321f65f7" providerId="AD" clId="Web-{207F710F-1D55-5BEC-210F-CBAA0A0D1F9D}" dt="2026-04-11T17:58:25.291" v="402" actId="20577"/>
          <ac:spMkLst>
            <pc:docMk/>
            <pc:sldMk cId="2620317225" sldId="272"/>
            <ac:spMk id="3" creationId="{8FA98982-91A4-7262-7295-3B0BB65C7AE4}"/>
          </ac:spMkLst>
        </pc:spChg>
      </pc:sldChg>
      <pc:sldChg chg="modSp add replId">
        <pc:chgData name="REIMONDO NAHUEL ALEJO" userId="S::nreimondo@uade.edu.ar::6321e4ea-f963-4ffe-8417-f757321f65f7" providerId="AD" clId="Web-{207F710F-1D55-5BEC-210F-CBAA0A0D1F9D}" dt="2026-04-11T18:03:25.111" v="649" actId="20577"/>
        <pc:sldMkLst>
          <pc:docMk/>
          <pc:sldMk cId="705200931" sldId="273"/>
        </pc:sldMkLst>
        <pc:spChg chg="mod">
          <ac:chgData name="REIMONDO NAHUEL ALEJO" userId="S::nreimondo@uade.edu.ar::6321e4ea-f963-4ffe-8417-f757321f65f7" providerId="AD" clId="Web-{207F710F-1D55-5BEC-210F-CBAA0A0D1F9D}" dt="2026-04-11T18:03:25.111" v="649" actId="20577"/>
          <ac:spMkLst>
            <pc:docMk/>
            <pc:sldMk cId="705200931" sldId="273"/>
            <ac:spMk id="3" creationId="{A6D8B356-A3F4-51B1-A670-27BCF0D4D621}"/>
          </ac:spMkLst>
        </pc:spChg>
      </pc:sldChg>
      <pc:sldChg chg="addSp modSp add replId">
        <pc:chgData name="REIMONDO NAHUEL ALEJO" userId="S::nreimondo@uade.edu.ar::6321e4ea-f963-4ffe-8417-f757321f65f7" providerId="AD" clId="Web-{207F710F-1D55-5BEC-210F-CBAA0A0D1F9D}" dt="2026-04-11T22:31:28.613" v="777" actId="14100"/>
        <pc:sldMkLst>
          <pc:docMk/>
          <pc:sldMk cId="3262431809" sldId="274"/>
        </pc:sldMkLst>
        <pc:spChg chg="mod">
          <ac:chgData name="REIMONDO NAHUEL ALEJO" userId="S::nreimondo@uade.edu.ar::6321e4ea-f963-4ffe-8417-f757321f65f7" providerId="AD" clId="Web-{207F710F-1D55-5BEC-210F-CBAA0A0D1F9D}" dt="2026-04-11T22:30:52.315" v="773" actId="14100"/>
          <ac:spMkLst>
            <pc:docMk/>
            <pc:sldMk cId="3262431809" sldId="274"/>
            <ac:spMk id="3" creationId="{EDB66E2C-664F-080D-CCB3-B2F6E33F2CE9}"/>
          </ac:spMkLst>
        </pc:spChg>
        <pc:picChg chg="add mod">
          <ac:chgData name="REIMONDO NAHUEL ALEJO" userId="S::nreimondo@uade.edu.ar::6321e4ea-f963-4ffe-8417-f757321f65f7" providerId="AD" clId="Web-{207F710F-1D55-5BEC-210F-CBAA0A0D1F9D}" dt="2026-04-11T22:31:28.613" v="777" actId="14100"/>
          <ac:picMkLst>
            <pc:docMk/>
            <pc:sldMk cId="3262431809" sldId="274"/>
            <ac:picMk id="4" creationId="{0E1A3FAE-11F1-79A2-A774-BFEB7571A215}"/>
          </ac:picMkLst>
        </pc:picChg>
      </pc:sldChg>
      <pc:sldChg chg="modSp add ord replId">
        <pc:chgData name="REIMONDO NAHUEL ALEJO" userId="S::nreimondo@uade.edu.ar::6321e4ea-f963-4ffe-8417-f757321f65f7" providerId="AD" clId="Web-{207F710F-1D55-5BEC-210F-CBAA0A0D1F9D}" dt="2026-04-11T18:06:17.615" v="710" actId="20577"/>
        <pc:sldMkLst>
          <pc:docMk/>
          <pc:sldMk cId="4015596879" sldId="275"/>
        </pc:sldMkLst>
        <pc:spChg chg="mod">
          <ac:chgData name="REIMONDO NAHUEL ALEJO" userId="S::nreimondo@uade.edu.ar::6321e4ea-f963-4ffe-8417-f757321f65f7" providerId="AD" clId="Web-{207F710F-1D55-5BEC-210F-CBAA0A0D1F9D}" dt="2026-04-11T18:04:30.557" v="655" actId="14100"/>
          <ac:spMkLst>
            <pc:docMk/>
            <pc:sldMk cId="4015596879" sldId="275"/>
            <ac:spMk id="2" creationId="{C154ED96-58E6-4E86-F991-2C7C49CB0E36}"/>
          </ac:spMkLst>
        </pc:spChg>
        <pc:spChg chg="mod">
          <ac:chgData name="REIMONDO NAHUEL ALEJO" userId="S::nreimondo@uade.edu.ar::6321e4ea-f963-4ffe-8417-f757321f65f7" providerId="AD" clId="Web-{207F710F-1D55-5BEC-210F-CBAA0A0D1F9D}" dt="2026-04-11T18:06:17.615" v="710" actId="20577"/>
          <ac:spMkLst>
            <pc:docMk/>
            <pc:sldMk cId="4015596879" sldId="275"/>
            <ac:spMk id="3" creationId="{F942CD70-97DD-93B8-499D-329DC3CDDE9A}"/>
          </ac:spMkLst>
        </pc:spChg>
      </pc:sldChg>
      <pc:sldChg chg="add del">
        <pc:chgData name="REIMONDO NAHUEL ALEJO" userId="S::nreimondo@uade.edu.ar::6321e4ea-f963-4ffe-8417-f757321f65f7" providerId="AD" clId="Web-{207F710F-1D55-5BEC-210F-CBAA0A0D1F9D}" dt="2026-04-11T18:04:42.230" v="665"/>
        <pc:sldMkLst>
          <pc:docMk/>
          <pc:sldMk cId="1876326485" sldId="276"/>
        </pc:sldMkLst>
      </pc:sldChg>
      <pc:sldChg chg="add del">
        <pc:chgData name="REIMONDO NAHUEL ALEJO" userId="S::nreimondo@uade.edu.ar::6321e4ea-f963-4ffe-8417-f757321f65f7" providerId="AD" clId="Web-{207F710F-1D55-5BEC-210F-CBAA0A0D1F9D}" dt="2026-04-11T18:05:22.610" v="703"/>
        <pc:sldMkLst>
          <pc:docMk/>
          <pc:sldMk cId="2127749477" sldId="276"/>
        </pc:sldMkLst>
      </pc:sldChg>
      <pc:sldChg chg="add del">
        <pc:chgData name="REIMONDO NAHUEL ALEJO" userId="S::nreimondo@uade.edu.ar::6321e4ea-f963-4ffe-8417-f757321f65f7" providerId="AD" clId="Web-{207F710F-1D55-5BEC-210F-CBAA0A0D1F9D}" dt="2026-04-11T18:05:13.109" v="695"/>
        <pc:sldMkLst>
          <pc:docMk/>
          <pc:sldMk cId="3760031993" sldId="276"/>
        </pc:sldMkLst>
      </pc:sldChg>
      <pc:sldChg chg="delSp modSp add replId">
        <pc:chgData name="REIMONDO NAHUEL ALEJO" userId="S::nreimondo@uade.edu.ar::6321e4ea-f963-4ffe-8417-f757321f65f7" providerId="AD" clId="Web-{207F710F-1D55-5BEC-210F-CBAA0A0D1F9D}" dt="2026-04-11T22:32:20.802" v="827" actId="20577"/>
        <pc:sldMkLst>
          <pc:docMk/>
          <pc:sldMk cId="4043282742" sldId="276"/>
        </pc:sldMkLst>
        <pc:spChg chg="mod">
          <ac:chgData name="REIMONDO NAHUEL ALEJO" userId="S::nreimondo@uade.edu.ar::6321e4ea-f963-4ffe-8417-f757321f65f7" providerId="AD" clId="Web-{207F710F-1D55-5BEC-210F-CBAA0A0D1F9D}" dt="2026-04-11T22:32:20.802" v="827" actId="20577"/>
          <ac:spMkLst>
            <pc:docMk/>
            <pc:sldMk cId="4043282742" sldId="276"/>
            <ac:spMk id="3" creationId="{BB198C1F-6AB4-B7EF-847F-467E8D941127}"/>
          </ac:spMkLst>
        </pc:spChg>
        <pc:picChg chg="del">
          <ac:chgData name="REIMONDO NAHUEL ALEJO" userId="S::nreimondo@uade.edu.ar::6321e4ea-f963-4ffe-8417-f757321f65f7" providerId="AD" clId="Web-{207F710F-1D55-5BEC-210F-CBAA0A0D1F9D}" dt="2026-04-11T22:31:34.894" v="779"/>
          <ac:picMkLst>
            <pc:docMk/>
            <pc:sldMk cId="4043282742" sldId="276"/>
            <ac:picMk id="4" creationId="{7CDB7B77-83D6-31FE-3776-B912CB8F634F}"/>
          </ac:picMkLst>
        </pc:picChg>
      </pc:sldChg>
      <pc:sldChg chg="add del">
        <pc:chgData name="REIMONDO NAHUEL ALEJO" userId="S::nreimondo@uade.edu.ar::6321e4ea-f963-4ffe-8417-f757321f65f7" providerId="AD" clId="Web-{207F710F-1D55-5BEC-210F-CBAA0A0D1F9D}" dt="2026-04-11T18:05:13.109" v="694"/>
        <pc:sldMkLst>
          <pc:docMk/>
          <pc:sldMk cId="88587007" sldId="277"/>
        </pc:sldMkLst>
      </pc:sldChg>
      <pc:sldChg chg="add del">
        <pc:chgData name="REIMONDO NAHUEL ALEJO" userId="S::nreimondo@uade.edu.ar::6321e4ea-f963-4ffe-8417-f757321f65f7" providerId="AD" clId="Web-{207F710F-1D55-5BEC-210F-CBAA0A0D1F9D}" dt="2026-04-11T18:04:42.215" v="664"/>
        <pc:sldMkLst>
          <pc:docMk/>
          <pc:sldMk cId="549109357" sldId="277"/>
        </pc:sldMkLst>
      </pc:sldChg>
      <pc:sldChg chg="add del">
        <pc:chgData name="REIMONDO NAHUEL ALEJO" userId="S::nreimondo@uade.edu.ar::6321e4ea-f963-4ffe-8417-f757321f65f7" providerId="AD" clId="Web-{207F710F-1D55-5BEC-210F-CBAA0A0D1F9D}" dt="2026-04-11T18:05:22.610" v="702"/>
        <pc:sldMkLst>
          <pc:docMk/>
          <pc:sldMk cId="2835637910" sldId="277"/>
        </pc:sldMkLst>
      </pc:sldChg>
      <pc:sldChg chg="add del">
        <pc:chgData name="REIMONDO NAHUEL ALEJO" userId="S::nreimondo@uade.edu.ar::6321e4ea-f963-4ffe-8417-f757321f65f7" providerId="AD" clId="Web-{207F710F-1D55-5BEC-210F-CBAA0A0D1F9D}" dt="2026-04-11T18:04:42.215" v="663"/>
        <pc:sldMkLst>
          <pc:docMk/>
          <pc:sldMk cId="2294271570" sldId="278"/>
        </pc:sldMkLst>
      </pc:sldChg>
      <pc:sldChg chg="add del">
        <pc:chgData name="REIMONDO NAHUEL ALEJO" userId="S::nreimondo@uade.edu.ar::6321e4ea-f963-4ffe-8417-f757321f65f7" providerId="AD" clId="Web-{207F710F-1D55-5BEC-210F-CBAA0A0D1F9D}" dt="2026-04-11T18:05:13.109" v="693"/>
        <pc:sldMkLst>
          <pc:docMk/>
          <pc:sldMk cId="2904535008" sldId="278"/>
        </pc:sldMkLst>
      </pc:sldChg>
      <pc:sldChg chg="add del">
        <pc:chgData name="REIMONDO NAHUEL ALEJO" userId="S::nreimondo@uade.edu.ar::6321e4ea-f963-4ffe-8417-f757321f65f7" providerId="AD" clId="Web-{207F710F-1D55-5BEC-210F-CBAA0A0D1F9D}" dt="2026-04-11T18:05:22.610" v="701"/>
        <pc:sldMkLst>
          <pc:docMk/>
          <pc:sldMk cId="3973166817" sldId="278"/>
        </pc:sldMkLst>
      </pc:sldChg>
      <pc:sldChg chg="add del">
        <pc:chgData name="REIMONDO NAHUEL ALEJO" userId="S::nreimondo@uade.edu.ar::6321e4ea-f963-4ffe-8417-f757321f65f7" providerId="AD" clId="Web-{207F710F-1D55-5BEC-210F-CBAA0A0D1F9D}" dt="2026-04-11T18:05:13.109" v="692"/>
        <pc:sldMkLst>
          <pc:docMk/>
          <pc:sldMk cId="981294445" sldId="279"/>
        </pc:sldMkLst>
      </pc:sldChg>
      <pc:sldChg chg="add del">
        <pc:chgData name="REIMONDO NAHUEL ALEJO" userId="S::nreimondo@uade.edu.ar::6321e4ea-f963-4ffe-8417-f757321f65f7" providerId="AD" clId="Web-{207F710F-1D55-5BEC-210F-CBAA0A0D1F9D}" dt="2026-04-11T18:05:22.610" v="700"/>
        <pc:sldMkLst>
          <pc:docMk/>
          <pc:sldMk cId="2252087847" sldId="279"/>
        </pc:sldMkLst>
      </pc:sldChg>
      <pc:sldChg chg="add del">
        <pc:chgData name="REIMONDO NAHUEL ALEJO" userId="S::nreimondo@uade.edu.ar::6321e4ea-f963-4ffe-8417-f757321f65f7" providerId="AD" clId="Web-{207F710F-1D55-5BEC-210F-CBAA0A0D1F9D}" dt="2026-04-11T18:04:42.215" v="662"/>
        <pc:sldMkLst>
          <pc:docMk/>
          <pc:sldMk cId="2265102274" sldId="279"/>
        </pc:sldMkLst>
      </pc:sldChg>
      <pc:sldMasterChg chg="add addSldLayout">
        <pc:chgData name="REIMONDO NAHUEL ALEJO" userId="S::nreimondo@uade.edu.ar::6321e4ea-f963-4ffe-8417-f757321f65f7" providerId="AD" clId="Web-{207F710F-1D55-5BEC-210F-CBAA0A0D1F9D}" dt="2026-04-11T17:34:44.861" v="8"/>
        <pc:sldMasterMkLst>
          <pc:docMk/>
          <pc:sldMasterMk cId="4091618591" sldId="2147483660"/>
        </pc:sldMasterMkLst>
        <pc:sldLayoutChg chg="add">
          <pc:chgData name="REIMONDO NAHUEL ALEJO" userId="S::nreimondo@uade.edu.ar::6321e4ea-f963-4ffe-8417-f757321f65f7" providerId="AD" clId="Web-{207F710F-1D55-5BEC-210F-CBAA0A0D1F9D}" dt="2026-04-11T17:34:44.861" v="8"/>
          <pc:sldLayoutMkLst>
            <pc:docMk/>
            <pc:sldMasterMk cId="4091618591" sldId="2147483660"/>
            <pc:sldLayoutMk cId="583372267" sldId="2147483661"/>
          </pc:sldLayoutMkLst>
        </pc:sldLayoutChg>
        <pc:sldLayoutChg chg="add">
          <pc:chgData name="REIMONDO NAHUEL ALEJO" userId="S::nreimondo@uade.edu.ar::6321e4ea-f963-4ffe-8417-f757321f65f7" providerId="AD" clId="Web-{207F710F-1D55-5BEC-210F-CBAA0A0D1F9D}" dt="2026-04-11T17:34:44.861" v="8"/>
          <pc:sldLayoutMkLst>
            <pc:docMk/>
            <pc:sldMasterMk cId="4091618591" sldId="2147483660"/>
            <pc:sldLayoutMk cId="2514837126" sldId="2147483662"/>
          </pc:sldLayoutMkLst>
        </pc:sldLayoutChg>
        <pc:sldLayoutChg chg="add">
          <pc:chgData name="REIMONDO NAHUEL ALEJO" userId="S::nreimondo@uade.edu.ar::6321e4ea-f963-4ffe-8417-f757321f65f7" providerId="AD" clId="Web-{207F710F-1D55-5BEC-210F-CBAA0A0D1F9D}" dt="2026-04-11T17:34:44.861" v="8"/>
          <pc:sldLayoutMkLst>
            <pc:docMk/>
            <pc:sldMasterMk cId="4091618591" sldId="2147483660"/>
            <pc:sldLayoutMk cId="1195217195" sldId="2147483663"/>
          </pc:sldLayoutMkLst>
        </pc:sldLayoutChg>
        <pc:sldLayoutChg chg="add">
          <pc:chgData name="REIMONDO NAHUEL ALEJO" userId="S::nreimondo@uade.edu.ar::6321e4ea-f963-4ffe-8417-f757321f65f7" providerId="AD" clId="Web-{207F710F-1D55-5BEC-210F-CBAA0A0D1F9D}" dt="2026-04-11T17:34:44.861" v="8"/>
          <pc:sldLayoutMkLst>
            <pc:docMk/>
            <pc:sldMasterMk cId="4091618591" sldId="2147483660"/>
            <pc:sldLayoutMk cId="1111033124" sldId="2147483664"/>
          </pc:sldLayoutMkLst>
        </pc:sldLayoutChg>
        <pc:sldLayoutChg chg="add">
          <pc:chgData name="REIMONDO NAHUEL ALEJO" userId="S::nreimondo@uade.edu.ar::6321e4ea-f963-4ffe-8417-f757321f65f7" providerId="AD" clId="Web-{207F710F-1D55-5BEC-210F-CBAA0A0D1F9D}" dt="2026-04-11T17:34:44.861" v="8"/>
          <pc:sldLayoutMkLst>
            <pc:docMk/>
            <pc:sldMasterMk cId="4091618591" sldId="2147483660"/>
            <pc:sldLayoutMk cId="1150684844" sldId="2147483665"/>
          </pc:sldLayoutMkLst>
        </pc:sldLayoutChg>
        <pc:sldLayoutChg chg="add">
          <pc:chgData name="REIMONDO NAHUEL ALEJO" userId="S::nreimondo@uade.edu.ar::6321e4ea-f963-4ffe-8417-f757321f65f7" providerId="AD" clId="Web-{207F710F-1D55-5BEC-210F-CBAA0A0D1F9D}" dt="2026-04-11T17:34:44.861" v="8"/>
          <pc:sldLayoutMkLst>
            <pc:docMk/>
            <pc:sldMasterMk cId="4091618591" sldId="2147483660"/>
            <pc:sldLayoutMk cId="3234067899" sldId="2147483666"/>
          </pc:sldLayoutMkLst>
        </pc:sldLayoutChg>
        <pc:sldLayoutChg chg="add">
          <pc:chgData name="REIMONDO NAHUEL ALEJO" userId="S::nreimondo@uade.edu.ar::6321e4ea-f963-4ffe-8417-f757321f65f7" providerId="AD" clId="Web-{207F710F-1D55-5BEC-210F-CBAA0A0D1F9D}" dt="2026-04-11T17:34:44.861" v="8"/>
          <pc:sldLayoutMkLst>
            <pc:docMk/>
            <pc:sldMasterMk cId="4091618591" sldId="2147483660"/>
            <pc:sldLayoutMk cId="2812389127" sldId="2147483667"/>
          </pc:sldLayoutMkLst>
        </pc:sldLayoutChg>
        <pc:sldLayoutChg chg="add">
          <pc:chgData name="REIMONDO NAHUEL ALEJO" userId="S::nreimondo@uade.edu.ar::6321e4ea-f963-4ffe-8417-f757321f65f7" providerId="AD" clId="Web-{207F710F-1D55-5BEC-210F-CBAA0A0D1F9D}" dt="2026-04-11T17:34:44.861" v="8"/>
          <pc:sldLayoutMkLst>
            <pc:docMk/>
            <pc:sldMasterMk cId="4091618591" sldId="2147483660"/>
            <pc:sldLayoutMk cId="139312560" sldId="2147483668"/>
          </pc:sldLayoutMkLst>
        </pc:sldLayoutChg>
        <pc:sldLayoutChg chg="add">
          <pc:chgData name="REIMONDO NAHUEL ALEJO" userId="S::nreimondo@uade.edu.ar::6321e4ea-f963-4ffe-8417-f757321f65f7" providerId="AD" clId="Web-{207F710F-1D55-5BEC-210F-CBAA0A0D1F9D}" dt="2026-04-11T17:34:44.861" v="8"/>
          <pc:sldLayoutMkLst>
            <pc:docMk/>
            <pc:sldMasterMk cId="4091618591" sldId="2147483660"/>
            <pc:sldLayoutMk cId="462536072" sldId="2147483669"/>
          </pc:sldLayoutMkLst>
        </pc:sldLayoutChg>
        <pc:sldLayoutChg chg="add">
          <pc:chgData name="REIMONDO NAHUEL ALEJO" userId="S::nreimondo@uade.edu.ar::6321e4ea-f963-4ffe-8417-f757321f65f7" providerId="AD" clId="Web-{207F710F-1D55-5BEC-210F-CBAA0A0D1F9D}" dt="2026-04-11T17:34:44.861" v="8"/>
          <pc:sldLayoutMkLst>
            <pc:docMk/>
            <pc:sldMasterMk cId="4091618591" sldId="2147483660"/>
            <pc:sldLayoutMk cId="3896447101" sldId="2147483670"/>
          </pc:sldLayoutMkLst>
        </pc:sldLayoutChg>
        <pc:sldLayoutChg chg="add">
          <pc:chgData name="REIMONDO NAHUEL ALEJO" userId="S::nreimondo@uade.edu.ar::6321e4ea-f963-4ffe-8417-f757321f65f7" providerId="AD" clId="Web-{207F710F-1D55-5BEC-210F-CBAA0A0D1F9D}" dt="2026-04-11T17:34:44.861" v="8"/>
          <pc:sldLayoutMkLst>
            <pc:docMk/>
            <pc:sldMasterMk cId="4091618591" sldId="2147483660"/>
            <pc:sldLayoutMk cId="4019616996" sldId="2147483671"/>
          </pc:sldLayoutMkLst>
        </pc:sldLayoutChg>
      </pc:sldMasterChg>
    </pc:docChg>
  </pc:docChgLst>
  <pc:docChgLst>
    <pc:chgData name="REIMONDO NAHUEL ALEJO" userId="S::nreimondo@uade.edu.ar::6321e4ea-f963-4ffe-8417-f757321f65f7" providerId="AD" clId="Web-{0B4D2607-EFBC-6705-D231-38C22AEAAC2F}"/>
    <pc:docChg chg="addSld modSld sldOrd">
      <pc:chgData name="REIMONDO NAHUEL ALEJO" userId="S::nreimondo@uade.edu.ar::6321e4ea-f963-4ffe-8417-f757321f65f7" providerId="AD" clId="Web-{0B4D2607-EFBC-6705-D231-38C22AEAAC2F}" dt="2026-04-12T00:49:49.395" v="2519" actId="1076"/>
      <pc:docMkLst>
        <pc:docMk/>
      </pc:docMkLst>
      <pc:sldChg chg="addSp modSp">
        <pc:chgData name="REIMONDO NAHUEL ALEJO" userId="S::nreimondo@uade.edu.ar::6321e4ea-f963-4ffe-8417-f757321f65f7" providerId="AD" clId="Web-{0B4D2607-EFBC-6705-D231-38C22AEAAC2F}" dt="2026-04-11T23:31:40.650" v="52" actId="20577"/>
        <pc:sldMkLst>
          <pc:docMk/>
          <pc:sldMk cId="4043282742" sldId="276"/>
        </pc:sldMkLst>
        <pc:spChg chg="mod">
          <ac:chgData name="REIMONDO NAHUEL ALEJO" userId="S::nreimondo@uade.edu.ar::6321e4ea-f963-4ffe-8417-f757321f65f7" providerId="AD" clId="Web-{0B4D2607-EFBC-6705-D231-38C22AEAAC2F}" dt="2026-04-11T23:31:40.650" v="52" actId="20577"/>
          <ac:spMkLst>
            <pc:docMk/>
            <pc:sldMk cId="4043282742" sldId="276"/>
            <ac:spMk id="3" creationId="{BB198C1F-6AB4-B7EF-847F-467E8D941127}"/>
          </ac:spMkLst>
        </pc:spChg>
        <pc:picChg chg="add mod">
          <ac:chgData name="REIMONDO NAHUEL ALEJO" userId="S::nreimondo@uade.edu.ar::6321e4ea-f963-4ffe-8417-f757321f65f7" providerId="AD" clId="Web-{0B4D2607-EFBC-6705-D231-38C22AEAAC2F}" dt="2026-04-11T23:30:38.805" v="2" actId="14100"/>
          <ac:picMkLst>
            <pc:docMk/>
            <pc:sldMk cId="4043282742" sldId="276"/>
            <ac:picMk id="4" creationId="{2F575F61-3FE5-9575-F497-EA98E1DBE429}"/>
          </ac:picMkLst>
        </pc:picChg>
      </pc:sldChg>
      <pc:sldChg chg="delSp modSp add replId">
        <pc:chgData name="REIMONDO NAHUEL ALEJO" userId="S::nreimondo@uade.edu.ar::6321e4ea-f963-4ffe-8417-f757321f65f7" providerId="AD" clId="Web-{0B4D2607-EFBC-6705-D231-38C22AEAAC2F}" dt="2026-04-11T23:34:04.214" v="183" actId="20577"/>
        <pc:sldMkLst>
          <pc:docMk/>
          <pc:sldMk cId="1649626308" sldId="277"/>
        </pc:sldMkLst>
        <pc:spChg chg="mod">
          <ac:chgData name="REIMONDO NAHUEL ALEJO" userId="S::nreimondo@uade.edu.ar::6321e4ea-f963-4ffe-8417-f757321f65f7" providerId="AD" clId="Web-{0B4D2607-EFBC-6705-D231-38C22AEAAC2F}" dt="2026-04-11T23:34:04.214" v="183" actId="20577"/>
          <ac:spMkLst>
            <pc:docMk/>
            <pc:sldMk cId="1649626308" sldId="277"/>
            <ac:spMk id="3" creationId="{4D03EF56-98D8-D339-3253-FC5601CE517D}"/>
          </ac:spMkLst>
        </pc:spChg>
        <pc:picChg chg="del">
          <ac:chgData name="REIMONDO NAHUEL ALEJO" userId="S::nreimondo@uade.edu.ar::6321e4ea-f963-4ffe-8417-f757321f65f7" providerId="AD" clId="Web-{0B4D2607-EFBC-6705-D231-38C22AEAAC2F}" dt="2026-04-11T23:31:44.822" v="54"/>
          <ac:picMkLst>
            <pc:docMk/>
            <pc:sldMk cId="1649626308" sldId="277"/>
            <ac:picMk id="4" creationId="{7A7582A9-0232-A07E-D01E-EE9B2D1560BC}"/>
          </ac:picMkLst>
        </pc:picChg>
      </pc:sldChg>
      <pc:sldChg chg="addSp modSp add replId">
        <pc:chgData name="REIMONDO NAHUEL ALEJO" userId="S::nreimondo@uade.edu.ar::6321e4ea-f963-4ffe-8417-f757321f65f7" providerId="AD" clId="Web-{0B4D2607-EFBC-6705-D231-38C22AEAAC2F}" dt="2026-04-11T23:36:24.967" v="237" actId="1076"/>
        <pc:sldMkLst>
          <pc:docMk/>
          <pc:sldMk cId="1927716557" sldId="278"/>
        </pc:sldMkLst>
        <pc:spChg chg="mod">
          <ac:chgData name="REIMONDO NAHUEL ALEJO" userId="S::nreimondo@uade.edu.ar::6321e4ea-f963-4ffe-8417-f757321f65f7" providerId="AD" clId="Web-{0B4D2607-EFBC-6705-D231-38C22AEAAC2F}" dt="2026-04-11T23:35:23.809" v="233" actId="20577"/>
          <ac:spMkLst>
            <pc:docMk/>
            <pc:sldMk cId="1927716557" sldId="278"/>
            <ac:spMk id="3" creationId="{C099A620-A50D-2159-6B60-3082F1EE628D}"/>
          </ac:spMkLst>
        </pc:spChg>
        <pc:picChg chg="add mod">
          <ac:chgData name="REIMONDO NAHUEL ALEJO" userId="S::nreimondo@uade.edu.ar::6321e4ea-f963-4ffe-8417-f757321f65f7" providerId="AD" clId="Web-{0B4D2607-EFBC-6705-D231-38C22AEAAC2F}" dt="2026-04-11T23:36:24.967" v="237" actId="1076"/>
          <ac:picMkLst>
            <pc:docMk/>
            <pc:sldMk cId="1927716557" sldId="278"/>
            <ac:picMk id="4" creationId="{572DEC5A-5A31-5E28-AEB4-A557943E7EE1}"/>
          </ac:picMkLst>
        </pc:picChg>
      </pc:sldChg>
      <pc:sldChg chg="delSp modSp add replId">
        <pc:chgData name="REIMONDO NAHUEL ALEJO" userId="S::nreimondo@uade.edu.ar::6321e4ea-f963-4ffe-8417-f757321f65f7" providerId="AD" clId="Web-{0B4D2607-EFBC-6705-D231-38C22AEAAC2F}" dt="2026-04-11T23:39:54.607" v="415" actId="20577"/>
        <pc:sldMkLst>
          <pc:docMk/>
          <pc:sldMk cId="3318898002" sldId="279"/>
        </pc:sldMkLst>
        <pc:spChg chg="mod">
          <ac:chgData name="REIMONDO NAHUEL ALEJO" userId="S::nreimondo@uade.edu.ar::6321e4ea-f963-4ffe-8417-f757321f65f7" providerId="AD" clId="Web-{0B4D2607-EFBC-6705-D231-38C22AEAAC2F}" dt="2026-04-11T23:39:54.607" v="415" actId="20577"/>
          <ac:spMkLst>
            <pc:docMk/>
            <pc:sldMk cId="3318898002" sldId="279"/>
            <ac:spMk id="3" creationId="{BD4E94DE-EB1D-16DD-D042-E0E05DCCFED0}"/>
          </ac:spMkLst>
        </pc:spChg>
        <pc:picChg chg="del">
          <ac:chgData name="REIMONDO NAHUEL ALEJO" userId="S::nreimondo@uade.edu.ar::6321e4ea-f963-4ffe-8417-f757321f65f7" providerId="AD" clId="Web-{0B4D2607-EFBC-6705-D231-38C22AEAAC2F}" dt="2026-04-11T23:36:31.140" v="239"/>
          <ac:picMkLst>
            <pc:docMk/>
            <pc:sldMk cId="3318898002" sldId="279"/>
            <ac:picMk id="4" creationId="{8039A3AC-3624-705F-8E9D-3EA80A1A0374}"/>
          </ac:picMkLst>
        </pc:picChg>
      </pc:sldChg>
      <pc:sldChg chg="modSp add replId">
        <pc:chgData name="REIMONDO NAHUEL ALEJO" userId="S::nreimondo@uade.edu.ar::6321e4ea-f963-4ffe-8417-f757321f65f7" providerId="AD" clId="Web-{0B4D2607-EFBC-6705-D231-38C22AEAAC2F}" dt="2026-04-11T23:43:04.724" v="680" actId="20577"/>
        <pc:sldMkLst>
          <pc:docMk/>
          <pc:sldMk cId="160529238" sldId="280"/>
        </pc:sldMkLst>
        <pc:spChg chg="mod">
          <ac:chgData name="REIMONDO NAHUEL ALEJO" userId="S::nreimondo@uade.edu.ar::6321e4ea-f963-4ffe-8417-f757321f65f7" providerId="AD" clId="Web-{0B4D2607-EFBC-6705-D231-38C22AEAAC2F}" dt="2026-04-11T23:43:04.724" v="680" actId="20577"/>
          <ac:spMkLst>
            <pc:docMk/>
            <pc:sldMk cId="160529238" sldId="280"/>
            <ac:spMk id="3" creationId="{38ED7227-2F04-48D1-9AE6-0A324FBD7120}"/>
          </ac:spMkLst>
        </pc:spChg>
      </pc:sldChg>
      <pc:sldChg chg="modSp add ord replId">
        <pc:chgData name="REIMONDO NAHUEL ALEJO" userId="S::nreimondo@uade.edu.ar::6321e4ea-f963-4ffe-8417-f757321f65f7" providerId="AD" clId="Web-{0B4D2607-EFBC-6705-D231-38C22AEAAC2F}" dt="2026-04-12T00:14:27.455" v="916" actId="20577"/>
        <pc:sldMkLst>
          <pc:docMk/>
          <pc:sldMk cId="3280194980" sldId="281"/>
        </pc:sldMkLst>
        <pc:spChg chg="mod">
          <ac:chgData name="REIMONDO NAHUEL ALEJO" userId="S::nreimondo@uade.edu.ar::6321e4ea-f963-4ffe-8417-f757321f65f7" providerId="AD" clId="Web-{0B4D2607-EFBC-6705-D231-38C22AEAAC2F}" dt="2026-04-12T00:14:27.455" v="916" actId="20577"/>
          <ac:spMkLst>
            <pc:docMk/>
            <pc:sldMk cId="3280194980" sldId="281"/>
            <ac:spMk id="3" creationId="{E9566B30-B7ED-9412-D705-3B5BBC541C1B}"/>
          </ac:spMkLst>
        </pc:spChg>
      </pc:sldChg>
      <pc:sldChg chg="modSp add replId">
        <pc:chgData name="REIMONDO NAHUEL ALEJO" userId="S::nreimondo@uade.edu.ar::6321e4ea-f963-4ffe-8417-f757321f65f7" providerId="AD" clId="Web-{0B4D2607-EFBC-6705-D231-38C22AEAAC2F}" dt="2026-04-12T00:19:34.278" v="1135"/>
        <pc:sldMkLst>
          <pc:docMk/>
          <pc:sldMk cId="1043366357" sldId="282"/>
        </pc:sldMkLst>
        <pc:spChg chg="mod">
          <ac:chgData name="REIMONDO NAHUEL ALEJO" userId="S::nreimondo@uade.edu.ar::6321e4ea-f963-4ffe-8417-f757321f65f7" providerId="AD" clId="Web-{0B4D2607-EFBC-6705-D231-38C22AEAAC2F}" dt="2026-04-12T00:19:34.278" v="1135"/>
          <ac:spMkLst>
            <pc:docMk/>
            <pc:sldMk cId="1043366357" sldId="282"/>
            <ac:spMk id="3" creationId="{8A6EC3F3-8D77-07F8-813C-1A70DC632BEB}"/>
          </ac:spMkLst>
        </pc:spChg>
      </pc:sldChg>
      <pc:sldChg chg="modSp add replId">
        <pc:chgData name="REIMONDO NAHUEL ALEJO" userId="S::nreimondo@uade.edu.ar::6321e4ea-f963-4ffe-8417-f757321f65f7" providerId="AD" clId="Web-{0B4D2607-EFBC-6705-D231-38C22AEAAC2F}" dt="2026-04-12T00:35:05.679" v="1720" actId="20577"/>
        <pc:sldMkLst>
          <pc:docMk/>
          <pc:sldMk cId="697696232" sldId="283"/>
        </pc:sldMkLst>
        <pc:spChg chg="mod">
          <ac:chgData name="REIMONDO NAHUEL ALEJO" userId="S::nreimondo@uade.edu.ar::6321e4ea-f963-4ffe-8417-f757321f65f7" providerId="AD" clId="Web-{0B4D2607-EFBC-6705-D231-38C22AEAAC2F}" dt="2026-04-12T00:23:50.424" v="1144" actId="20577"/>
          <ac:spMkLst>
            <pc:docMk/>
            <pc:sldMk cId="697696232" sldId="283"/>
            <ac:spMk id="2" creationId="{22E02A3C-5001-B684-1AAB-CBA4A37C7C8E}"/>
          </ac:spMkLst>
        </pc:spChg>
        <pc:spChg chg="mod">
          <ac:chgData name="REIMONDO NAHUEL ALEJO" userId="S::nreimondo@uade.edu.ar::6321e4ea-f963-4ffe-8417-f757321f65f7" providerId="AD" clId="Web-{0B4D2607-EFBC-6705-D231-38C22AEAAC2F}" dt="2026-04-12T00:35:05.679" v="1720" actId="20577"/>
          <ac:spMkLst>
            <pc:docMk/>
            <pc:sldMk cId="697696232" sldId="283"/>
            <ac:spMk id="3" creationId="{17B8CCDC-53B5-00EB-222C-85B1C3C62911}"/>
          </ac:spMkLst>
        </pc:spChg>
      </pc:sldChg>
      <pc:sldChg chg="modSp add replId">
        <pc:chgData name="REIMONDO NAHUEL ALEJO" userId="S::nreimondo@uade.edu.ar::6321e4ea-f963-4ffe-8417-f757321f65f7" providerId="AD" clId="Web-{0B4D2607-EFBC-6705-D231-38C22AEAAC2F}" dt="2026-04-12T00:32:25.723" v="1648" actId="20577"/>
        <pc:sldMkLst>
          <pc:docMk/>
          <pc:sldMk cId="2383394420" sldId="284"/>
        </pc:sldMkLst>
        <pc:spChg chg="mod">
          <ac:chgData name="REIMONDO NAHUEL ALEJO" userId="S::nreimondo@uade.edu.ar::6321e4ea-f963-4ffe-8417-f757321f65f7" providerId="AD" clId="Web-{0B4D2607-EFBC-6705-D231-38C22AEAAC2F}" dt="2026-04-12T00:32:25.723" v="1648" actId="20577"/>
          <ac:spMkLst>
            <pc:docMk/>
            <pc:sldMk cId="2383394420" sldId="284"/>
            <ac:spMk id="3" creationId="{389AC1DB-58F4-6050-76BB-32E3BD90CAA0}"/>
          </ac:spMkLst>
        </pc:spChg>
      </pc:sldChg>
      <pc:sldChg chg="modSp add replId">
        <pc:chgData name="REIMONDO NAHUEL ALEJO" userId="S::nreimondo@uade.edu.ar::6321e4ea-f963-4ffe-8417-f757321f65f7" providerId="AD" clId="Web-{0B4D2607-EFBC-6705-D231-38C22AEAAC2F}" dt="2026-04-12T00:26:35.511" v="1409" actId="20577"/>
        <pc:sldMkLst>
          <pc:docMk/>
          <pc:sldMk cId="2215437549" sldId="285"/>
        </pc:sldMkLst>
        <pc:spChg chg="mod">
          <ac:chgData name="REIMONDO NAHUEL ALEJO" userId="S::nreimondo@uade.edu.ar::6321e4ea-f963-4ffe-8417-f757321f65f7" providerId="AD" clId="Web-{0B4D2607-EFBC-6705-D231-38C22AEAAC2F}" dt="2026-04-12T00:26:35.511" v="1409" actId="20577"/>
          <ac:spMkLst>
            <pc:docMk/>
            <pc:sldMk cId="2215437549" sldId="285"/>
            <ac:spMk id="3" creationId="{2916170B-FA6F-A443-B451-7102AE4D0EED}"/>
          </ac:spMkLst>
        </pc:spChg>
      </pc:sldChg>
      <pc:sldChg chg="modSp add replId">
        <pc:chgData name="REIMONDO NAHUEL ALEJO" userId="S::nreimondo@uade.edu.ar::6321e4ea-f963-4ffe-8417-f757321f65f7" providerId="AD" clId="Web-{0B4D2607-EFBC-6705-D231-38C22AEAAC2F}" dt="2026-04-12T00:36:34.311" v="1800" actId="20577"/>
        <pc:sldMkLst>
          <pc:docMk/>
          <pc:sldMk cId="2253524602" sldId="286"/>
        </pc:sldMkLst>
        <pc:spChg chg="mod">
          <ac:chgData name="REIMONDO NAHUEL ALEJO" userId="S::nreimondo@uade.edu.ar::6321e4ea-f963-4ffe-8417-f757321f65f7" providerId="AD" clId="Web-{0B4D2607-EFBC-6705-D231-38C22AEAAC2F}" dt="2026-04-12T00:36:34.311" v="1800" actId="20577"/>
          <ac:spMkLst>
            <pc:docMk/>
            <pc:sldMk cId="2253524602" sldId="286"/>
            <ac:spMk id="3" creationId="{6C2B7556-B819-2F6F-3AB1-80CBF4E1D507}"/>
          </ac:spMkLst>
        </pc:spChg>
      </pc:sldChg>
      <pc:sldChg chg="modSp add replId">
        <pc:chgData name="REIMONDO NAHUEL ALEJO" userId="S::nreimondo@uade.edu.ar::6321e4ea-f963-4ffe-8417-f757321f65f7" providerId="AD" clId="Web-{0B4D2607-EFBC-6705-D231-38C22AEAAC2F}" dt="2026-04-12T00:37:39.036" v="1896" actId="20577"/>
        <pc:sldMkLst>
          <pc:docMk/>
          <pc:sldMk cId="1597325815" sldId="287"/>
        </pc:sldMkLst>
        <pc:spChg chg="mod">
          <ac:chgData name="REIMONDO NAHUEL ALEJO" userId="S::nreimondo@uade.edu.ar::6321e4ea-f963-4ffe-8417-f757321f65f7" providerId="AD" clId="Web-{0B4D2607-EFBC-6705-D231-38C22AEAAC2F}" dt="2026-04-12T00:37:39.036" v="1896" actId="20577"/>
          <ac:spMkLst>
            <pc:docMk/>
            <pc:sldMk cId="1597325815" sldId="287"/>
            <ac:spMk id="3" creationId="{7604B304-6EF4-C5C4-7989-706F4302ADCA}"/>
          </ac:spMkLst>
        </pc:spChg>
      </pc:sldChg>
      <pc:sldChg chg="modSp add replId">
        <pc:chgData name="REIMONDO NAHUEL ALEJO" userId="S::nreimondo@uade.edu.ar::6321e4ea-f963-4ffe-8417-f757321f65f7" providerId="AD" clId="Web-{0B4D2607-EFBC-6705-D231-38C22AEAAC2F}" dt="2026-04-12T00:39:44.015" v="2072" actId="20577"/>
        <pc:sldMkLst>
          <pc:docMk/>
          <pc:sldMk cId="2439886473" sldId="288"/>
        </pc:sldMkLst>
        <pc:spChg chg="mod">
          <ac:chgData name="REIMONDO NAHUEL ALEJO" userId="S::nreimondo@uade.edu.ar::6321e4ea-f963-4ffe-8417-f757321f65f7" providerId="AD" clId="Web-{0B4D2607-EFBC-6705-D231-38C22AEAAC2F}" dt="2026-04-12T00:39:44.015" v="2072" actId="20577"/>
          <ac:spMkLst>
            <pc:docMk/>
            <pc:sldMk cId="2439886473" sldId="288"/>
            <ac:spMk id="3" creationId="{132E8586-DF56-AE1E-CB6E-5C7A0A7902BC}"/>
          </ac:spMkLst>
        </pc:spChg>
      </pc:sldChg>
      <pc:sldChg chg="modSp add replId">
        <pc:chgData name="REIMONDO NAHUEL ALEJO" userId="S::nreimondo@uade.edu.ar::6321e4ea-f963-4ffe-8417-f757321f65f7" providerId="AD" clId="Web-{0B4D2607-EFBC-6705-D231-38C22AEAAC2F}" dt="2026-04-12T00:43:16.275" v="2255" actId="20577"/>
        <pc:sldMkLst>
          <pc:docMk/>
          <pc:sldMk cId="1282140455" sldId="289"/>
        </pc:sldMkLst>
        <pc:spChg chg="mod">
          <ac:chgData name="REIMONDO NAHUEL ALEJO" userId="S::nreimondo@uade.edu.ar::6321e4ea-f963-4ffe-8417-f757321f65f7" providerId="AD" clId="Web-{0B4D2607-EFBC-6705-D231-38C22AEAAC2F}" dt="2026-04-12T00:43:16.275" v="2255" actId="20577"/>
          <ac:spMkLst>
            <pc:docMk/>
            <pc:sldMk cId="1282140455" sldId="289"/>
            <ac:spMk id="3" creationId="{48016001-0DA6-DE85-383F-85DB699FECFC}"/>
          </ac:spMkLst>
        </pc:spChg>
      </pc:sldChg>
      <pc:sldChg chg="modSp add replId">
        <pc:chgData name="REIMONDO NAHUEL ALEJO" userId="S::nreimondo@uade.edu.ar::6321e4ea-f963-4ffe-8417-f757321f65f7" providerId="AD" clId="Web-{0B4D2607-EFBC-6705-D231-38C22AEAAC2F}" dt="2026-04-12T00:46:28.063" v="2474" actId="20577"/>
        <pc:sldMkLst>
          <pc:docMk/>
          <pc:sldMk cId="3953145479" sldId="290"/>
        </pc:sldMkLst>
        <pc:spChg chg="mod">
          <ac:chgData name="REIMONDO NAHUEL ALEJO" userId="S::nreimondo@uade.edu.ar::6321e4ea-f963-4ffe-8417-f757321f65f7" providerId="AD" clId="Web-{0B4D2607-EFBC-6705-D231-38C22AEAAC2F}" dt="2026-04-12T00:46:28.063" v="2474" actId="20577"/>
          <ac:spMkLst>
            <pc:docMk/>
            <pc:sldMk cId="3953145479" sldId="290"/>
            <ac:spMk id="3" creationId="{86FB781D-24C7-DE8C-7A79-6555913F2173}"/>
          </ac:spMkLst>
        </pc:spChg>
      </pc:sldChg>
      <pc:sldChg chg="addSp delSp modSp add replId">
        <pc:chgData name="REIMONDO NAHUEL ALEJO" userId="S::nreimondo@uade.edu.ar::6321e4ea-f963-4ffe-8417-f757321f65f7" providerId="AD" clId="Web-{0B4D2607-EFBC-6705-D231-38C22AEAAC2F}" dt="2026-04-12T00:48:35.816" v="2496" actId="14100"/>
        <pc:sldMkLst>
          <pc:docMk/>
          <pc:sldMk cId="2286273305" sldId="291"/>
        </pc:sldMkLst>
        <pc:spChg chg="mod">
          <ac:chgData name="REIMONDO NAHUEL ALEJO" userId="S::nreimondo@uade.edu.ar::6321e4ea-f963-4ffe-8417-f757321f65f7" providerId="AD" clId="Web-{0B4D2607-EFBC-6705-D231-38C22AEAAC2F}" dt="2026-04-12T00:46:43.141" v="2490" actId="20577"/>
          <ac:spMkLst>
            <pc:docMk/>
            <pc:sldMk cId="2286273305" sldId="291"/>
            <ac:spMk id="3" creationId="{AE420BA6-7F9F-134B-EBB1-CFE97C4EBA95}"/>
          </ac:spMkLst>
        </pc:spChg>
        <pc:picChg chg="add del mod">
          <ac:chgData name="REIMONDO NAHUEL ALEJO" userId="S::nreimondo@uade.edu.ar::6321e4ea-f963-4ffe-8417-f757321f65f7" providerId="AD" clId="Web-{0B4D2607-EFBC-6705-D231-38C22AEAAC2F}" dt="2026-04-12T00:48:18.971" v="2493"/>
          <ac:picMkLst>
            <pc:docMk/>
            <pc:sldMk cId="2286273305" sldId="291"/>
            <ac:picMk id="4" creationId="{CF803FCD-B05D-DFF5-90ED-EB3D3BA0EEB8}"/>
          </ac:picMkLst>
        </pc:picChg>
        <pc:picChg chg="add mod">
          <ac:chgData name="REIMONDO NAHUEL ALEJO" userId="S::nreimondo@uade.edu.ar::6321e4ea-f963-4ffe-8417-f757321f65f7" providerId="AD" clId="Web-{0B4D2607-EFBC-6705-D231-38C22AEAAC2F}" dt="2026-04-12T00:48:35.816" v="2496" actId="14100"/>
          <ac:picMkLst>
            <pc:docMk/>
            <pc:sldMk cId="2286273305" sldId="291"/>
            <ac:picMk id="5" creationId="{DE1D8D90-5DDB-3856-5E8C-A5EC2E316ACE}"/>
          </ac:picMkLst>
        </pc:picChg>
      </pc:sldChg>
      <pc:sldChg chg="addSp delSp modSp add replId">
        <pc:chgData name="REIMONDO NAHUEL ALEJO" userId="S::nreimondo@uade.edu.ar::6321e4ea-f963-4ffe-8417-f757321f65f7" providerId="AD" clId="Web-{0B4D2607-EFBC-6705-D231-38C22AEAAC2F}" dt="2026-04-12T00:49:16.848" v="2511" actId="1076"/>
        <pc:sldMkLst>
          <pc:docMk/>
          <pc:sldMk cId="360783450" sldId="292"/>
        </pc:sldMkLst>
        <pc:spChg chg="mod">
          <ac:chgData name="REIMONDO NAHUEL ALEJO" userId="S::nreimondo@uade.edu.ar::6321e4ea-f963-4ffe-8417-f757321f65f7" providerId="AD" clId="Web-{0B4D2607-EFBC-6705-D231-38C22AEAAC2F}" dt="2026-04-12T00:48:51.660" v="2508" actId="20577"/>
          <ac:spMkLst>
            <pc:docMk/>
            <pc:sldMk cId="360783450" sldId="292"/>
            <ac:spMk id="3" creationId="{74EBE1A2-2346-C062-84CE-C21B7C3C03FC}"/>
          </ac:spMkLst>
        </pc:spChg>
        <pc:picChg chg="add mod">
          <ac:chgData name="REIMONDO NAHUEL ALEJO" userId="S::nreimondo@uade.edu.ar::6321e4ea-f963-4ffe-8417-f757321f65f7" providerId="AD" clId="Web-{0B4D2607-EFBC-6705-D231-38C22AEAAC2F}" dt="2026-04-12T00:49:16.848" v="2511" actId="1076"/>
          <ac:picMkLst>
            <pc:docMk/>
            <pc:sldMk cId="360783450" sldId="292"/>
            <ac:picMk id="4" creationId="{AC1C253A-121B-3BE7-B5E9-80F72797A73B}"/>
          </ac:picMkLst>
        </pc:picChg>
        <pc:picChg chg="del">
          <ac:chgData name="REIMONDO NAHUEL ALEJO" userId="S::nreimondo@uade.edu.ar::6321e4ea-f963-4ffe-8417-f757321f65f7" providerId="AD" clId="Web-{0B4D2607-EFBC-6705-D231-38C22AEAAC2F}" dt="2026-04-12T00:48:41.753" v="2498"/>
          <ac:picMkLst>
            <pc:docMk/>
            <pc:sldMk cId="360783450" sldId="292"/>
            <ac:picMk id="5" creationId="{90F0C97E-A74A-3F86-C30B-3CE0666F109B}"/>
          </ac:picMkLst>
        </pc:picChg>
      </pc:sldChg>
      <pc:sldChg chg="addSp delSp modSp add replId">
        <pc:chgData name="REIMONDO NAHUEL ALEJO" userId="S::nreimondo@uade.edu.ar::6321e4ea-f963-4ffe-8417-f757321f65f7" providerId="AD" clId="Web-{0B4D2607-EFBC-6705-D231-38C22AEAAC2F}" dt="2026-04-12T00:49:49.395" v="2519" actId="1076"/>
        <pc:sldMkLst>
          <pc:docMk/>
          <pc:sldMk cId="221065928" sldId="293"/>
        </pc:sldMkLst>
        <pc:spChg chg="del">
          <ac:chgData name="REIMONDO NAHUEL ALEJO" userId="S::nreimondo@uade.edu.ar::6321e4ea-f963-4ffe-8417-f757321f65f7" providerId="AD" clId="Web-{0B4D2607-EFBC-6705-D231-38C22AEAAC2F}" dt="2026-04-12T00:49:40.489" v="2517"/>
          <ac:spMkLst>
            <pc:docMk/>
            <pc:sldMk cId="221065928" sldId="293"/>
            <ac:spMk id="3" creationId="{369C862D-65E8-3BDF-A10B-DD38B3844985}"/>
          </ac:spMkLst>
        </pc:spChg>
        <pc:spChg chg="add del mod">
          <ac:chgData name="REIMONDO NAHUEL ALEJO" userId="S::nreimondo@uade.edu.ar::6321e4ea-f963-4ffe-8417-f757321f65f7" providerId="AD" clId="Web-{0B4D2607-EFBC-6705-D231-38C22AEAAC2F}" dt="2026-04-12T00:49:45.895" v="2518"/>
          <ac:spMkLst>
            <pc:docMk/>
            <pc:sldMk cId="221065928" sldId="293"/>
            <ac:spMk id="7" creationId="{78AD7B20-CA16-862E-FCB1-52921F102B16}"/>
          </ac:spMkLst>
        </pc:spChg>
        <pc:picChg chg="del">
          <ac:chgData name="REIMONDO NAHUEL ALEJO" userId="S::nreimondo@uade.edu.ar::6321e4ea-f963-4ffe-8417-f757321f65f7" providerId="AD" clId="Web-{0B4D2607-EFBC-6705-D231-38C22AEAAC2F}" dt="2026-04-12T00:49:27.395" v="2513"/>
          <ac:picMkLst>
            <pc:docMk/>
            <pc:sldMk cId="221065928" sldId="293"/>
            <ac:picMk id="4" creationId="{34F8D645-AB8B-0E95-75A5-E6C9CAB631CD}"/>
          </ac:picMkLst>
        </pc:picChg>
        <pc:picChg chg="add mod">
          <ac:chgData name="REIMONDO NAHUEL ALEJO" userId="S::nreimondo@uade.edu.ar::6321e4ea-f963-4ffe-8417-f757321f65f7" providerId="AD" clId="Web-{0B4D2607-EFBC-6705-D231-38C22AEAAC2F}" dt="2026-04-12T00:49:49.395" v="2519" actId="1076"/>
          <ac:picMkLst>
            <pc:docMk/>
            <pc:sldMk cId="221065928" sldId="293"/>
            <ac:picMk id="5" creationId="{F407CFF0-65B0-D30E-89C9-F1E8F539FBA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11/04/2026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11/04/2026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11/04/2026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11/04/2026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11/04/2026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11/04/2026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11/04/2026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11/04/2026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11/04/2026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11/04/2026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11/04/2026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2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7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217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33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4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67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89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2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36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71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61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11/04/2026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1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44045-6B2A-E256-85A5-5DF14D85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0" r="909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s-ES" sz="6000">
                <a:solidFill>
                  <a:srgbClr val="FFFFFF"/>
                </a:solidFill>
              </a:rPr>
              <a:t>Juegos en Red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r>
              <a:rPr lang="es-ES" sz="2000"/>
              <a:t>RPC</a:t>
            </a:r>
            <a:endParaRPr lang="es-ES" sz="2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521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47CA-3BA6-8CE0-2A03-CC99C31C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Contenido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8B45-DA18-519A-D53B-F5CDCDAAD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Repaso </a:t>
            </a:r>
            <a:r>
              <a:rPr lang="es-AR" b="1" dirty="0" err="1">
                <a:latin typeface="Grandview Display"/>
              </a:rPr>
              <a:t>OnSerializePhotonView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A qué llamamos </a:t>
            </a:r>
            <a:r>
              <a:rPr lang="es-AR" b="1" dirty="0" err="1">
                <a:latin typeface="Grandview Display"/>
              </a:rPr>
              <a:t>RPCs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Funcionalidades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Tipos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 dirty="0" err="1">
                <a:latin typeface="Grandview Display"/>
              </a:rPr>
              <a:t>Buffered</a:t>
            </a:r>
          </a:p>
          <a:p>
            <a:r>
              <a:rPr lang="es-AR" b="1" dirty="0" err="1">
                <a:latin typeface="Grandview Display"/>
              </a:rPr>
              <a:t>RaiseEvent</a:t>
            </a:r>
            <a:endParaRPr lang="es-AR" b="1" dirty="0">
              <a:latin typeface="Grandview Display"/>
            </a:endParaRPr>
          </a:p>
          <a:p>
            <a:r>
              <a:rPr lang="es-AR" b="1" dirty="0" err="1">
                <a:latin typeface="Grandview Display"/>
              </a:rPr>
              <a:t>Synchonized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Timestamp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7209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264DA-9C56-7D1E-740D-C3FD77D4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FD30-69A4-F051-EF2D-705734672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185863" cy="4144684"/>
          </a:xfrm>
        </p:spPr>
        <p:txBody>
          <a:bodyPr anchor="t">
            <a:normAutofit/>
          </a:bodyPr>
          <a:lstStyle/>
          <a:p>
            <a:r>
              <a:rPr lang="es-AR" err="1"/>
              <a:t>OnSerializePhotonView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98982-91A4-7262-7295-3B0BB65C7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00" y="1879248"/>
            <a:ext cx="10876109" cy="442096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Cómo ya vimos, para sincronizar o replicar datos entre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Views</a:t>
            </a:r>
            <a:r>
              <a:rPr lang="es-AR" b="1" dirty="0">
                <a:latin typeface="Grandview Display"/>
              </a:rPr>
              <a:t> podemos usar el método de </a:t>
            </a:r>
            <a:r>
              <a:rPr lang="es-AR" b="1" dirty="0" err="1">
                <a:latin typeface="Grandview Display"/>
              </a:rPr>
              <a:t>OnSerializePhotonView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Así cómo lo hicimos con la posición y rotación, podemos hacerlo con otros elementos de </a:t>
            </a:r>
            <a:r>
              <a:rPr lang="es-AR" b="1" dirty="0" err="1">
                <a:latin typeface="Grandview Display"/>
              </a:rPr>
              <a:t>gameplay</a:t>
            </a:r>
            <a:r>
              <a:rPr lang="es-AR" b="1" dirty="0">
                <a:latin typeface="Grandview Display"/>
              </a:rPr>
              <a:t>, cómo Vida, munición, maná, animaciones, </a:t>
            </a:r>
            <a:r>
              <a:rPr lang="es-AR" b="1" dirty="0" err="1">
                <a:latin typeface="Grandview Display"/>
              </a:rPr>
              <a:t>couldowns</a:t>
            </a:r>
            <a:r>
              <a:rPr lang="es-AR" b="1" dirty="0">
                <a:latin typeface="Grandview Display"/>
              </a:rPr>
              <a:t>, etc.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Sin embargo, hay casos en donde no es muy cómodo hacerlo de esta manera. Por ejemplo, inicio de partida, </a:t>
            </a:r>
            <a:r>
              <a:rPr lang="es-AR" b="1" dirty="0" err="1">
                <a:latin typeface="Grandview Display"/>
              </a:rPr>
              <a:t>timers</a:t>
            </a:r>
            <a:r>
              <a:rPr lang="es-AR" b="1" dirty="0">
                <a:latin typeface="Grandview Display"/>
              </a:rPr>
              <a:t>, eventos específicos, o comunicación específica entre 2 o más actores.</a:t>
            </a: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2031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4EA89-B6E0-B4F2-3B10-E004B7151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0C38-9CE8-53AE-BF56-7413B8B34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RPC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8B356-A3F4-51B1-A670-27BCF0D4D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969" y="1051559"/>
            <a:ext cx="9155040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Para estos casos tenemos otras alternativas, la principal y más común son los </a:t>
            </a:r>
            <a:r>
              <a:rPr lang="es-AR" b="1" dirty="0" err="1">
                <a:latin typeface="Grandview Display"/>
              </a:rPr>
              <a:t>RPCs</a:t>
            </a:r>
            <a:r>
              <a:rPr lang="es-AR" b="1" dirty="0">
                <a:latin typeface="Grandview Display"/>
              </a:rPr>
              <a:t>, Remote </a:t>
            </a:r>
            <a:r>
              <a:rPr lang="es-AR" b="1" dirty="0" err="1">
                <a:latin typeface="Grandview Display"/>
              </a:rPr>
              <a:t>Procedure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Calls</a:t>
            </a:r>
            <a:r>
              <a:rPr lang="es-AR" b="1" dirty="0">
                <a:latin typeface="Grandview Display"/>
              </a:rPr>
              <a:t>.</a:t>
            </a:r>
            <a:endParaRPr lang="en-US" dirty="0"/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dirty="0">
                <a:latin typeface="Aptos"/>
              </a:rPr>
              <a:t>Los </a:t>
            </a:r>
            <a:r>
              <a:rPr lang="es-AR" dirty="0" err="1">
                <a:latin typeface="Aptos"/>
              </a:rPr>
              <a:t>RPCs</a:t>
            </a:r>
            <a:r>
              <a:rPr lang="es-AR" dirty="0">
                <a:latin typeface="Aptos"/>
              </a:rPr>
              <a:t> consisten en llamar a una función determinada en otra </a:t>
            </a:r>
            <a:r>
              <a:rPr lang="es-AR" dirty="0" err="1">
                <a:latin typeface="Aptos"/>
              </a:rPr>
              <a:t>Photon</a:t>
            </a:r>
            <a:r>
              <a:rPr lang="es-AR" dirty="0">
                <a:latin typeface="Aptos"/>
              </a:rPr>
              <a:t> View.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dirty="0">
                <a:latin typeface="Aptos" panose="020B0004020202020204"/>
              </a:rPr>
              <a:t>Esto hará que todas las </a:t>
            </a:r>
            <a:r>
              <a:rPr lang="es-AR" dirty="0" err="1">
                <a:latin typeface="Aptos" panose="020B0004020202020204"/>
              </a:rPr>
              <a:t>views</a:t>
            </a:r>
            <a:r>
              <a:rPr lang="es-AR" dirty="0">
                <a:latin typeface="Aptos" panose="020B0004020202020204"/>
              </a:rPr>
              <a:t> de ese objeto ejecuten ese método.</a:t>
            </a:r>
          </a:p>
          <a:p>
            <a:pPr marL="0" indent="0">
              <a:buNone/>
            </a:pPr>
            <a:endParaRPr lang="es-AR" dirty="0">
              <a:latin typeface="Aptos" panose="020B0004020202020204"/>
            </a:endParaRPr>
          </a:p>
          <a:p>
            <a:pPr marL="0" indent="0">
              <a:buNone/>
            </a:pPr>
            <a:r>
              <a:rPr lang="es-AR" dirty="0">
                <a:latin typeface="Aptos" panose="020B0004020202020204"/>
              </a:rPr>
              <a:t>Pero para poder hacer esto necesitamos registrar los métodos que queramos llamar, y llamar a la función RPC() de la </a:t>
            </a:r>
            <a:r>
              <a:rPr lang="es-AR" dirty="0" err="1">
                <a:latin typeface="Aptos" panose="020B0004020202020204"/>
              </a:rPr>
              <a:t>view</a:t>
            </a:r>
          </a:p>
          <a:p>
            <a:pPr marL="0" indent="0">
              <a:buNone/>
            </a:pPr>
            <a:endParaRPr lang="es-AR" dirty="0">
              <a:latin typeface="Aptos" panose="020B0004020202020204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05200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59582-96C6-2C72-865A-7F3FF054B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28BD8-8C15-3F0D-F067-FDA0AB52C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RPC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66E2C-664F-080D-CCB3-B2F6E33F2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969" y="1051559"/>
            <a:ext cx="9155040" cy="249457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Lo primero es agregar el atributo o etiqueta al método que queremos utilizar.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[</a:t>
            </a:r>
            <a:r>
              <a:rPr lang="es-AR" b="1">
                <a:latin typeface="Grandview Display"/>
              </a:rPr>
              <a:t>PunRPC]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dirty="0">
              <a:latin typeface="Aptos" panose="020B0004020202020204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A3FAE-11F1-79A2-A774-BFEB7571A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866" y="3242455"/>
            <a:ext cx="10602043" cy="336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31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33382-4ADB-1270-5D1C-0E7FA7811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B6E1-483C-2557-D33D-C9235DA29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RPC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98C1F-6AB4-B7EF-847F-467E8D941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969" y="1051559"/>
            <a:ext cx="9155040" cy="401857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Y podemos llamar a ese método por medio de la </a:t>
            </a:r>
            <a:r>
              <a:rPr lang="es-AR" b="1" err="1">
                <a:latin typeface="Grandview Display"/>
              </a:rPr>
              <a:t>view</a:t>
            </a:r>
            <a:r>
              <a:rPr lang="es-AR" b="1" dirty="0">
                <a:latin typeface="Grandview Display"/>
              </a:rPr>
              <a:t>.</a:t>
            </a:r>
            <a:br>
              <a:rPr lang="es-AR" b="1" dirty="0">
                <a:latin typeface="Grandview Display"/>
              </a:rPr>
            </a:br>
            <a:r>
              <a:rPr lang="es-AR" b="1">
                <a:latin typeface="Grandview Display"/>
              </a:rPr>
              <a:t>Pero lo interesante son sus sobrecargas.</a:t>
            </a:r>
            <a:endParaRPr lang="en-US"/>
          </a:p>
          <a:p>
            <a:pPr marL="514350" indent="-514350">
              <a:buAutoNum type="arabicPeriod"/>
            </a:pPr>
            <a:r>
              <a:rPr lang="es-AR" b="1">
                <a:latin typeface="Grandview Display"/>
              </a:rPr>
              <a:t>Nombre del método</a:t>
            </a:r>
            <a:endParaRPr lang="es-AR" b="1" dirty="0">
              <a:latin typeface="Grandview Display"/>
            </a:endParaRPr>
          </a:p>
          <a:p>
            <a:pPr marL="514350" indent="-514350">
              <a:buAutoNum type="arabicPeriod"/>
            </a:pPr>
            <a:r>
              <a:rPr lang="es-AR" b="1">
                <a:latin typeface="Grandview Display"/>
              </a:rPr>
              <a:t>Targets</a:t>
            </a:r>
            <a:endParaRPr lang="es-AR" b="1" dirty="0">
              <a:latin typeface="Grandview Display"/>
            </a:endParaRPr>
          </a:p>
          <a:p>
            <a:pPr marL="514350" indent="-514350">
              <a:buAutoNum type="arabicPeriod"/>
            </a:pPr>
            <a:r>
              <a:rPr lang="es-AR" b="1">
                <a:latin typeface="Grandview Display"/>
              </a:rPr>
              <a:t>Parámetros de ese método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dirty="0">
              <a:latin typeface="Aptos" panose="020B0004020202020204"/>
            </a:endParaRPr>
          </a:p>
          <a:p>
            <a:pPr>
              <a:buAutoNum type="arabicPeriod"/>
            </a:pPr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575F61-3FE5-9575-F497-EA98E1DBE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95" y="5266606"/>
            <a:ext cx="10887254" cy="115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82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AD209-4A94-218F-3636-4EA200326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B34E-C79F-BF5A-9AC1-E0F73B4C4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RPC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EF56-98D8-D339-3253-FC5601CE5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969" y="1051559"/>
            <a:ext cx="9155040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14350" indent="-514350">
              <a:buAutoNum type="arabicPeriod"/>
            </a:pPr>
            <a:r>
              <a:rPr lang="es-AR" b="1">
                <a:latin typeface="Grandview Display"/>
              </a:rPr>
              <a:t>Para el nombre del método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Debe ser el mismo que está marcado como [</a:t>
            </a:r>
            <a:r>
              <a:rPr lang="es-AR" b="1" dirty="0" err="1">
                <a:latin typeface="Grandview Display"/>
              </a:rPr>
              <a:t>PunRPC</a:t>
            </a:r>
            <a:r>
              <a:rPr lang="es-AR" b="1" dirty="0">
                <a:latin typeface="Grandview Display"/>
              </a:rPr>
              <a:t>]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El parámetro es de tipo </a:t>
            </a:r>
            <a:r>
              <a:rPr lang="es-AR" b="1" err="1">
                <a:latin typeface="Grandview Display"/>
              </a:rPr>
              <a:t>string</a:t>
            </a:r>
            <a:r>
              <a:rPr lang="es-AR" b="1" dirty="0">
                <a:latin typeface="Grandview Display"/>
              </a:rPr>
              <a:t>, así que pueden utilizar comillas "Método" o </a:t>
            </a:r>
            <a:r>
              <a:rPr lang="es-AR" b="1" err="1">
                <a:latin typeface="Grandview Display"/>
              </a:rPr>
              <a:t>nameof</a:t>
            </a:r>
            <a:r>
              <a:rPr lang="es-AR" b="1" dirty="0">
                <a:latin typeface="Grandview Display"/>
              </a:rPr>
              <a:t>(Método), pero para eso necesitan tener </a:t>
            </a:r>
            <a:r>
              <a:rPr lang="es-AR" b="1">
                <a:latin typeface="Grandview Display"/>
              </a:rPr>
              <a:t>acceso al mismo.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dirty="0">
              <a:latin typeface="Aptos" panose="020B0004020202020204"/>
            </a:endParaRPr>
          </a:p>
          <a:p>
            <a:pPr>
              <a:buAutoNum type="arabicPeriod"/>
            </a:pPr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49626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DE382-E13E-F9DD-DFCA-6E701385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F0A6-0E86-7CDD-4609-859FF7694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RPC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9A620-A50D-2159-6B60-3082F1EE6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969" y="1051559"/>
            <a:ext cx="9155040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2. Targets</a:t>
            </a:r>
            <a:endParaRPr lang="en-US"/>
          </a:p>
          <a:p>
            <a:pPr marL="0" indent="0">
              <a:buNone/>
            </a:pPr>
            <a:r>
              <a:rPr lang="es-AR" dirty="0">
                <a:latin typeface="Aptos" panose="020B0004020202020204"/>
              </a:rPr>
              <a:t>Podemos elegir a quién o que actores </a:t>
            </a:r>
            <a:r>
              <a:rPr lang="es-AR">
                <a:latin typeface="Aptos" panose="020B0004020202020204"/>
              </a:rPr>
              <a:t>recibirán este llamado.</a:t>
            </a:r>
            <a:endParaRPr lang="es-AR" dirty="0">
              <a:latin typeface="Aptos" panose="020B0004020202020204"/>
            </a:endParaRPr>
          </a:p>
          <a:p>
            <a:pPr marL="0" indent="0">
              <a:buNone/>
            </a:pPr>
            <a:endParaRPr lang="es-AR" dirty="0">
              <a:latin typeface="Aptos" panose="020B0004020202020204"/>
            </a:endParaRPr>
          </a:p>
          <a:p>
            <a:pPr>
              <a:buAutoNum type="arabicPeriod"/>
            </a:pPr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DEC5A-5A31-5E28-AEB4-A557943E7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403" y="2649894"/>
            <a:ext cx="6311480" cy="360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16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C570C-F2CA-3589-AB60-109EFEF4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AF9F5-DBD6-3147-9E75-15F59A32D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RPC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E94DE-EB1D-16DD-D042-E0E05DCCF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969" y="1051559"/>
            <a:ext cx="9155040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2. Targets</a:t>
            </a:r>
            <a:endParaRPr lang="en-US"/>
          </a:p>
          <a:p>
            <a:pPr marL="0" indent="0">
              <a:buNone/>
            </a:pPr>
            <a:endParaRPr lang="es-AR" dirty="0">
              <a:latin typeface="Aptos" panose="020B0004020202020204"/>
            </a:endParaRPr>
          </a:p>
          <a:p>
            <a:pPr marL="457200" indent="-457200"/>
            <a:r>
              <a:rPr lang="es-AR" dirty="0" err="1">
                <a:latin typeface="Aptos" panose="020B0004020202020204"/>
              </a:rPr>
              <a:t>All</a:t>
            </a:r>
            <a:r>
              <a:rPr lang="es-AR" dirty="0">
                <a:latin typeface="Aptos" panose="020B0004020202020204"/>
              </a:rPr>
              <a:t> significa que todas las instancias de esa </a:t>
            </a:r>
            <a:r>
              <a:rPr lang="es-AR" dirty="0" err="1">
                <a:latin typeface="Aptos" panose="020B0004020202020204"/>
              </a:rPr>
              <a:t>view</a:t>
            </a:r>
            <a:r>
              <a:rPr lang="es-AR" dirty="0">
                <a:latin typeface="Aptos" panose="020B0004020202020204"/>
              </a:rPr>
              <a:t> recibirán el mensaje.</a:t>
            </a:r>
          </a:p>
          <a:p>
            <a:pPr marL="457200" indent="-457200"/>
            <a:r>
              <a:rPr lang="es-AR" dirty="0" err="1">
                <a:latin typeface="Aptos" panose="020B0004020202020204"/>
              </a:rPr>
              <a:t>Others</a:t>
            </a:r>
            <a:r>
              <a:rPr lang="es-AR" dirty="0">
                <a:latin typeface="Aptos" panose="020B0004020202020204"/>
              </a:rPr>
              <a:t>, todos menos yo.</a:t>
            </a:r>
          </a:p>
          <a:p>
            <a:pPr marL="457200" indent="-457200"/>
            <a:r>
              <a:rPr lang="es-AR" dirty="0">
                <a:latin typeface="Aptos" panose="020B0004020202020204"/>
              </a:rPr>
              <a:t>Master Client, solo enviaremos el mensaje al master </a:t>
            </a:r>
            <a:r>
              <a:rPr lang="es-AR">
                <a:latin typeface="Aptos" panose="020B0004020202020204"/>
              </a:rPr>
              <a:t>Client</a:t>
            </a:r>
            <a:endParaRPr lang="es-AR" dirty="0">
              <a:latin typeface="Aptos" panose="020B0004020202020204"/>
            </a:endParaRPr>
          </a:p>
          <a:p>
            <a:pPr marL="457200" indent="-457200"/>
            <a:r>
              <a:rPr lang="es-AR" dirty="0">
                <a:latin typeface="Aptos" panose="020B0004020202020204"/>
              </a:rPr>
              <a:t>También </a:t>
            </a:r>
            <a:r>
              <a:rPr lang="es-AR">
                <a:latin typeface="Aptos" panose="020B0004020202020204"/>
              </a:rPr>
              <a:t>podemos</a:t>
            </a:r>
            <a:r>
              <a:rPr lang="es-AR" dirty="0">
                <a:latin typeface="Aptos" panose="020B0004020202020204"/>
              </a:rPr>
              <a:t> usar la sobrecarga de "Player", así elegir a qué actor enviaremos el mensaje.</a:t>
            </a:r>
          </a:p>
          <a:p>
            <a:pPr marL="457200" indent="-457200"/>
            <a:endParaRPr lang="es-AR" dirty="0">
              <a:latin typeface="Aptos" panose="020B0004020202020204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318898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128F7-E41A-EEA3-212F-2BE8E236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8C074-41FE-36FF-763F-10F02462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RPC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D7227-2F04-48D1-9AE6-0A324FBD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969" y="1051559"/>
            <a:ext cx="9155040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2. Targets</a:t>
            </a:r>
            <a:endParaRPr lang="en-US"/>
          </a:p>
          <a:p>
            <a:pPr marL="0" indent="0">
              <a:buNone/>
            </a:pPr>
            <a:r>
              <a:rPr lang="es-AR" dirty="0">
                <a:latin typeface="Aptos" panose="020B0004020202020204"/>
              </a:rPr>
              <a:t>Además, tenem</a:t>
            </a:r>
            <a:r>
              <a:rPr lang="es-AR">
                <a:latin typeface="Aptos" panose="020B0004020202020204"/>
              </a:rPr>
              <a:t>os algunas variantes más.</a:t>
            </a:r>
            <a:endParaRPr lang="es-AR" dirty="0">
              <a:latin typeface="Aptos" panose="020B0004020202020204"/>
            </a:endParaRPr>
          </a:p>
          <a:p>
            <a:pPr marL="457200" indent="-457200"/>
            <a:r>
              <a:rPr lang="es-AR" dirty="0" err="1">
                <a:latin typeface="Aptos" panose="020B0004020202020204"/>
              </a:rPr>
              <a:t>Buffered</a:t>
            </a:r>
            <a:r>
              <a:rPr lang="es-AR" dirty="0">
                <a:latin typeface="Aptos" panose="020B0004020202020204"/>
              </a:rPr>
              <a:t>, significa que el mensaje quedará "guardado" en el servidor de </a:t>
            </a:r>
            <a:r>
              <a:rPr lang="es-AR" dirty="0" err="1">
                <a:latin typeface="Aptos" panose="020B0004020202020204"/>
              </a:rPr>
              <a:t>Photon</a:t>
            </a:r>
            <a:r>
              <a:rPr lang="es-AR" dirty="0">
                <a:latin typeface="Aptos" panose="020B0004020202020204"/>
              </a:rPr>
              <a:t>, para que cualquiera que se conecte más tarde a la </a:t>
            </a:r>
            <a:r>
              <a:rPr lang="es-AR" dirty="0" err="1">
                <a:latin typeface="Aptos" panose="020B0004020202020204"/>
              </a:rPr>
              <a:t>room</a:t>
            </a:r>
            <a:r>
              <a:rPr lang="es-AR" dirty="0">
                <a:latin typeface="Aptos" panose="020B0004020202020204"/>
              </a:rPr>
              <a:t> lo reciba.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s-AR" dirty="0">
                <a:latin typeface="Aptos" panose="020B0004020202020204"/>
              </a:rPr>
              <a:t>Los ejecuta en orden, y apenas entra a la </a:t>
            </a:r>
            <a:r>
              <a:rPr lang="es-AR" dirty="0" err="1">
                <a:latin typeface="Aptos" panose="020B0004020202020204"/>
              </a:rPr>
              <a:t>room</a:t>
            </a:r>
            <a:endParaRPr lang="es-AR">
              <a:latin typeface="Aptos" panose="020B0004020202020204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s-AR" dirty="0">
                <a:latin typeface="Aptos" panose="020B0004020202020204"/>
              </a:rPr>
              <a:t>Lo usamos para cosas importantes, </a:t>
            </a:r>
            <a:r>
              <a:rPr lang="es-AR">
                <a:latin typeface="Aptos" panose="020B0004020202020204"/>
              </a:rPr>
              <a:t>esenciales</a:t>
            </a:r>
            <a:r>
              <a:rPr lang="es-AR" dirty="0">
                <a:latin typeface="Aptos" panose="020B0004020202020204"/>
              </a:rPr>
              <a:t> para nuestro juego</a:t>
            </a:r>
          </a:p>
          <a:p>
            <a:pPr marL="457200" indent="-457200"/>
            <a:r>
              <a:rPr lang="es-AR" dirty="0" err="1">
                <a:latin typeface="Aptos" panose="020B0004020202020204"/>
              </a:rPr>
              <a:t>ViaServer</a:t>
            </a:r>
            <a:r>
              <a:rPr lang="es-AR" dirty="0">
                <a:latin typeface="Aptos" panose="020B0004020202020204"/>
              </a:rPr>
              <a:t>, los mensajes pasan por el servidor de </a:t>
            </a:r>
            <a:r>
              <a:rPr lang="es-AR" dirty="0" err="1">
                <a:latin typeface="Aptos" panose="020B0004020202020204"/>
              </a:rPr>
              <a:t>Photon</a:t>
            </a:r>
            <a:r>
              <a:rPr lang="es-AR" dirty="0">
                <a:latin typeface="Aptos" panose="020B0004020202020204"/>
              </a:rPr>
              <a:t>.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s-AR">
                <a:latin typeface="Aptos" panose="020B0004020202020204"/>
              </a:rPr>
              <a:t>No los enviamos "P2P" sino le decimos al Server que los envíe a los clientes.</a:t>
            </a:r>
            <a:endParaRPr lang="es-AR" dirty="0">
              <a:latin typeface="Aptos" panose="020B0004020202020204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0529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888CD-1FA8-CFA9-EFC0-7784D2992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FA9A0-BC84-37B9-DDB0-B85DEF30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RPC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6170B-FA6F-A443-B451-7102AE4D0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969" y="1051559"/>
            <a:ext cx="9155040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3. Parámetros</a:t>
            </a:r>
          </a:p>
          <a:p>
            <a:pPr marL="0" indent="0">
              <a:buNone/>
            </a:pPr>
            <a:r>
              <a:rPr lang="es-AR" b="1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nos permite enviar datos simples, no tiene una serialización compleja, con </a:t>
            </a:r>
            <a:r>
              <a:rPr lang="es-AR" b="1" err="1">
                <a:latin typeface="Grandview Display"/>
              </a:rPr>
              <a:t>int</a:t>
            </a:r>
            <a:r>
              <a:rPr lang="es-AR" b="1" dirty="0">
                <a:latin typeface="Grandview Display"/>
              </a:rPr>
              <a:t>, </a:t>
            </a:r>
            <a:r>
              <a:rPr lang="es-AR" b="1" err="1">
                <a:latin typeface="Grandview Display"/>
              </a:rPr>
              <a:t>float</a:t>
            </a:r>
            <a:r>
              <a:rPr lang="es-AR" b="1" dirty="0">
                <a:latin typeface="Grandview Display"/>
              </a:rPr>
              <a:t>, </a:t>
            </a:r>
            <a:r>
              <a:rPr lang="es-AR" b="1" err="1">
                <a:latin typeface="Grandview Display"/>
              </a:rPr>
              <a:t>string</a:t>
            </a:r>
            <a:r>
              <a:rPr lang="es-AR" b="1" dirty="0">
                <a:latin typeface="Grandview Display"/>
              </a:rPr>
              <a:t> funcionará </a:t>
            </a:r>
            <a:r>
              <a:rPr lang="es-AR" b="1">
                <a:latin typeface="Grandview Display"/>
              </a:rPr>
              <a:t>perfectamente.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Ya veremos como podemos crear nuestro proceso de serialización para </a:t>
            </a:r>
            <a:r>
              <a:rPr lang="es-AR" b="1">
                <a:latin typeface="Grandview Display"/>
              </a:rPr>
              <a:t>enviar estructuras de datos personalizadas.</a:t>
            </a:r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15437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B0D72-D5C3-F1E2-AFCD-48427F406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F55BC-0988-C346-6D78-105A2D46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RPC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AC1DB-58F4-6050-76BB-32E3BD90C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969" y="1051559"/>
            <a:ext cx="9155040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A tener en cuenta:</a:t>
            </a:r>
            <a:endParaRPr lang="en-US" dirty="0"/>
          </a:p>
          <a:p>
            <a:r>
              <a:rPr lang="es-AR" dirty="0">
                <a:latin typeface="Aptos" panose="020B0004020202020204"/>
              </a:rPr>
              <a:t>Los métodos RPC deben estar en un componente en el mismo GO que la </a:t>
            </a:r>
            <a:r>
              <a:rPr lang="es-AR" dirty="0" err="1">
                <a:latin typeface="Aptos" panose="020B0004020202020204"/>
              </a:rPr>
              <a:t>Photon</a:t>
            </a:r>
            <a:r>
              <a:rPr lang="es-AR" dirty="0">
                <a:latin typeface="Aptos" panose="020B0004020202020204"/>
              </a:rPr>
              <a:t> View, no padres, no hijos.</a:t>
            </a:r>
          </a:p>
          <a:p>
            <a:r>
              <a:rPr lang="es-AR" dirty="0">
                <a:latin typeface="Aptos" panose="020B0004020202020204"/>
              </a:rPr>
              <a:t>Los métodos RPC no pueden ser </a:t>
            </a:r>
            <a:r>
              <a:rPr lang="es-AR">
                <a:latin typeface="Aptos" panose="020B0004020202020204"/>
              </a:rPr>
              <a:t>estáticos, ni genéricos</a:t>
            </a:r>
            <a:endParaRPr lang="es-AR" dirty="0">
              <a:latin typeface="Aptos" panose="020B0004020202020204"/>
            </a:endParaRPr>
          </a:p>
          <a:p>
            <a:r>
              <a:rPr lang="es-AR">
                <a:latin typeface="Aptos" panose="020B0004020202020204"/>
              </a:rPr>
              <a:t>No podemos consumir el valor de retorno</a:t>
            </a:r>
          </a:p>
          <a:p>
            <a:r>
              <a:rPr lang="es-AR">
                <a:latin typeface="Aptos" panose="020B0004020202020204"/>
              </a:rPr>
              <a:t>Podemos sobrescribirlos, pero debemos agregar el atributo a todas sus versiones.</a:t>
            </a:r>
          </a:p>
          <a:p>
            <a:r>
              <a:rPr lang="es-AR">
                <a:latin typeface="Aptos" panose="020B0004020202020204"/>
              </a:rPr>
              <a:t>Usen nombres únicos para los métodos RPC, ni parámetros opcionales</a:t>
            </a:r>
            <a:endParaRPr lang="es-AR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83394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0BA92-D07A-5C88-CE9C-B803F2B9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33BB-C81D-DAB5-1848-9741E189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6E05-0AE5-F688-B8D3-2C31EAD1A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3732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F0EB34-A140-BEE0-9B18-AE29894C0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FB4E-9C1D-D77E-45FC-AE5075C4E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RPC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66B30-B7ED-9412-D705-3B5BBC541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969" y="1051559"/>
            <a:ext cx="9155040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Actividad:</a:t>
            </a:r>
            <a:endParaRPr lang="en-US"/>
          </a:p>
          <a:p>
            <a:pPr marL="514350" indent="-514350">
              <a:buAutoNum type="arabicPeriod"/>
            </a:pPr>
            <a:r>
              <a:rPr lang="es-AR" b="1" dirty="0" err="1">
                <a:latin typeface="Grandview Display"/>
              </a:rPr>
              <a:t>Spawn</a:t>
            </a:r>
            <a:r>
              <a:rPr lang="es-AR" b="1" dirty="0">
                <a:latin typeface="Grandview Display"/>
              </a:rPr>
              <a:t> de jugadores</a:t>
            </a:r>
          </a:p>
          <a:p>
            <a:pPr marL="971550" lvl="1" indent="-514350">
              <a:buFont typeface="Courier New"/>
              <a:buChar char="o"/>
            </a:pPr>
            <a:r>
              <a:rPr lang="es-AR" b="1" dirty="0">
                <a:latin typeface="Grandview Display"/>
              </a:rPr>
              <a:t>Cada jugador que se une a la </a:t>
            </a:r>
            <a:r>
              <a:rPr lang="es-AR" b="1" dirty="0" err="1">
                <a:latin typeface="Grandview Display"/>
              </a:rPr>
              <a:t>room</a:t>
            </a:r>
            <a:r>
              <a:rPr lang="es-AR" b="1" dirty="0">
                <a:latin typeface="Grandview Display"/>
              </a:rPr>
              <a:t> debe aparecer en una esquina de la pantalla.</a:t>
            </a:r>
          </a:p>
          <a:p>
            <a:pPr marL="971550" lvl="1" indent="-514350">
              <a:buFont typeface="Courier New"/>
              <a:buChar char="o"/>
            </a:pPr>
            <a:r>
              <a:rPr lang="es-AR" b="1" dirty="0">
                <a:latin typeface="Grandview Display"/>
              </a:rPr>
              <a:t>Utilizando RPC para saber </a:t>
            </a:r>
            <a:r>
              <a:rPr lang="es-AR" b="1" dirty="0" err="1">
                <a:latin typeface="Grandview Display"/>
              </a:rPr>
              <a:t>cúal</a:t>
            </a:r>
            <a:r>
              <a:rPr lang="es-AR" b="1" dirty="0">
                <a:latin typeface="Grandview Display"/>
              </a:rPr>
              <a:t> es la siguiente posición disponible</a:t>
            </a:r>
          </a:p>
          <a:p>
            <a:pPr marL="971550" lvl="1" indent="-514350">
              <a:buFont typeface="Courier New"/>
              <a:buChar char="o"/>
            </a:pPr>
            <a:r>
              <a:rPr lang="es-AR" b="1">
                <a:latin typeface="Grandview Display"/>
              </a:rPr>
              <a:t>Cada instancia del juego se encarga de crear a su avatar</a:t>
            </a:r>
            <a:endParaRPr lang="es-AR" b="1" dirty="0">
              <a:latin typeface="Grandview Display"/>
            </a:endParaRPr>
          </a:p>
          <a:p>
            <a:pPr marL="457200" lvl="1" indent="0">
              <a:buNone/>
            </a:pPr>
            <a:r>
              <a:rPr lang="es-AR" b="1" dirty="0">
                <a:latin typeface="Grandview Display"/>
              </a:rPr>
              <a:t>Cada jugador debe poder ver su </a:t>
            </a:r>
            <a:r>
              <a:rPr lang="es-AR" b="1" dirty="0" err="1">
                <a:latin typeface="Grandview Display"/>
              </a:rPr>
              <a:t>nickName</a:t>
            </a:r>
            <a:r>
              <a:rPr lang="es-AR" b="1" dirty="0">
                <a:latin typeface="Grandview Display"/>
              </a:rPr>
              <a:t> y el de los demás</a:t>
            </a:r>
          </a:p>
          <a:p>
            <a:pPr>
              <a:buFont typeface="Arial" panose="020B0604020202020204" pitchFamily="34" charset="0"/>
              <a:buAutoNum type="arabicPeriod"/>
            </a:pPr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80194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D38AAC-E69F-6D48-7CC1-DCB4D0B2E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A22C1-FACE-5723-8D8F-2A69BAE8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RPC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EC3F3-8D77-07F8-813C-1A70DC632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969" y="1051559"/>
            <a:ext cx="9155040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Actividad:</a:t>
            </a:r>
            <a:endParaRPr lang="en-US"/>
          </a:p>
          <a:p>
            <a:pPr marL="0" indent="0">
              <a:buNone/>
            </a:pPr>
            <a:r>
              <a:rPr lang="es-AR" b="1">
                <a:latin typeface="Grandview Display"/>
              </a:rPr>
              <a:t>2. Daño por RPC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>
                <a:latin typeface="Aptos" panose="020B0004020202020204"/>
              </a:rPr>
              <a:t>Crear una pelota que al colisionar con un personaje le hace daño</a:t>
            </a:r>
          </a:p>
          <a:p>
            <a:pPr marL="0" indent="0">
              <a:buNone/>
            </a:pPr>
            <a:endParaRPr lang="es-AR" dirty="0">
              <a:latin typeface="Aptos" panose="020B0004020202020204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3. Improvisar un chat de texto entre jugadores</a:t>
            </a:r>
          </a:p>
          <a:p>
            <a:pPr marL="0" indent="0">
              <a:buNone/>
            </a:pPr>
            <a:r>
              <a:rPr lang="es-AR" dirty="0">
                <a:latin typeface="Aptos" panose="020B0004020202020204"/>
              </a:rPr>
              <a:t> Todos los mensajes deben ser visibles para todos los usuarios, ser mostrados en orden, y mostrar el </a:t>
            </a:r>
            <a:r>
              <a:rPr lang="es-AR" dirty="0" err="1">
                <a:latin typeface="Aptos" panose="020B0004020202020204"/>
              </a:rPr>
              <a:t>TimeStamp</a:t>
            </a:r>
            <a:r>
              <a:rPr lang="es-AR" dirty="0">
                <a:latin typeface="Aptos" panose="020B0004020202020204"/>
              </a:rPr>
              <a:t> de envío (investiguen y utilicen el </a:t>
            </a:r>
            <a:r>
              <a:rPr lang="es-AR" dirty="0" err="1">
                <a:latin typeface="Aptos" panose="020B0004020202020204"/>
              </a:rPr>
              <a:t>Synchronized</a:t>
            </a:r>
            <a:r>
              <a:rPr lang="es-AR" dirty="0">
                <a:latin typeface="Aptos" panose="020B0004020202020204"/>
              </a:rPr>
              <a:t> Server Time)</a:t>
            </a:r>
          </a:p>
        </p:txBody>
      </p:sp>
    </p:spTree>
    <p:extLst>
      <p:ext uri="{BB962C8B-B14F-4D97-AF65-F5344CB8AC3E}">
        <p14:creationId xmlns:p14="http://schemas.microsoft.com/office/powerpoint/2010/main" val="1043366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52C6D-298B-7BA4-351D-3155BCDAC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2A3C-5001-B684-1AAB-CBA4A37C7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n-US" dirty="0" err="1"/>
              <a:t>RaiseEvent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8CCDC-53B5-00EB-222C-85B1C3C62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520" y="1051559"/>
            <a:ext cx="7959489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Otra alternativa para enviar información entre </a:t>
            </a:r>
            <a:r>
              <a:rPr lang="es-AR" b="1">
                <a:latin typeface="Grandview Display"/>
              </a:rPr>
              <a:t>actores son los eventos de red.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Estos no dependen de una View, ni de un objeto de red.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Pero son definidos usando un identificador único, en byte.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697696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8B934-D45A-3989-5152-275496EDA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42FD-6235-6B1B-F899-2163A4B73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n-US" dirty="0" err="1"/>
              <a:t>RaiseEvent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7556-B819-2F6F-3AB1-80CBF4E1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520" y="1051559"/>
            <a:ext cx="7959489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Aquí tenemos 3 </a:t>
            </a:r>
            <a:r>
              <a:rPr lang="es-AR" b="1">
                <a:latin typeface="Grandview Display"/>
              </a:rPr>
              <a:t>elementos importantes:</a:t>
            </a:r>
          </a:p>
          <a:p>
            <a:pPr marL="457200" indent="-457200"/>
            <a:r>
              <a:rPr lang="es-AR" b="1">
                <a:latin typeface="Grandview Display"/>
              </a:rPr>
              <a:t>El código del evento</a:t>
            </a:r>
          </a:p>
          <a:p>
            <a:pPr marL="457200" indent="-457200"/>
            <a:r>
              <a:rPr lang="es-AR" b="1">
                <a:latin typeface="Grandview Display"/>
              </a:rPr>
              <a:t>El contenido</a:t>
            </a:r>
          </a:p>
          <a:p>
            <a:pPr marL="457200" indent="-457200"/>
            <a:r>
              <a:rPr lang="es-AR" b="1">
                <a:latin typeface="Grandview Display"/>
              </a:rPr>
              <a:t>Las opciones del evento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253524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DC647-9794-F977-9E43-FD79E493B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9C2BD-B729-CDA3-FE66-2738B0F0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n-US" dirty="0" err="1"/>
              <a:t>RaiseEvent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4B304-6EF4-C5C4-7989-706F4302A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520" y="1051559"/>
            <a:ext cx="7959489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El </a:t>
            </a:r>
            <a:r>
              <a:rPr lang="es-AR" b="1">
                <a:latin typeface="Grandview Display"/>
              </a:rPr>
              <a:t>código es este identificador único.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Es recomendable definirlo como constante, y no podemos </a:t>
            </a:r>
            <a:r>
              <a:rPr lang="es-AR" b="1">
                <a:latin typeface="Grandview Display"/>
              </a:rPr>
              <a:t>repetirlos.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Podemos centralizar esa información en algún manager u objeto estático.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597325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B6864-933B-4886-3811-2A6639B7A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0EDD-DA14-57D0-0EDC-3AADEA63D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n-US" dirty="0" err="1"/>
              <a:t>RaiseEvent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E8586-DF56-AE1E-CB6E-5C7A0A790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520" y="1051559"/>
            <a:ext cx="7959489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para el contenido, seguimos trabajando con una serialización simple, tipos de datos comunes, </a:t>
            </a:r>
            <a:r>
              <a:rPr lang="es-AR" b="1">
                <a:latin typeface="Grandview Display"/>
              </a:rPr>
              <a:t>aunque en este caso será un solo parámetro.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Así que podemos usar "</a:t>
            </a:r>
            <a:r>
              <a:rPr lang="es-AR" b="1" dirty="0" err="1">
                <a:latin typeface="Grandview Display"/>
              </a:rPr>
              <a:t>object</a:t>
            </a:r>
            <a:r>
              <a:rPr lang="es-AR" b="1" dirty="0">
                <a:latin typeface="Grandview Display"/>
              </a:rPr>
              <a:t>" para agrupar varios tipos de datos.</a:t>
            </a:r>
          </a:p>
        </p:txBody>
      </p:sp>
    </p:spTree>
    <p:extLst>
      <p:ext uri="{BB962C8B-B14F-4D97-AF65-F5344CB8AC3E}">
        <p14:creationId xmlns:p14="http://schemas.microsoft.com/office/powerpoint/2010/main" val="2439886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48224-474C-C316-79BC-6D73E889E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D75D0-47A9-812F-3B99-B1A12B4FE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n-US" dirty="0" err="1"/>
              <a:t>RaiseEvent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16001-0DA6-DE85-383F-85DB699FE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520" y="1051559"/>
            <a:ext cx="7959489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 err="1">
                <a:latin typeface="Grandview Display"/>
              </a:rPr>
              <a:t>RaiseEventOptions</a:t>
            </a:r>
            <a:r>
              <a:rPr lang="es-AR" b="1" dirty="0">
                <a:latin typeface="Grandview Display"/>
              </a:rPr>
              <a:t> es el objeto que nos permitirá definir, entre otras cosas:</a:t>
            </a:r>
          </a:p>
          <a:p>
            <a:pPr marL="457200" indent="-457200"/>
            <a:r>
              <a:rPr lang="es-AR" b="1">
                <a:latin typeface="Grandview Display"/>
              </a:rPr>
              <a:t>Actores que recibirán el evento</a:t>
            </a:r>
          </a:p>
          <a:p>
            <a:pPr marL="457200" indent="-457200"/>
            <a:r>
              <a:rPr lang="es-AR" b="1">
                <a:latin typeface="Grandview Display"/>
              </a:rPr>
              <a:t>Si debe "guardarse" en el servidor</a:t>
            </a:r>
          </a:p>
          <a:p>
            <a:pPr marL="457200" indent="-457200"/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También tenemos las </a:t>
            </a:r>
            <a:r>
              <a:rPr lang="es-AR" b="1" dirty="0" err="1">
                <a:latin typeface="Grandview Display"/>
              </a:rPr>
              <a:t>SendOptions</a:t>
            </a:r>
            <a:r>
              <a:rPr lang="es-AR" b="1" dirty="0">
                <a:latin typeface="Grandview Display"/>
              </a:rPr>
              <a:t> para elegir si queremos asegurarnos de que llegue correctamente, si no nos importa, o si debe estar encriptado.</a:t>
            </a:r>
          </a:p>
        </p:txBody>
      </p:sp>
    </p:spTree>
    <p:extLst>
      <p:ext uri="{BB962C8B-B14F-4D97-AF65-F5344CB8AC3E}">
        <p14:creationId xmlns:p14="http://schemas.microsoft.com/office/powerpoint/2010/main" val="1282140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C3CFB-B9C0-CC97-5B18-3EE2CEC55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C3547-3178-52C3-D67F-8693DD19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n-US" dirty="0" err="1"/>
              <a:t>RaiseEvent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B781D-24C7-DE8C-7A79-6555913F2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520" y="1051559"/>
            <a:ext cx="7959489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Para poder escuchar estos eventos </a:t>
            </a:r>
            <a:r>
              <a:rPr lang="es-AR" b="1" dirty="0" err="1">
                <a:latin typeface="Grandview Display"/>
              </a:rPr>
              <a:t>necesitmamos</a:t>
            </a:r>
            <a:r>
              <a:rPr lang="es-AR" b="1" dirty="0">
                <a:latin typeface="Grandview Display"/>
              </a:rPr>
              <a:t> implementar la Interfaz  </a:t>
            </a:r>
            <a:r>
              <a:rPr lang="es-AR" b="1" dirty="0" err="1">
                <a:latin typeface="Grandview Display"/>
              </a:rPr>
              <a:t>IOnEventCallback</a:t>
            </a:r>
            <a:r>
              <a:rPr lang="es-AR" b="1" dirty="0">
                <a:latin typeface="Grandview Display"/>
              </a:rPr>
              <a:t>, la cual contiene el </a:t>
            </a:r>
            <a:r>
              <a:rPr lang="es-AR" b="1" dirty="0" err="1">
                <a:latin typeface="Grandview Display"/>
              </a:rPr>
              <a:t>handler</a:t>
            </a:r>
            <a:r>
              <a:rPr lang="es-AR" b="1" dirty="0">
                <a:latin typeface="Grandview Display"/>
              </a:rPr>
              <a:t> "</a:t>
            </a:r>
            <a:r>
              <a:rPr lang="es-AR" b="1" dirty="0" err="1">
                <a:latin typeface="Grandview Display"/>
              </a:rPr>
              <a:t>OnEvent</a:t>
            </a:r>
            <a:r>
              <a:rPr lang="es-AR" b="1" dirty="0">
                <a:latin typeface="Grandview Display"/>
              </a:rPr>
              <a:t>".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Pero necesitamos registrarnos como objetivos de este tipo de </a:t>
            </a:r>
            <a:r>
              <a:rPr lang="es-AR" b="1" dirty="0" err="1">
                <a:latin typeface="Grandview Display"/>
              </a:rPr>
              <a:t>callback</a:t>
            </a:r>
            <a:r>
              <a:rPr lang="es-AR" b="1" dirty="0">
                <a:latin typeface="Grandview Display"/>
              </a:rPr>
              <a:t>...</a:t>
            </a:r>
          </a:p>
          <a:p>
            <a:pPr marL="0" indent="0">
              <a:buNone/>
            </a:pPr>
            <a:r>
              <a:rPr lang="es-AR" b="1" dirty="0" err="1">
                <a:latin typeface="Grandview Display"/>
              </a:rPr>
              <a:t>PhotonNetwork.AddCallbackTarget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 err="1">
                <a:latin typeface="Grandview Display"/>
              </a:rPr>
              <a:t>Photonnetwork.RemoveCallbackTarget</a:t>
            </a:r>
          </a:p>
        </p:txBody>
      </p:sp>
    </p:spTree>
    <p:extLst>
      <p:ext uri="{BB962C8B-B14F-4D97-AF65-F5344CB8AC3E}">
        <p14:creationId xmlns:p14="http://schemas.microsoft.com/office/powerpoint/2010/main" val="3953145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8EE16-F1AC-DF97-3848-8AAF7557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B82E5-AD40-2AB5-AB09-5805BE324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n-US" dirty="0" err="1"/>
              <a:t>RaiseEvent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20BA6-7F9F-134B-EBB1-CFE97C4EB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520" y="1051559"/>
            <a:ext cx="7959489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Para disparar</a:t>
            </a:r>
            <a:r>
              <a:rPr lang="es-AR" b="1" dirty="0">
                <a:latin typeface="Grandview Display"/>
              </a:rPr>
              <a:t> el evento: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1D8D90-5DDB-3856-5E8C-A5EC2E316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82" y="2625244"/>
            <a:ext cx="10770977" cy="362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73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EEFF1-F50E-5D5A-1F0B-F25BE42FA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3151B-CF23-FE5C-9386-8A0B9E57F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n-US" dirty="0" err="1"/>
              <a:t>RaiseEvent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BE1A2-2346-C062-84CE-C21B7C3C0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520" y="1051559"/>
            <a:ext cx="7959489" cy="52009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Para poder escucharlo...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1C253A-121B-3BE7-B5E9-80F72797A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38" y="1828171"/>
            <a:ext cx="9610725" cy="442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3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00386-2B55-95D8-A6EA-BDA588F03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EF94-D12C-BF89-6D1A-A55A3285E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n-US" dirty="0" err="1"/>
              <a:t>RaiseEvent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7CFF0-65B0-D30E-89C9-F1E8F539F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302" y="1715310"/>
            <a:ext cx="8231397" cy="476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5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A6DCAE-D5AF-89BA-7FEB-11456296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ED96-58E6-4E86-F991-2C7C49CB0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638623" cy="4144684"/>
          </a:xfrm>
        </p:spPr>
        <p:txBody>
          <a:bodyPr anchor="t">
            <a:normAutofit/>
          </a:bodyPr>
          <a:lstStyle/>
          <a:p>
            <a:r>
              <a:rPr lang="es-AR"/>
              <a:t>Fuentes: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2CD70-97DD-93B8-499D-329DC3CDD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141" y="1051559"/>
            <a:ext cx="847186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s-AR" b="1" dirty="0" err="1">
                <a:latin typeface="Grandview Display"/>
              </a:rPr>
              <a:t>Overview</a:t>
            </a:r>
            <a:endParaRPr lang="es-AR" b="1">
              <a:latin typeface="Grandview Display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s-AR" dirty="0">
                <a:ea typeface="+mn-lt"/>
                <a:cs typeface="+mn-lt"/>
              </a:rPr>
              <a:t>https://doc.photonengine.com/pun/current/getting-started/feature-overview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 err="1">
                <a:latin typeface="Grandview Display"/>
              </a:rPr>
              <a:t>RPCs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s-AR" dirty="0">
                <a:ea typeface="+mn-lt"/>
                <a:cs typeface="+mn-lt"/>
              </a:rPr>
              <a:t>https://doc.photonengine.com/pun/current/gameplay/synchronization-and-state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 err="1">
                <a:latin typeface="Grandview Display"/>
              </a:rPr>
              <a:t>RaiseEvent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s-AR" dirty="0">
                <a:ea typeface="+mn-lt"/>
                <a:cs typeface="+mn-lt"/>
              </a:rPr>
              <a:t>https://doc.photonengine.com/pun/current/gameplay/rpcsandraiseevent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dirty="0">
              <a:latin typeface="Aptos" panose="020B0004020202020204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155968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Tema de Office</vt:lpstr>
      <vt:lpstr>DashVTI</vt:lpstr>
      <vt:lpstr>Juegos en Red</vt:lpstr>
      <vt:lpstr>Contenido:</vt:lpstr>
      <vt:lpstr>OnSerializePhotonView:</vt:lpstr>
      <vt:lpstr>RPC:</vt:lpstr>
      <vt:lpstr>RPC:</vt:lpstr>
      <vt:lpstr>RPC:</vt:lpstr>
      <vt:lpstr>RPC:</vt:lpstr>
      <vt:lpstr>RPC:</vt:lpstr>
      <vt:lpstr>RPC:</vt:lpstr>
      <vt:lpstr>RPC:</vt:lpstr>
      <vt:lpstr>RPC:</vt:lpstr>
      <vt:lpstr>RPC:</vt:lpstr>
      <vt:lpstr>¿Preguntas? ¿Consultas? ¿Inquietudes?</vt:lpstr>
      <vt:lpstr>RPC:</vt:lpstr>
      <vt:lpstr>RPC:</vt:lpstr>
      <vt:lpstr>RaiseEvent:</vt:lpstr>
      <vt:lpstr>RaiseEvent:</vt:lpstr>
      <vt:lpstr>RaiseEvent:</vt:lpstr>
      <vt:lpstr>RaiseEvent:</vt:lpstr>
      <vt:lpstr>RaiseEvent:</vt:lpstr>
      <vt:lpstr>RaiseEvent:</vt:lpstr>
      <vt:lpstr>RaiseEvent:</vt:lpstr>
      <vt:lpstr>RaiseEvent:</vt:lpstr>
      <vt:lpstr>RaiseEvent:</vt:lpstr>
      <vt:lpstr>Fuentes: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426</cp:revision>
  <dcterms:created xsi:type="dcterms:W3CDTF">2026-04-11T17:34:13Z</dcterms:created>
  <dcterms:modified xsi:type="dcterms:W3CDTF">2026-04-12T00:49:59Z</dcterms:modified>
</cp:coreProperties>
</file>