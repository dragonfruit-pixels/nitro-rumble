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8" r:id="rId4"/>
    <p:sldId id="259" r:id="rId5"/>
    <p:sldId id="261" r:id="rId6"/>
    <p:sldId id="262" r:id="rId7"/>
    <p:sldId id="260" r:id="rId8"/>
    <p:sldId id="265" r:id="rId9"/>
    <p:sldId id="266" r:id="rId10"/>
    <p:sldId id="267" r:id="rId11"/>
    <p:sldId id="269" r:id="rId12"/>
    <p:sldId id="270" r:id="rId13"/>
    <p:sldId id="263" r:id="rId14"/>
    <p:sldId id="268" r:id="rId15"/>
    <p:sldId id="271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1B1C29-B093-CE71-B312-D92A5A8703D1}" v="657" dt="2026-03-03T03:03:23.997"/>
    <p1510:client id="{B3F63221-90F4-3E00-C755-FF3156478D29}" v="1495" dt="2026-03-04T02:20:18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MONDO NAHUEL ALEJO" userId="S::nreimondo@uade.edu.ar::6321e4ea-f963-4ffe-8417-f757321f65f7" providerId="AD" clId="Web-{B3F63221-90F4-3E00-C755-FF3156478D29}"/>
    <pc:docChg chg="addSld delSld modSld">
      <pc:chgData name="REIMONDO NAHUEL ALEJO" userId="S::nreimondo@uade.edu.ar::6321e4ea-f963-4ffe-8417-f757321f65f7" providerId="AD" clId="Web-{B3F63221-90F4-3E00-C755-FF3156478D29}" dt="2026-03-04T02:20:18.827" v="1490" actId="20577"/>
      <pc:docMkLst>
        <pc:docMk/>
      </pc:docMkLst>
      <pc:sldChg chg="modSp">
        <pc:chgData name="REIMONDO NAHUEL ALEJO" userId="S::nreimondo@uade.edu.ar::6321e4ea-f963-4ffe-8417-f757321f65f7" providerId="AD" clId="Web-{B3F63221-90F4-3E00-C755-FF3156478D29}" dt="2026-03-04T01:28:35.735" v="467" actId="20577"/>
        <pc:sldMkLst>
          <pc:docMk/>
          <pc:sldMk cId="3013134937" sldId="260"/>
        </pc:sldMkLst>
        <pc:spChg chg="mod">
          <ac:chgData name="REIMONDO NAHUEL ALEJO" userId="S::nreimondo@uade.edu.ar::6321e4ea-f963-4ffe-8417-f757321f65f7" providerId="AD" clId="Web-{B3F63221-90F4-3E00-C755-FF3156478D29}" dt="2026-03-04T01:13:06.986" v="25" actId="20577"/>
          <ac:spMkLst>
            <pc:docMk/>
            <pc:sldMk cId="3013134937" sldId="260"/>
            <ac:spMk id="2" creationId="{42AF0D2C-E8BF-E4F5-5996-F7535D8393C3}"/>
          </ac:spMkLst>
        </pc:spChg>
        <pc:spChg chg="mod">
          <ac:chgData name="REIMONDO NAHUEL ALEJO" userId="S::nreimondo@uade.edu.ar::6321e4ea-f963-4ffe-8417-f757321f65f7" providerId="AD" clId="Web-{B3F63221-90F4-3E00-C755-FF3156478D29}" dt="2026-03-04T01:28:35.735" v="467" actId="20577"/>
          <ac:spMkLst>
            <pc:docMk/>
            <pc:sldMk cId="3013134937" sldId="260"/>
            <ac:spMk id="3" creationId="{81484598-2C3E-C479-F1BB-CA50DCA5A2D6}"/>
          </ac:spMkLst>
        </pc:spChg>
      </pc:sldChg>
      <pc:sldChg chg="modSp">
        <pc:chgData name="REIMONDO NAHUEL ALEJO" userId="S::nreimondo@uade.edu.ar::6321e4ea-f963-4ffe-8417-f757321f65f7" providerId="AD" clId="Web-{B3F63221-90F4-3E00-C755-FF3156478D29}" dt="2026-03-04T01:35:36.665" v="477" actId="20577"/>
        <pc:sldMkLst>
          <pc:docMk/>
          <pc:sldMk cId="79868741" sldId="262"/>
        </pc:sldMkLst>
        <pc:spChg chg="mod">
          <ac:chgData name="REIMONDO NAHUEL ALEJO" userId="S::nreimondo@uade.edu.ar::6321e4ea-f963-4ffe-8417-f757321f65f7" providerId="AD" clId="Web-{B3F63221-90F4-3E00-C755-FF3156478D29}" dt="2026-03-04T01:35:36.665" v="477" actId="20577"/>
          <ac:spMkLst>
            <pc:docMk/>
            <pc:sldMk cId="79868741" sldId="262"/>
            <ac:spMk id="3" creationId="{DDFD4858-F4A7-509C-4170-09B6539A36B9}"/>
          </ac:spMkLst>
        </pc:spChg>
      </pc:sldChg>
      <pc:sldChg chg="modSp add replId">
        <pc:chgData name="REIMONDO NAHUEL ALEJO" userId="S::nreimondo@uade.edu.ar::6321e4ea-f963-4ffe-8417-f757321f65f7" providerId="AD" clId="Web-{B3F63221-90F4-3E00-C755-FF3156478D29}" dt="2026-03-04T01:11:50.391" v="24" actId="20577"/>
        <pc:sldMkLst>
          <pc:docMk/>
          <pc:sldMk cId="3997905029" sldId="263"/>
        </pc:sldMkLst>
        <pc:spChg chg="mod">
          <ac:chgData name="REIMONDO NAHUEL ALEJO" userId="S::nreimondo@uade.edu.ar::6321e4ea-f963-4ffe-8417-f757321f65f7" providerId="AD" clId="Web-{B3F63221-90F4-3E00-C755-FF3156478D29}" dt="2026-03-04T01:10:08.794" v="4" actId="20577"/>
          <ac:spMkLst>
            <pc:docMk/>
            <pc:sldMk cId="3997905029" sldId="263"/>
            <ac:spMk id="2" creationId="{319F94A4-FE6E-31C9-F82F-B30CD168DA1A}"/>
          </ac:spMkLst>
        </pc:spChg>
        <pc:spChg chg="mod">
          <ac:chgData name="REIMONDO NAHUEL ALEJO" userId="S::nreimondo@uade.edu.ar::6321e4ea-f963-4ffe-8417-f757321f65f7" providerId="AD" clId="Web-{B3F63221-90F4-3E00-C755-FF3156478D29}" dt="2026-03-04T01:11:50.391" v="24" actId="20577"/>
          <ac:spMkLst>
            <pc:docMk/>
            <pc:sldMk cId="3997905029" sldId="263"/>
            <ac:spMk id="3" creationId="{6F676105-2EAB-3A57-0A33-985F6564AE47}"/>
          </ac:spMkLst>
        </pc:spChg>
      </pc:sldChg>
      <pc:sldChg chg="modSp add del replId">
        <pc:chgData name="REIMONDO NAHUEL ALEJO" userId="S::nreimondo@uade.edu.ar::6321e4ea-f963-4ffe-8417-f757321f65f7" providerId="AD" clId="Web-{B3F63221-90F4-3E00-C755-FF3156478D29}" dt="2026-03-04T02:18:50.636" v="1466"/>
        <pc:sldMkLst>
          <pc:docMk/>
          <pc:sldMk cId="1003596775" sldId="264"/>
        </pc:sldMkLst>
        <pc:spChg chg="mod">
          <ac:chgData name="REIMONDO NAHUEL ALEJO" userId="S::nreimondo@uade.edu.ar::6321e4ea-f963-4ffe-8417-f757321f65f7" providerId="AD" clId="Web-{B3F63221-90F4-3E00-C755-FF3156478D29}" dt="2026-03-04T01:15:02.066" v="27" actId="20577"/>
          <ac:spMkLst>
            <pc:docMk/>
            <pc:sldMk cId="1003596775" sldId="264"/>
            <ac:spMk id="3" creationId="{0319E938-1A48-8649-939B-B12CDD1D9210}"/>
          </ac:spMkLst>
        </pc:spChg>
      </pc:sldChg>
      <pc:sldChg chg="modSp add replId">
        <pc:chgData name="REIMONDO NAHUEL ALEJO" userId="S::nreimondo@uade.edu.ar::6321e4ea-f963-4ffe-8417-f757321f65f7" providerId="AD" clId="Web-{B3F63221-90F4-3E00-C755-FF3156478D29}" dt="2026-03-04T01:26:58.310" v="450" actId="20577"/>
        <pc:sldMkLst>
          <pc:docMk/>
          <pc:sldMk cId="605879364" sldId="265"/>
        </pc:sldMkLst>
        <pc:spChg chg="mod">
          <ac:chgData name="REIMONDO NAHUEL ALEJO" userId="S::nreimondo@uade.edu.ar::6321e4ea-f963-4ffe-8417-f757321f65f7" providerId="AD" clId="Web-{B3F63221-90F4-3E00-C755-FF3156478D29}" dt="2026-03-04T01:24:05.377" v="288" actId="20577"/>
          <ac:spMkLst>
            <pc:docMk/>
            <pc:sldMk cId="605879364" sldId="265"/>
            <ac:spMk id="2" creationId="{7C5E40DA-D8F3-FD51-9B3D-1129C23D618D}"/>
          </ac:spMkLst>
        </pc:spChg>
        <pc:spChg chg="mod">
          <ac:chgData name="REIMONDO NAHUEL ALEJO" userId="S::nreimondo@uade.edu.ar::6321e4ea-f963-4ffe-8417-f757321f65f7" providerId="AD" clId="Web-{B3F63221-90F4-3E00-C755-FF3156478D29}" dt="2026-03-04T01:26:58.310" v="450" actId="20577"/>
          <ac:spMkLst>
            <pc:docMk/>
            <pc:sldMk cId="605879364" sldId="265"/>
            <ac:spMk id="3" creationId="{4ECD1B66-894E-1823-714E-B70E6FA9EC54}"/>
          </ac:spMkLst>
        </pc:spChg>
      </pc:sldChg>
      <pc:sldChg chg="modSp add replId">
        <pc:chgData name="REIMONDO NAHUEL ALEJO" userId="S::nreimondo@uade.edu.ar::6321e4ea-f963-4ffe-8417-f757321f65f7" providerId="AD" clId="Web-{B3F63221-90F4-3E00-C755-FF3156478D29}" dt="2026-03-04T01:44:12.637" v="707" actId="20577"/>
        <pc:sldMkLst>
          <pc:docMk/>
          <pc:sldMk cId="3324092971" sldId="266"/>
        </pc:sldMkLst>
        <pc:spChg chg="mod">
          <ac:chgData name="REIMONDO NAHUEL ALEJO" userId="S::nreimondo@uade.edu.ar::6321e4ea-f963-4ffe-8417-f757321f65f7" providerId="AD" clId="Web-{B3F63221-90F4-3E00-C755-FF3156478D29}" dt="2026-03-04T01:27:03.154" v="454" actId="20577"/>
          <ac:spMkLst>
            <pc:docMk/>
            <pc:sldMk cId="3324092971" sldId="266"/>
            <ac:spMk id="2" creationId="{5D8ACAAA-14B8-3E61-24E4-7D6CE4B6B947}"/>
          </ac:spMkLst>
        </pc:spChg>
        <pc:spChg chg="mod">
          <ac:chgData name="REIMONDO NAHUEL ALEJO" userId="S::nreimondo@uade.edu.ar::6321e4ea-f963-4ffe-8417-f757321f65f7" providerId="AD" clId="Web-{B3F63221-90F4-3E00-C755-FF3156478D29}" dt="2026-03-04T01:44:12.637" v="707" actId="20577"/>
          <ac:spMkLst>
            <pc:docMk/>
            <pc:sldMk cId="3324092971" sldId="266"/>
            <ac:spMk id="3" creationId="{9FD6D4CF-F57B-2A54-A4AB-E3717D43454A}"/>
          </ac:spMkLst>
        </pc:spChg>
      </pc:sldChg>
      <pc:sldChg chg="modSp add replId">
        <pc:chgData name="REIMONDO NAHUEL ALEJO" userId="S::nreimondo@uade.edu.ar::6321e4ea-f963-4ffe-8417-f757321f65f7" providerId="AD" clId="Web-{B3F63221-90F4-3E00-C755-FF3156478D29}" dt="2026-03-04T02:01:06.792" v="1026" actId="20577"/>
        <pc:sldMkLst>
          <pc:docMk/>
          <pc:sldMk cId="3602356515" sldId="267"/>
        </pc:sldMkLst>
        <pc:spChg chg="mod">
          <ac:chgData name="REIMONDO NAHUEL ALEJO" userId="S::nreimondo@uade.edu.ar::6321e4ea-f963-4ffe-8417-f757321f65f7" providerId="AD" clId="Web-{B3F63221-90F4-3E00-C755-FF3156478D29}" dt="2026-03-04T01:44:50.873" v="723" actId="20577"/>
          <ac:spMkLst>
            <pc:docMk/>
            <pc:sldMk cId="3602356515" sldId="267"/>
            <ac:spMk id="2" creationId="{901C2741-EDA0-CD15-7712-3AE8CCB73FFC}"/>
          </ac:spMkLst>
        </pc:spChg>
        <pc:spChg chg="mod">
          <ac:chgData name="REIMONDO NAHUEL ALEJO" userId="S::nreimondo@uade.edu.ar::6321e4ea-f963-4ffe-8417-f757321f65f7" providerId="AD" clId="Web-{B3F63221-90F4-3E00-C755-FF3156478D29}" dt="2026-03-04T02:01:06.792" v="1026" actId="20577"/>
          <ac:spMkLst>
            <pc:docMk/>
            <pc:sldMk cId="3602356515" sldId="267"/>
            <ac:spMk id="3" creationId="{2EB40D76-4C80-BCFF-49DE-A7BD975CDB3D}"/>
          </ac:spMkLst>
        </pc:spChg>
      </pc:sldChg>
      <pc:sldChg chg="modSp add replId">
        <pc:chgData name="REIMONDO NAHUEL ALEJO" userId="S::nreimondo@uade.edu.ar::6321e4ea-f963-4ffe-8417-f757321f65f7" providerId="AD" clId="Web-{B3F63221-90F4-3E00-C755-FF3156478D29}" dt="2026-03-04T02:19:19.622" v="1470" actId="20577"/>
        <pc:sldMkLst>
          <pc:docMk/>
          <pc:sldMk cId="3756836295" sldId="268"/>
        </pc:sldMkLst>
        <pc:spChg chg="mod">
          <ac:chgData name="REIMONDO NAHUEL ALEJO" userId="S::nreimondo@uade.edu.ar::6321e4ea-f963-4ffe-8417-f757321f65f7" providerId="AD" clId="Web-{B3F63221-90F4-3E00-C755-FF3156478D29}" dt="2026-03-04T02:19:19.622" v="1470" actId="20577"/>
          <ac:spMkLst>
            <pc:docMk/>
            <pc:sldMk cId="3756836295" sldId="268"/>
            <ac:spMk id="3" creationId="{D0EE9EAE-B260-412F-1DB6-64F46B78B230}"/>
          </ac:spMkLst>
        </pc:spChg>
      </pc:sldChg>
      <pc:sldChg chg="modSp add replId">
        <pc:chgData name="REIMONDO NAHUEL ALEJO" userId="S::nreimondo@uade.edu.ar::6321e4ea-f963-4ffe-8417-f757321f65f7" providerId="AD" clId="Web-{B3F63221-90F4-3E00-C755-FF3156478D29}" dt="2026-03-04T02:11:47.164" v="1261" actId="20577"/>
        <pc:sldMkLst>
          <pc:docMk/>
          <pc:sldMk cId="2592725968" sldId="269"/>
        </pc:sldMkLst>
        <pc:spChg chg="mod">
          <ac:chgData name="REIMONDO NAHUEL ALEJO" userId="S::nreimondo@uade.edu.ar::6321e4ea-f963-4ffe-8417-f757321f65f7" providerId="AD" clId="Web-{B3F63221-90F4-3E00-C755-FF3156478D29}" dt="2026-03-04T02:01:56.638" v="1027" actId="20577"/>
          <ac:spMkLst>
            <pc:docMk/>
            <pc:sldMk cId="2592725968" sldId="269"/>
            <ac:spMk id="2" creationId="{6B00F448-833E-41EE-9C00-D0FBC88DAD02}"/>
          </ac:spMkLst>
        </pc:spChg>
        <pc:spChg chg="mod">
          <ac:chgData name="REIMONDO NAHUEL ALEJO" userId="S::nreimondo@uade.edu.ar::6321e4ea-f963-4ffe-8417-f757321f65f7" providerId="AD" clId="Web-{B3F63221-90F4-3E00-C755-FF3156478D29}" dt="2026-03-04T02:11:47.164" v="1261" actId="20577"/>
          <ac:spMkLst>
            <pc:docMk/>
            <pc:sldMk cId="2592725968" sldId="269"/>
            <ac:spMk id="3" creationId="{1C9EA12B-76F0-FD48-D762-E08998F85AA4}"/>
          </ac:spMkLst>
        </pc:spChg>
      </pc:sldChg>
      <pc:sldChg chg="modSp add replId">
        <pc:chgData name="REIMONDO NAHUEL ALEJO" userId="S::nreimondo@uade.edu.ar::6321e4ea-f963-4ffe-8417-f757321f65f7" providerId="AD" clId="Web-{B3F63221-90F4-3E00-C755-FF3156478D29}" dt="2026-03-04T02:17:45.102" v="1454" actId="20577"/>
        <pc:sldMkLst>
          <pc:docMk/>
          <pc:sldMk cId="1233135556" sldId="270"/>
        </pc:sldMkLst>
        <pc:spChg chg="mod">
          <ac:chgData name="REIMONDO NAHUEL ALEJO" userId="S::nreimondo@uade.edu.ar::6321e4ea-f963-4ffe-8417-f757321f65f7" providerId="AD" clId="Web-{B3F63221-90F4-3E00-C755-FF3156478D29}" dt="2026-03-04T02:12:00.289" v="1268" actId="20577"/>
          <ac:spMkLst>
            <pc:docMk/>
            <pc:sldMk cId="1233135556" sldId="270"/>
            <ac:spMk id="2" creationId="{A7078906-F474-3DD3-F191-C46435E652A8}"/>
          </ac:spMkLst>
        </pc:spChg>
        <pc:spChg chg="mod">
          <ac:chgData name="REIMONDO NAHUEL ALEJO" userId="S::nreimondo@uade.edu.ar::6321e4ea-f963-4ffe-8417-f757321f65f7" providerId="AD" clId="Web-{B3F63221-90F4-3E00-C755-FF3156478D29}" dt="2026-03-04T02:17:45.102" v="1454" actId="20577"/>
          <ac:spMkLst>
            <pc:docMk/>
            <pc:sldMk cId="1233135556" sldId="270"/>
            <ac:spMk id="3" creationId="{978B525B-2187-62A7-4930-1B5D955AF34E}"/>
          </ac:spMkLst>
        </pc:spChg>
      </pc:sldChg>
      <pc:sldChg chg="modSp add replId">
        <pc:chgData name="REIMONDO NAHUEL ALEJO" userId="S::nreimondo@uade.edu.ar::6321e4ea-f963-4ffe-8417-f757321f65f7" providerId="AD" clId="Web-{B3F63221-90F4-3E00-C755-FF3156478D29}" dt="2026-03-04T02:20:18.827" v="1490" actId="20577"/>
        <pc:sldMkLst>
          <pc:docMk/>
          <pc:sldMk cId="605496643" sldId="271"/>
        </pc:sldMkLst>
        <pc:spChg chg="mod">
          <ac:chgData name="REIMONDO NAHUEL ALEJO" userId="S::nreimondo@uade.edu.ar::6321e4ea-f963-4ffe-8417-f757321f65f7" providerId="AD" clId="Web-{B3F63221-90F4-3E00-C755-FF3156478D29}" dt="2026-03-04T02:20:18.827" v="1490" actId="20577"/>
          <ac:spMkLst>
            <pc:docMk/>
            <pc:sldMk cId="605496643" sldId="271"/>
            <ac:spMk id="3" creationId="{2551CE87-8FB9-F316-39CA-5EED78215CAD}"/>
          </ac:spMkLst>
        </pc:spChg>
      </pc:sldChg>
    </pc:docChg>
  </pc:docChgLst>
  <pc:docChgLst>
    <pc:chgData name="REIMONDO NAHUEL ALEJO" userId="S::nreimondo@uade.edu.ar::6321e4ea-f963-4ffe-8417-f757321f65f7" providerId="AD" clId="Web-{801B1C29-B093-CE71-B312-D92A5A8703D1}"/>
    <pc:docChg chg="addSld delSld modSld addMainMaster">
      <pc:chgData name="REIMONDO NAHUEL ALEJO" userId="S::nreimondo@uade.edu.ar::6321e4ea-f963-4ffe-8417-f757321f65f7" providerId="AD" clId="Web-{801B1C29-B093-CE71-B312-D92A5A8703D1}" dt="2026-03-03T03:03:23.997" v="655" actId="20577"/>
      <pc:docMkLst>
        <pc:docMk/>
      </pc:docMkLst>
      <pc:sldChg chg="modSp add del">
        <pc:chgData name="REIMONDO NAHUEL ALEJO" userId="S::nreimondo@uade.edu.ar::6321e4ea-f963-4ffe-8417-f757321f65f7" providerId="AD" clId="Web-{801B1C29-B093-CE71-B312-D92A5A8703D1}" dt="2026-03-03T02:35:01.308" v="30" actId="20577"/>
        <pc:sldMkLst>
          <pc:docMk/>
          <pc:sldMk cId="2406273178" sldId="256"/>
        </pc:sldMkLst>
        <pc:spChg chg="mod">
          <ac:chgData name="REIMONDO NAHUEL ALEJO" userId="S::nreimondo@uade.edu.ar::6321e4ea-f963-4ffe-8417-f757321f65f7" providerId="AD" clId="Web-{801B1C29-B093-CE71-B312-D92A5A8703D1}" dt="2026-03-03T02:35:01.308" v="30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modSp add del">
        <pc:chgData name="REIMONDO NAHUEL ALEJO" userId="S::nreimondo@uade.edu.ar::6321e4ea-f963-4ffe-8417-f757321f65f7" providerId="AD" clId="Web-{801B1C29-B093-CE71-B312-D92A5A8703D1}" dt="2026-03-03T02:34:49.370" v="16"/>
        <pc:sldMkLst>
          <pc:docMk/>
          <pc:sldMk cId="2817644368" sldId="257"/>
        </pc:sldMkLst>
        <pc:spChg chg="mod">
          <ac:chgData name="REIMONDO NAHUEL ALEJO" userId="S::nreimondo@uade.edu.ar::6321e4ea-f963-4ffe-8417-f757321f65f7" providerId="AD" clId="Web-{801B1C29-B093-CE71-B312-D92A5A8703D1}" dt="2026-03-03T02:33:01.368" v="12" actId="20577"/>
          <ac:spMkLst>
            <pc:docMk/>
            <pc:sldMk cId="2817644368" sldId="257"/>
            <ac:spMk id="3" creationId="{00000000-0000-0000-0000-000000000000}"/>
          </ac:spMkLst>
        </pc:spChg>
      </pc:sldChg>
      <pc:sldChg chg="modSp add del">
        <pc:chgData name="REIMONDO NAHUEL ALEJO" userId="S::nreimondo@uade.edu.ar::6321e4ea-f963-4ffe-8417-f757321f65f7" providerId="AD" clId="Web-{801B1C29-B093-CE71-B312-D92A5A8703D1}" dt="2026-03-03T02:37:08.828" v="89" actId="20577"/>
        <pc:sldMkLst>
          <pc:docMk/>
          <pc:sldMk cId="3572092852" sldId="258"/>
        </pc:sldMkLst>
        <pc:spChg chg="mod">
          <ac:chgData name="REIMONDO NAHUEL ALEJO" userId="S::nreimondo@uade.edu.ar::6321e4ea-f963-4ffe-8417-f757321f65f7" providerId="AD" clId="Web-{801B1C29-B093-CE71-B312-D92A5A8703D1}" dt="2026-03-03T02:37:08.828" v="89" actId="20577"/>
          <ac:spMkLst>
            <pc:docMk/>
            <pc:sldMk cId="3572092852" sldId="258"/>
            <ac:spMk id="3" creationId="{3C4E8B45-DA18-519A-D53B-F5CDCDAADE18}"/>
          </ac:spMkLst>
        </pc:spChg>
      </pc:sldChg>
      <pc:sldChg chg="modSp add replId">
        <pc:chgData name="REIMONDO NAHUEL ALEJO" userId="S::nreimondo@uade.edu.ar::6321e4ea-f963-4ffe-8417-f757321f65f7" providerId="AD" clId="Web-{801B1C29-B093-CE71-B312-D92A5A8703D1}" dt="2026-03-03T02:49:56.984" v="327" actId="20577"/>
        <pc:sldMkLst>
          <pc:docMk/>
          <pc:sldMk cId="1640477469" sldId="259"/>
        </pc:sldMkLst>
        <pc:spChg chg="mod">
          <ac:chgData name="REIMONDO NAHUEL ALEJO" userId="S::nreimondo@uade.edu.ar::6321e4ea-f963-4ffe-8417-f757321f65f7" providerId="AD" clId="Web-{801B1C29-B093-CE71-B312-D92A5A8703D1}" dt="2026-03-03T02:37:35.625" v="106" actId="20577"/>
          <ac:spMkLst>
            <pc:docMk/>
            <pc:sldMk cId="1640477469" sldId="259"/>
            <ac:spMk id="2" creationId="{2A349C64-5B23-690D-B60C-CACE4B3E66A8}"/>
          </ac:spMkLst>
        </pc:spChg>
        <pc:spChg chg="mod">
          <ac:chgData name="REIMONDO NAHUEL ALEJO" userId="S::nreimondo@uade.edu.ar::6321e4ea-f963-4ffe-8417-f757321f65f7" providerId="AD" clId="Web-{801B1C29-B093-CE71-B312-D92A5A8703D1}" dt="2026-03-03T02:49:56.984" v="327" actId="20577"/>
          <ac:spMkLst>
            <pc:docMk/>
            <pc:sldMk cId="1640477469" sldId="259"/>
            <ac:spMk id="3" creationId="{51F12EE6-B938-02A5-9DD4-1C70DF7367FF}"/>
          </ac:spMkLst>
        </pc:spChg>
      </pc:sldChg>
      <pc:sldChg chg="modSp add replId">
        <pc:chgData name="REIMONDO NAHUEL ALEJO" userId="S::nreimondo@uade.edu.ar::6321e4ea-f963-4ffe-8417-f757321f65f7" providerId="AD" clId="Web-{801B1C29-B093-CE71-B312-D92A5A8703D1}" dt="2026-03-03T02:50:15.501" v="334" actId="20577"/>
        <pc:sldMkLst>
          <pc:docMk/>
          <pc:sldMk cId="3013134937" sldId="260"/>
        </pc:sldMkLst>
        <pc:spChg chg="mod">
          <ac:chgData name="REIMONDO NAHUEL ALEJO" userId="S::nreimondo@uade.edu.ar::6321e4ea-f963-4ffe-8417-f757321f65f7" providerId="AD" clId="Web-{801B1C29-B093-CE71-B312-D92A5A8703D1}" dt="2026-03-03T02:50:15.501" v="334" actId="20577"/>
          <ac:spMkLst>
            <pc:docMk/>
            <pc:sldMk cId="3013134937" sldId="260"/>
            <ac:spMk id="3" creationId="{81484598-2C3E-C479-F1BB-CA50DCA5A2D6}"/>
          </ac:spMkLst>
        </pc:spChg>
      </pc:sldChg>
      <pc:sldChg chg="modSp add replId">
        <pc:chgData name="REIMONDO NAHUEL ALEJO" userId="S::nreimondo@uade.edu.ar::6321e4ea-f963-4ffe-8417-f757321f65f7" providerId="AD" clId="Web-{801B1C29-B093-CE71-B312-D92A5A8703D1}" dt="2026-03-03T02:57:32.054" v="620" actId="20577"/>
        <pc:sldMkLst>
          <pc:docMk/>
          <pc:sldMk cId="1447324799" sldId="261"/>
        </pc:sldMkLst>
        <pc:spChg chg="mod">
          <ac:chgData name="REIMONDO NAHUEL ALEJO" userId="S::nreimondo@uade.edu.ar::6321e4ea-f963-4ffe-8417-f757321f65f7" providerId="AD" clId="Web-{801B1C29-B093-CE71-B312-D92A5A8703D1}" dt="2026-03-03T02:53:38.984" v="351" actId="20577"/>
          <ac:spMkLst>
            <pc:docMk/>
            <pc:sldMk cId="1447324799" sldId="261"/>
            <ac:spMk id="2" creationId="{AD89AD8F-5CF8-3B48-66AC-75E51621AC60}"/>
          </ac:spMkLst>
        </pc:spChg>
        <pc:spChg chg="mod">
          <ac:chgData name="REIMONDO NAHUEL ALEJO" userId="S::nreimondo@uade.edu.ar::6321e4ea-f963-4ffe-8417-f757321f65f7" providerId="AD" clId="Web-{801B1C29-B093-CE71-B312-D92A5A8703D1}" dt="2026-03-03T02:57:32.054" v="620" actId="20577"/>
          <ac:spMkLst>
            <pc:docMk/>
            <pc:sldMk cId="1447324799" sldId="261"/>
            <ac:spMk id="3" creationId="{C7178F8B-EB6B-A8E0-41C6-0EFF39946732}"/>
          </ac:spMkLst>
        </pc:spChg>
      </pc:sldChg>
      <pc:sldChg chg="modSp add replId">
        <pc:chgData name="REIMONDO NAHUEL ALEJO" userId="S::nreimondo@uade.edu.ar::6321e4ea-f963-4ffe-8417-f757321f65f7" providerId="AD" clId="Web-{801B1C29-B093-CE71-B312-D92A5A8703D1}" dt="2026-03-03T03:03:23.997" v="655" actId="20577"/>
        <pc:sldMkLst>
          <pc:docMk/>
          <pc:sldMk cId="79868741" sldId="262"/>
        </pc:sldMkLst>
        <pc:spChg chg="mod">
          <ac:chgData name="REIMONDO NAHUEL ALEJO" userId="S::nreimondo@uade.edu.ar::6321e4ea-f963-4ffe-8417-f757321f65f7" providerId="AD" clId="Web-{801B1C29-B093-CE71-B312-D92A5A8703D1}" dt="2026-03-03T03:02:47.622" v="629" actId="20577"/>
          <ac:spMkLst>
            <pc:docMk/>
            <pc:sldMk cId="79868741" sldId="262"/>
            <ac:spMk id="2" creationId="{14029F38-E56F-0393-0039-34814CFB66AC}"/>
          </ac:spMkLst>
        </pc:spChg>
        <pc:spChg chg="mod">
          <ac:chgData name="REIMONDO NAHUEL ALEJO" userId="S::nreimondo@uade.edu.ar::6321e4ea-f963-4ffe-8417-f757321f65f7" providerId="AD" clId="Web-{801B1C29-B093-CE71-B312-D92A5A8703D1}" dt="2026-03-03T03:03:23.997" v="655" actId="20577"/>
          <ac:spMkLst>
            <pc:docMk/>
            <pc:sldMk cId="79868741" sldId="262"/>
            <ac:spMk id="3" creationId="{DDFD4858-F4A7-509C-4170-09B6539A36B9}"/>
          </ac:spMkLst>
        </pc:spChg>
      </pc:sldChg>
      <pc:sldMasterChg chg="add addSldLayout">
        <pc:chgData name="REIMONDO NAHUEL ALEJO" userId="S::nreimondo@uade.edu.ar::6321e4ea-f963-4ffe-8417-f757321f65f7" providerId="AD" clId="Web-{801B1C29-B093-CE71-B312-D92A5A8703D1}" dt="2026-03-03T02:34:45.449" v="15"/>
        <pc:sldMasterMkLst>
          <pc:docMk/>
          <pc:sldMasterMk cId="4091618591" sldId="2147483660"/>
        </pc:sldMasterMkLst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583372267" sldId="2147483661"/>
          </pc:sldLayoutMkLst>
        </pc:sldLayoutChg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2514837126" sldId="2147483662"/>
          </pc:sldLayoutMkLst>
        </pc:sldLayoutChg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1195217195" sldId="2147483663"/>
          </pc:sldLayoutMkLst>
        </pc:sldLayoutChg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1111033124" sldId="2147483664"/>
          </pc:sldLayoutMkLst>
        </pc:sldLayoutChg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1150684844" sldId="2147483665"/>
          </pc:sldLayoutMkLst>
        </pc:sldLayoutChg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3234067899" sldId="2147483666"/>
          </pc:sldLayoutMkLst>
        </pc:sldLayoutChg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2812389127" sldId="2147483667"/>
          </pc:sldLayoutMkLst>
        </pc:sldLayoutChg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139312560" sldId="2147483668"/>
          </pc:sldLayoutMkLst>
        </pc:sldLayoutChg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462536072" sldId="2147483669"/>
          </pc:sldLayoutMkLst>
        </pc:sldLayoutChg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3896447101" sldId="2147483670"/>
          </pc:sldLayoutMkLst>
        </pc:sldLayoutChg>
        <pc:sldLayoutChg chg="add">
          <pc:chgData name="REIMONDO NAHUEL ALEJO" userId="S::nreimondo@uade.edu.ar::6321e4ea-f963-4ffe-8417-f757321f65f7" providerId="AD" clId="Web-{801B1C29-B093-CE71-B312-D92A5A8703D1}" dt="2026-03-03T02:34:45.449" v="15"/>
          <pc:sldLayoutMkLst>
            <pc:docMk/>
            <pc:sldMasterMk cId="4091618591" sldId="2147483660"/>
            <pc:sldLayoutMk cId="4019616996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372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37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217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3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4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67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91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36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71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616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03/03/2026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1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b.upc.edu/retro-informatica/historia/internet.html" TargetMode="External"/><Relationship Id="rId7" Type="http://schemas.openxmlformats.org/officeDocument/2006/relationships/hyperlink" Target="https://witestlab-poly-edu.translate.goog/blog/tcp-ip-protocol-stack/?_x_tr_sl=en&amp;_x_tr_tl=es&amp;_x_tr_hl=es&amp;_x_tr_pto=tc" TargetMode="External"/><Relationship Id="rId2" Type="http://schemas.openxmlformats.org/officeDocument/2006/relationships/hyperlink" Target="https://www.enacom.gob.ar/internet_p525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kamai.com/es/glossary/what-are-network-layers" TargetMode="External"/><Relationship Id="rId5" Type="http://schemas.openxmlformats.org/officeDocument/2006/relationships/hyperlink" Target="https://aws.amazon.com/es/what-is/osi-model/" TargetMode="External"/><Relationship Id="rId4" Type="http://schemas.openxmlformats.org/officeDocument/2006/relationships/hyperlink" Target="https://developer.mozilla.org/en-US/docs/Web/HTTP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daddy.com/resources/es/digitalizacion/protocolo-tcp-que-es" TargetMode="External"/><Relationship Id="rId2" Type="http://schemas.openxmlformats.org/officeDocument/2006/relationships/hyperlink" Target="https://www.ibm.com/docs/es/aix/7.2.0?topic=protocol-tcpip-protocol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xpressvpn.com/es/blog/que-es-el-dns/?cq_acc=1364635021&amp;cq_adg=149130917645&amp;keyword=&amp;search_term=%7bsearchterm%7d&amp;geo=9186406&amp;device=&amp;cq_src=google_ads&amp;utm_campaign=%7bcampaignname%7d&amp;cq_cmp=20320755119&amp;cq_term=&amp;cq_plac=&amp;cq_net=g&amp;cq_plt=gp&amp;gad_source=1&amp;gad_campaignid=20320755119&amp;gclid=CjwKCAiAqprNBhB6EiwAMe3yhvlY2QiZ2pbORpw2y4JUchyohzTftHepO4VWklgKeJU24q-4GxDh3BoC7NMQAvD_BwE" TargetMode="External"/><Relationship Id="rId5" Type="http://schemas.openxmlformats.org/officeDocument/2006/relationships/hyperlink" Target="https://www.ibm.com/docs/es/aix/7.2.0?topic=protocols-internet-protocol" TargetMode="External"/><Relationship Id="rId4" Type="http://schemas.openxmlformats.org/officeDocument/2006/relationships/hyperlink" Target="https://developer.mozilla.org/en-US/docs/Glossary/TCP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ressvpn.com/es/blog/que-es-el-dns/?cq_acc=1364635021&amp;cq_adg=149130917645&amp;keyword=&amp;search_term=%7bsearchterm%7d&amp;geo=9186406&amp;device=&amp;cq_src=google_ads&amp;utm_campaign=%7bcampaignname%7d&amp;cq_cmp=20320755119&amp;cq_term=&amp;cq_plac=&amp;cq_net=g&amp;cq_plt=gp&amp;gad_source=1&amp;gad_campaignid=20320755119&amp;gclid=CjwKCAiAqprNBhB6EiwAMe3yhvlY2QiZ2pbORpw2y4JUchyohzTftHepO4VWklgKeJU24q-4GxDh3BoC7NMQAvD_BwE&#8203;" TargetMode="External"/><Relationship Id="rId2" Type="http://schemas.openxmlformats.org/officeDocument/2006/relationships/hyperlink" Target="https://cloud.google.com/dns?utm_source=google&amp;utm_medium=cpc&amp;utm_campaign=latam-AR-all-es-dr-SKWS-all-all-trial-b-dr-1710136-LUAC0020069&amp;utm_content=text-ad-none-any-DEV_c-CRE_788582072571-ADGP_Hybrid+%7C+SKWS+-+BRO+%7C+txt+-+Infrastructure-Networking-Cloud+DNS-AR-KWID_15596231-kwd-15596231&amp;utm_term=KW_dns-ST_DNS&amp;https://cloud.google.com//dns&amp;gclsrc=aw.ds&amp;gad_source=1&amp;gad_campaignid=23370570845&amp;gclid=CjwKCAiAqprNBhB6EiwAMe3yhhA9G6e-UwiSvmke5P4VPif_7hCs9BQjGL_Jy27inWB8Zqzc_p0OnxoCWTYQAvD_BwE&#8203;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44045-6B2A-E256-85A5-5DF14D852F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0" r="909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s-ES" sz="6000">
                <a:solidFill>
                  <a:srgbClr val="FFFFFF"/>
                </a:solidFill>
              </a:rPr>
              <a:t>Juegos en Red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r>
              <a:rPr lang="es-ES" sz="2000">
                <a:solidFill>
                  <a:srgbClr val="FFFFFF"/>
                </a:solidFill>
              </a:rPr>
              <a:t>Protocolos de comunicación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247CA-3BA6-8CE0-2A03-CC99C31C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Contenido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E8B45-DA18-519A-D53B-F5CDCDAAD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Un poco de historia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Protocolos</a:t>
            </a:r>
            <a:endParaRPr lang="es-AR" b="1" dirty="0">
              <a:latin typeface="Grandview Display"/>
            </a:endParaRPr>
          </a:p>
          <a:p>
            <a:pPr lvl="1"/>
            <a:r>
              <a:rPr lang="es-AR" b="1">
                <a:latin typeface="Grandview Display"/>
              </a:rPr>
              <a:t>TCP</a:t>
            </a:r>
          </a:p>
          <a:p>
            <a:pPr lvl="1"/>
            <a:r>
              <a:rPr lang="es-AR" b="1">
                <a:latin typeface="Grandview Display"/>
              </a:rPr>
              <a:t>UDP</a:t>
            </a:r>
          </a:p>
          <a:p>
            <a:pPr lvl="1"/>
            <a:r>
              <a:rPr lang="es-AR" b="1">
                <a:latin typeface="Grandview Display"/>
              </a:rPr>
              <a:t>Ventajas y desventajas, ejemplos</a:t>
            </a:r>
          </a:p>
          <a:p>
            <a:pPr lvl="1"/>
            <a:r>
              <a:rPr lang="es-AR" b="1">
                <a:latin typeface="Grandview Display"/>
              </a:rPr>
              <a:t>Paralelismo</a:t>
            </a:r>
            <a:r>
              <a:rPr lang="es-AR" b="1" dirty="0">
                <a:latin typeface="Grandview Display"/>
              </a:rPr>
              <a:t> con el mundo real</a:t>
            </a:r>
          </a:p>
          <a:p>
            <a:r>
              <a:rPr lang="es-AR" b="1">
                <a:latin typeface="Grandview Display"/>
              </a:rPr>
              <a:t>Otros protocolos</a:t>
            </a:r>
          </a:p>
          <a:p>
            <a:r>
              <a:rPr lang="es-AR" b="1">
                <a:latin typeface="Grandview Display"/>
              </a:rPr>
              <a:t>Conceptos relevantes e interesantes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09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DE13AE-6E52-8B2C-EADC-6EEBAC14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9C64-5B23-690D-B60C-CACE4B3E6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Un poco de </a:t>
            </a:r>
            <a:r>
              <a:rPr lang="es-AR"/>
              <a:t>historia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12EE6-B938-02A5-9DD4-1C70DF736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>
                <a:latin typeface="Grandview Display"/>
              </a:rPr>
              <a:t>Comunicación digital:</a:t>
            </a:r>
            <a:endParaRPr lang="es-AR" b="1" dirty="0">
              <a:latin typeface="Grandview Display"/>
            </a:endParaRPr>
          </a:p>
          <a:p>
            <a:pPr lvl="1"/>
            <a:r>
              <a:rPr lang="es-AR" b="1">
                <a:latin typeface="Grandview Display"/>
              </a:rPr>
              <a:t>Teléfono (1870)</a:t>
            </a:r>
            <a:endParaRPr lang="es-AR" b="1" dirty="0">
              <a:latin typeface="Grandview Display"/>
            </a:endParaRPr>
          </a:p>
          <a:p>
            <a:pPr lvl="1"/>
            <a:r>
              <a:rPr lang="es-AR" b="1">
                <a:latin typeface="Grandview Display"/>
              </a:rPr>
              <a:t>Telégrafo</a:t>
            </a:r>
            <a:r>
              <a:rPr lang="es-AR" b="1" dirty="0">
                <a:latin typeface="Grandview Display"/>
              </a:rPr>
              <a:t> (1940)</a:t>
            </a:r>
            <a:endParaRPr lang="es-AR"/>
          </a:p>
          <a:p>
            <a:pPr lvl="1"/>
            <a:r>
              <a:rPr lang="es-AR" b="1">
                <a:latin typeface="Grandview Display"/>
              </a:rPr>
              <a:t>ARPANET(finales de '50 inicios de '60)</a:t>
            </a:r>
          </a:p>
          <a:p>
            <a:pPr lvl="1"/>
            <a:r>
              <a:rPr lang="es-AR"/>
              <a:t>WWW (con http) a inicios de los '90</a:t>
            </a:r>
          </a:p>
          <a:p>
            <a:r>
              <a:rPr lang="es-AR">
                <a:latin typeface="Aptos"/>
              </a:rPr>
              <a:t>ARPANET fue la primera red, conexión entre computadoras</a:t>
            </a:r>
            <a:endParaRPr lang="es-AR" dirty="0">
              <a:latin typeface="Aptos"/>
            </a:endParaRPr>
          </a:p>
          <a:p>
            <a:r>
              <a:rPr lang="es-AR" dirty="0">
                <a:latin typeface="Aptos"/>
              </a:rPr>
              <a:t>WWW, </a:t>
            </a:r>
            <a:r>
              <a:rPr lang="es-AR" dirty="0" err="1">
                <a:latin typeface="Aptos"/>
              </a:rPr>
              <a:t>World</a:t>
            </a:r>
            <a:r>
              <a:rPr lang="es-AR" dirty="0">
                <a:latin typeface="Aptos"/>
              </a:rPr>
              <a:t> Wide Web, una red a nivel global</a:t>
            </a:r>
          </a:p>
          <a:p>
            <a:r>
              <a:rPr lang="es-AR">
                <a:latin typeface="Aptos"/>
              </a:rPr>
              <a:t>Al globalizarse, fue necesario estandarizar cómo usar esa red, cómo comunicarse</a:t>
            </a:r>
            <a:endParaRPr lang="es-AR" dirty="0">
              <a:latin typeface="Aptos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47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E3F6E-33CE-493F-3B9D-CE16E4F7E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AD8F-5CF8-3B48-66AC-75E51621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/>
              <a:t>Un poco de </a:t>
            </a:r>
            <a:r>
              <a:rPr lang="es-AR"/>
              <a:t>Teoría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78F8B-EB6B-A8E0-41C6-0EFF39946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b="1" dirty="0">
                <a:latin typeface="Grandview Display"/>
              </a:rPr>
              <a:t>Para lograr esta conexión entre dos computadores se necesita una determinada infraestructura, un </a:t>
            </a:r>
            <a:r>
              <a:rPr lang="es-AR" b="1">
                <a:latin typeface="Grandview Display"/>
              </a:rPr>
              <a:t>sistema</a:t>
            </a:r>
            <a:r>
              <a:rPr lang="es-AR" b="1" dirty="0">
                <a:latin typeface="Grandview Display"/>
              </a:rPr>
              <a:t> compartido, "ponerse de acuerdo" y organizar responsabilidades.</a:t>
            </a:r>
          </a:p>
          <a:p>
            <a:r>
              <a:rPr lang="es-AR" b="1">
                <a:latin typeface="Grandview Display"/>
              </a:rPr>
              <a:t>Para facilitar y compartimentar esto se derivó, con el tiempo, a un MODELO DE CAPAS</a:t>
            </a:r>
            <a:endParaRPr lang="es-AR" b="1" dirty="0">
              <a:latin typeface="Grandview Display"/>
            </a:endParaRPr>
          </a:p>
          <a:p>
            <a:r>
              <a:rPr lang="es-AR" b="1" dirty="0">
                <a:latin typeface="Grandview Display"/>
              </a:rPr>
              <a:t>Cada capa se </a:t>
            </a:r>
            <a:r>
              <a:rPr lang="es-AR" b="1">
                <a:latin typeface="Grandview Display"/>
              </a:rPr>
              <a:t>ocupa de una parte específica del proceso, y todas se apoyan en la anterior.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Si una falta, no pueden existir las que van encima de ella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32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EB382-1F63-CEAA-67F9-5D5ECFCD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9F38-E56F-0393-0039-34814CFB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Protocolos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D4858-F4A7-509C-4170-09B6539A3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AR" b="1" dirty="0">
                <a:latin typeface="Grandview Display"/>
              </a:rPr>
              <a:t>Parte de esta estandarización o convención, </a:t>
            </a:r>
            <a:r>
              <a:rPr lang="es-AR" b="1">
                <a:latin typeface="Grandview Display"/>
              </a:rPr>
              <a:t>existen varios protocolos populares.</a:t>
            </a:r>
            <a:endParaRPr lang="es-AR" b="1" dirty="0">
              <a:latin typeface="Grandview Display"/>
            </a:endParaRPr>
          </a:p>
          <a:p>
            <a:pPr marL="0" indent="0">
              <a:buNone/>
            </a:pPr>
            <a:r>
              <a:rPr lang="es-AR" b="1" dirty="0">
                <a:latin typeface="Grandview Display"/>
              </a:rPr>
              <a:t>Un protocolo no es más que un conjunto de reglas, pasos, requisitos necesarios para la comunicación entre dos entes, en este caso dos o más </a:t>
            </a:r>
            <a:r>
              <a:rPr lang="es-AR" b="1">
                <a:latin typeface="Grandview Display"/>
              </a:rPr>
              <a:t>computadoras.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HTTP – HTTPS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IP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UDP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TCP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TCP/IP</a:t>
            </a:r>
            <a:endParaRPr lang="es-AR" b="1" dirty="0">
              <a:latin typeface="Grandview Display"/>
            </a:endParaRPr>
          </a:p>
          <a:p>
            <a:r>
              <a:rPr lang="es-AR" b="1">
                <a:latin typeface="Grandview Display"/>
              </a:rPr>
              <a:t>OSI</a:t>
            </a:r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68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A9C07-09D5-0498-F4FF-590D55B4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F0D2C-E8BF-E4F5-5996-F7535D839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84598-2C3E-C479-F1BB-CA50DCA5A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 dirty="0" err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User</a:t>
            </a:r>
            <a:r>
              <a:rPr lang="es-AR" b="1" dirty="0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 </a:t>
            </a:r>
            <a:r>
              <a:rPr lang="es-AR" b="1" dirty="0" err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datagrams</a:t>
            </a:r>
            <a:r>
              <a:rPr lang="es-AR" b="1" dirty="0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 </a:t>
            </a:r>
            <a:r>
              <a:rPr lang="es-AR" b="1" dirty="0" err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Protocol</a:t>
            </a:r>
          </a:p>
          <a:p>
            <a:pPr marL="457200" indent="-457200"/>
            <a:r>
              <a:rPr lang="es-AR" b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En comparación uno de los más sencillos.</a:t>
            </a:r>
            <a:endParaRPr lang="en-US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pPr marL="457200" indent="-457200"/>
            <a:r>
              <a:rPr lang="es-AR" b="1" dirty="0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Se </a:t>
            </a:r>
            <a:r>
              <a:rPr lang="es-AR" b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envía</a:t>
            </a:r>
            <a:r>
              <a:rPr lang="es-AR" b="1" dirty="0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 paquetes </a:t>
            </a:r>
            <a:r>
              <a:rPr lang="es-AR" b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directamente a un ordenador de destino</a:t>
            </a:r>
            <a:endParaRPr lang="en-US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pPr marL="457200" indent="-457200"/>
            <a:r>
              <a:rPr lang="es-AR" b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No requiere establecer una conexión</a:t>
            </a:r>
            <a:endParaRPr lang="en-US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pPr marL="457200" indent="-457200"/>
            <a:r>
              <a:rPr lang="es-AR" b="1" dirty="0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No se indicar el orden de </a:t>
            </a:r>
            <a:r>
              <a:rPr lang="es-AR" b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los paquetes</a:t>
            </a:r>
            <a:endParaRPr lang="en-US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pPr marL="457200" indent="-457200"/>
            <a:r>
              <a:rPr lang="es-AR" b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No se comprueba si han llegado como estaba </a:t>
            </a:r>
            <a:r>
              <a:rPr lang="es-AR" b="1" dirty="0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previsto. </a:t>
            </a:r>
            <a:endParaRPr lang="en-US">
              <a:solidFill>
                <a:srgbClr val="000000"/>
              </a:solidFill>
              <a:latin typeface="Aptos" panose="020B0004020202020204"/>
              <a:ea typeface="+mn-lt"/>
              <a:cs typeface="+mn-lt"/>
            </a:endParaRPr>
          </a:p>
          <a:p>
            <a:pPr marL="457200" indent="-457200"/>
            <a:r>
              <a:rPr lang="es-AR" b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Los paquetes UDP se </a:t>
            </a:r>
            <a:r>
              <a:rPr lang="es-AR" b="1" dirty="0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llaman </a:t>
            </a:r>
            <a:r>
              <a:rPr lang="es-AR" b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"datagramas"</a:t>
            </a:r>
            <a:endParaRPr lang="en-US"/>
          </a:p>
          <a:p>
            <a:pPr marL="457200" indent="-457200"/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1313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D2041C-B038-B188-939A-E88069793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40DA-D8F3-FD51-9B3D-1129C23D6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Paquetes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D1B66-894E-1823-714E-B70E6FA9E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>
                <a:latin typeface="Grandview Display"/>
              </a:rPr>
              <a:t>Mencionamos el concepto de Paquete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Un paque</a:t>
            </a:r>
            <a:r>
              <a:rPr lang="es-AR" b="1">
                <a:latin typeface="Grandview Display"/>
              </a:rPr>
              <a:t>te es una unidad de transmisión de datos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Unos y ceros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El tamaño puede variar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Suelen contener no solo el dato, sino </a:t>
            </a:r>
            <a:r>
              <a:rPr lang="es-AR" b="1" dirty="0" err="1">
                <a:latin typeface="Grandview Display"/>
              </a:rPr>
              <a:t>metadata</a:t>
            </a:r>
            <a:r>
              <a:rPr lang="es-AR" b="1" dirty="0">
                <a:latin typeface="Grandview Display"/>
              </a:rPr>
              <a:t> (datos que acompañan al dato principal)</a:t>
            </a:r>
          </a:p>
          <a:p>
            <a:pPr marL="457200" indent="-457200"/>
            <a:r>
              <a:rPr lang="es-AR" b="1" dirty="0">
                <a:latin typeface="Grandview Display"/>
              </a:rPr>
              <a:t>Suelen tener una estructura definida según el protocolo o </a:t>
            </a:r>
            <a:r>
              <a:rPr lang="es-AR" b="1" dirty="0" err="1">
                <a:latin typeface="Grandview Display"/>
              </a:rPr>
              <a:t>framework</a:t>
            </a:r>
            <a:r>
              <a:rPr lang="es-AR" b="1" dirty="0">
                <a:latin typeface="Grandview Display"/>
              </a:rPr>
              <a:t> (marco de trabajo)</a:t>
            </a:r>
          </a:p>
          <a:p>
            <a:pPr marL="457200" indent="-457200"/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05879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CF474-070C-B5C8-E29E-256C7CBBF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CAAA-14B8-3E61-24E4-7D6CE4B6B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6D4CF-F57B-2A54-A4AB-E3717D434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 dirty="0" err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Transmission</a:t>
            </a:r>
            <a:r>
              <a:rPr lang="es-AR" b="1" dirty="0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 Control </a:t>
            </a:r>
            <a:r>
              <a:rPr lang="es-AR" b="1" dirty="0" err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Protocol</a:t>
            </a:r>
            <a:endParaRPr lang="es-AR" b="1" dirty="0" err="1">
              <a:solidFill>
                <a:srgbClr val="000000"/>
              </a:solidFill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"</a:t>
            </a:r>
            <a:r>
              <a:rPr lang="es-AR" b="1" dirty="0" err="1">
                <a:latin typeface="Grandview Display"/>
              </a:rPr>
              <a:t>Handshake</a:t>
            </a:r>
            <a:r>
              <a:rPr lang="es-AR" b="1" dirty="0">
                <a:latin typeface="Grandview Display"/>
              </a:rPr>
              <a:t>", tres mensajes que establecen y aseguran la conexión. Sin esto no se envían mensajes</a:t>
            </a:r>
          </a:p>
          <a:p>
            <a:pPr marL="457200" indent="-457200"/>
            <a:r>
              <a:rPr lang="es-AR" b="1">
                <a:latin typeface="Grandview Display"/>
              </a:rPr>
              <a:t>Garantiza que los paquetes sean recibidos en el mismo orden en el que se enviaron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Mensajes o paquetes lleguen completos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Se detectan y corrigen errores "durante la transmisión"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Estos controles hacen que sea más "pesado" de implementar, a nivel </a:t>
            </a:r>
            <a:r>
              <a:rPr lang="es-AR" b="1">
                <a:latin typeface="Grandview Display"/>
              </a:rPr>
              <a:t>recursos</a:t>
            </a:r>
            <a:endParaRPr lang="es-AR" b="1" dirty="0">
              <a:latin typeface="Grandview Display"/>
            </a:endParaRPr>
          </a:p>
          <a:p>
            <a:pPr marL="457200" indent="-457200"/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324092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51679F-F842-F04B-DED2-D1D510AB2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2741-EDA0-CD15-7712-3AE8CCB73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UDP</a:t>
            </a:r>
            <a:br>
              <a:rPr lang="es-AR" dirty="0"/>
            </a:br>
            <a:r>
              <a:rPr lang="es-AR"/>
              <a:t>vs</a:t>
            </a:r>
            <a:br>
              <a:rPr lang="es-AR" dirty="0"/>
            </a:br>
            <a:r>
              <a:rPr lang="es-AR"/>
              <a:t>TCP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40D76-4C80-BCFF-49DE-A7BD975CD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>
                <a:latin typeface="Grandview Display"/>
              </a:rPr>
              <a:t>Log in / </a:t>
            </a:r>
            <a:r>
              <a:rPr lang="es-AR" b="1" err="1">
                <a:latin typeface="Grandview Display"/>
              </a:rPr>
              <a:t>homebanking</a:t>
            </a:r>
            <a:endParaRPr lang="es-AR" b="1" dirty="0" err="1">
              <a:latin typeface="Grandview Display"/>
            </a:endParaRPr>
          </a:p>
          <a:p>
            <a:pPr marL="457200" indent="-457200"/>
            <a:r>
              <a:rPr lang="es-AR" b="1" err="1">
                <a:latin typeface="Grandview Display"/>
              </a:rPr>
              <a:t>Discord</a:t>
            </a:r>
            <a:r>
              <a:rPr lang="es-AR" b="1">
                <a:latin typeface="Grandview Display"/>
              </a:rPr>
              <a:t> – canal de voz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 err="1">
                <a:latin typeface="Grandview Display"/>
              </a:rPr>
              <a:t>Discord</a:t>
            </a:r>
            <a:r>
              <a:rPr lang="es-AR" b="1" dirty="0">
                <a:latin typeface="Grandview Display"/>
              </a:rPr>
              <a:t> – llamada</a:t>
            </a:r>
          </a:p>
          <a:p>
            <a:pPr marL="457200" indent="-457200"/>
            <a:r>
              <a:rPr lang="es-AR" b="1">
                <a:latin typeface="Grandview Display"/>
              </a:rPr>
              <a:t>La posición de un NPC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Comercio entre jugadores (dentro del juego)</a:t>
            </a:r>
            <a:endParaRPr lang="es-AR" b="1" dirty="0">
              <a:latin typeface="Grandview Display"/>
            </a:endParaRPr>
          </a:p>
          <a:p>
            <a:pPr marL="457200" indent="-457200"/>
            <a:endParaRPr lang="es-AR" b="1" dirty="0">
              <a:latin typeface="Grandview Display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endParaRPr lang="es-AR" b="1" dirty="0">
              <a:latin typeface="Grandview Display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endParaRPr lang="es-AR" b="1" dirty="0">
              <a:latin typeface="Grandview Display"/>
            </a:endParaRPr>
          </a:p>
          <a:p>
            <a:pPr marL="457200" indent="-457200"/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02356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A7188-ADA6-A0D3-EEEA-3C71F33EB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F448-833E-41EE-9C00-D0FBC88D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EA12B-76F0-FD48-D762-E08998F85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 dirty="0">
                <a:latin typeface="Grandview Display"/>
              </a:rPr>
              <a:t>Internet </a:t>
            </a:r>
            <a:r>
              <a:rPr lang="es-AR" b="1" dirty="0" err="1">
                <a:latin typeface="Grandview Display"/>
              </a:rPr>
              <a:t>Protocol</a:t>
            </a:r>
          </a:p>
          <a:p>
            <a:pPr marL="457200" indent="-457200"/>
            <a:r>
              <a:rPr lang="es-AR" b="1" dirty="0">
                <a:latin typeface="Grandview Display"/>
              </a:rPr>
              <a:t>Por este protocolo todos los dispositivos que se conecten a internet </a:t>
            </a:r>
            <a:r>
              <a:rPr lang="es-AR" b="1" err="1">
                <a:latin typeface="Grandview Display"/>
              </a:rPr>
              <a:t>tendran</a:t>
            </a:r>
            <a:r>
              <a:rPr lang="es-AR" b="1" dirty="0">
                <a:latin typeface="Grandview Display"/>
              </a:rPr>
              <a:t> una </a:t>
            </a:r>
            <a:r>
              <a:rPr lang="es-AR" b="1">
                <a:latin typeface="Grandview Display"/>
              </a:rPr>
              <a:t>"dirección" IP</a:t>
            </a:r>
            <a:endParaRPr lang="es-AR" b="1">
              <a:solidFill>
                <a:srgbClr val="000000"/>
              </a:solidFill>
              <a:latin typeface="Grandview Display"/>
              <a:ea typeface="+mn-lt"/>
              <a:cs typeface="+mn-lt"/>
            </a:endParaRPr>
          </a:p>
          <a:p>
            <a:pPr marL="457200" indent="-457200"/>
            <a:r>
              <a:rPr lang="es-AR" b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142.251.128.78  en IPv4</a:t>
            </a:r>
            <a:endParaRPr lang="es-AR" b="1">
              <a:solidFill>
                <a:srgbClr val="000000"/>
              </a:solidFill>
              <a:latin typeface="Grandview Display"/>
            </a:endParaRPr>
          </a:p>
          <a:p>
            <a:pPr marL="457200" indent="-457200"/>
            <a:r>
              <a:rPr lang="es-AR" b="1">
                <a:solidFill>
                  <a:srgbClr val="000000"/>
                </a:solidFill>
                <a:latin typeface="Grandview Display"/>
                <a:ea typeface="+mn-lt"/>
                <a:cs typeface="+mn-lt"/>
              </a:rPr>
              <a:t>2001:4860:4860  en IPv6</a:t>
            </a:r>
            <a:endParaRPr lang="es-AR" b="1" dirty="0">
              <a:solidFill>
                <a:srgbClr val="000000"/>
              </a:solidFill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O utilizando </a:t>
            </a:r>
            <a:r>
              <a:rPr lang="es-AR" b="1" err="1">
                <a:latin typeface="Grandview Display"/>
              </a:rPr>
              <a:t>DNSs</a:t>
            </a:r>
            <a:r>
              <a:rPr lang="es-AR" b="1">
                <a:latin typeface="Grandview Display"/>
              </a:rPr>
              <a:t> (sobrenombres para no tener que usar esos números)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Podemos conocer nuestra IP, desde la consola con un "</a:t>
            </a:r>
            <a:r>
              <a:rPr lang="es-AR" b="1" dirty="0" err="1">
                <a:latin typeface="Grandview Display"/>
              </a:rPr>
              <a:t>ip</a:t>
            </a:r>
            <a:r>
              <a:rPr lang="es-AR" b="1" dirty="0">
                <a:latin typeface="Grandview Display"/>
              </a:rPr>
              <a:t> </a:t>
            </a:r>
            <a:r>
              <a:rPr lang="es-AR" b="1" dirty="0" err="1">
                <a:latin typeface="Grandview Display"/>
              </a:rPr>
              <a:t>config</a:t>
            </a:r>
            <a:r>
              <a:rPr lang="es-AR" b="1" dirty="0">
                <a:latin typeface="Grandview Display"/>
              </a:rPr>
              <a:t>"</a:t>
            </a:r>
          </a:p>
          <a:p>
            <a:pPr marL="457200" indent="-457200"/>
            <a:r>
              <a:rPr lang="es-AR" b="1" dirty="0">
                <a:latin typeface="Grandview Display"/>
              </a:rPr>
              <a:t>Y podemos "</a:t>
            </a:r>
            <a:r>
              <a:rPr lang="es-AR" b="1" dirty="0" err="1">
                <a:latin typeface="Grandview Display"/>
              </a:rPr>
              <a:t>pingear</a:t>
            </a:r>
            <a:r>
              <a:rPr lang="es-AR" b="1" dirty="0">
                <a:latin typeface="Grandview Display"/>
              </a:rPr>
              <a:t>" a otras </a:t>
            </a:r>
            <a:r>
              <a:rPr lang="es-AR" b="1" dirty="0" err="1">
                <a:latin typeface="Grandview Display"/>
              </a:rPr>
              <a:t>direcciónes</a:t>
            </a:r>
          </a:p>
          <a:p>
            <a:pPr marL="457200" indent="-457200"/>
            <a:endParaRPr lang="es-AR" b="1" dirty="0">
              <a:latin typeface="Grandview Display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endParaRPr lang="es-AR" b="1" dirty="0">
              <a:latin typeface="Grandview Display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endParaRPr lang="es-AR" b="1" dirty="0">
              <a:latin typeface="Grandview Display"/>
            </a:endParaRPr>
          </a:p>
          <a:p>
            <a:pPr marL="457200" indent="-457200"/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92725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ED1B85-48E5-146E-51E8-C7A9F2445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8906-F474-3DD3-F191-C46435E65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 dirty="0" err="1"/>
              <a:t>IP:Puerto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B525B-2187-62A7-4930-1B5D955AF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s-AR" b="1" dirty="0">
                <a:latin typeface="Grandview Display"/>
              </a:rPr>
              <a:t>Cada dispositivo tiene diferentes "puertas" a las </a:t>
            </a:r>
            <a:r>
              <a:rPr lang="es-AR" b="1">
                <a:latin typeface="Grandview Display"/>
              </a:rPr>
              <a:t>cuales puedo conectarme o establecer una conexión.</a:t>
            </a:r>
            <a:endParaRPr lang="en-US"/>
          </a:p>
          <a:p>
            <a:pPr marL="457200" indent="-457200"/>
            <a:r>
              <a:rPr lang="es-AR" b="1">
                <a:latin typeface="Grandview Display"/>
              </a:rPr>
              <a:t>Se las denomina Puertos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Ocupamos puertos para enviar y recibir mensajes</a:t>
            </a:r>
            <a:endParaRPr lang="es-AR" b="1" dirty="0">
              <a:latin typeface="Grandview Display"/>
            </a:endParaRPr>
          </a:p>
          <a:p>
            <a:pPr marL="457200" indent="-457200"/>
            <a:r>
              <a:rPr lang="es-AR" b="1" dirty="0">
                <a:latin typeface="Grandview Display"/>
              </a:rPr>
              <a:t>Y la forma de acceder es </a:t>
            </a:r>
            <a:r>
              <a:rPr lang="es-AR" b="1" dirty="0" err="1">
                <a:latin typeface="Grandview Display"/>
              </a:rPr>
              <a:t>IP:Puerto</a:t>
            </a:r>
            <a:endParaRPr lang="es-AR" b="1">
              <a:latin typeface="Grandview Display"/>
            </a:endParaRPr>
          </a:p>
          <a:p>
            <a:pPr marL="457200" indent="-457200"/>
            <a:r>
              <a:rPr lang="es-AR" b="1">
                <a:latin typeface="Grandview Display"/>
              </a:rPr>
              <a:t>Si tenemos alguna instancia de web corriendo de manera local podemos</a:t>
            </a:r>
            <a:endParaRPr lang="es-AR" b="1" dirty="0">
              <a:latin typeface="Grandview Display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s-AR" b="1">
                <a:latin typeface="Grandview Display"/>
              </a:rPr>
              <a:t>Localhost:5050</a:t>
            </a:r>
            <a:endParaRPr lang="es-AR" b="1" dirty="0">
              <a:latin typeface="Grandview Display"/>
            </a:endParaRPr>
          </a:p>
          <a:p>
            <a:pPr marL="914400" lvl="1" indent="-457200">
              <a:buFont typeface="Courier New" panose="020B0604020202020204" pitchFamily="34" charset="0"/>
              <a:buChar char="o"/>
            </a:pPr>
            <a:endParaRPr lang="es-AR" b="1" dirty="0">
              <a:latin typeface="Grandview Display"/>
            </a:endParaRPr>
          </a:p>
          <a:p>
            <a:pPr marL="457200" indent="-457200"/>
            <a:endParaRPr lang="es-AR" b="1" dirty="0">
              <a:latin typeface="Grandview Display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endParaRPr lang="es-AR" b="1" dirty="0">
              <a:latin typeface="Grandview Display"/>
            </a:endParaRPr>
          </a:p>
          <a:p>
            <a:pPr marL="914400" lvl="1">
              <a:buFont typeface="Courier New" panose="020B0604020202020204" pitchFamily="34" charset="0"/>
              <a:buChar char="o"/>
            </a:pPr>
            <a:endParaRPr lang="es-AR" b="1" dirty="0">
              <a:latin typeface="Grandview Display"/>
            </a:endParaRPr>
          </a:p>
          <a:p>
            <a:pPr marL="457200" indent="-457200"/>
            <a:endParaRPr lang="es-AR" b="1" dirty="0">
              <a:latin typeface="Grandview Display"/>
            </a:endParaRPr>
          </a:p>
          <a:p>
            <a:endParaRPr lang="en-US" dirty="0">
              <a:latin typeface="Aptos" panose="020B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233135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417FB-2988-24DF-0F17-7E5CD296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94A4-FE6E-31C9-F82F-B30CD168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Fuentes: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76105-2EAB-3A57-0A33-985F6564A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sz="2400" dirty="0">
                <a:ea typeface="+mn-lt"/>
                <a:cs typeface="+mn-lt"/>
                <a:hlinkClick r:id="rId2"/>
              </a:rPr>
              <a:t>https://www.enacom.gob.ar/internet_p5250</a:t>
            </a:r>
            <a:endParaRPr lang="es-AR" sz="2400" b="1">
              <a:latin typeface="Grandview Display"/>
            </a:endParaRPr>
          </a:p>
          <a:p>
            <a:r>
              <a:rPr lang="es-AR" sz="2400" dirty="0">
                <a:ea typeface="+mn-lt"/>
                <a:cs typeface="+mn-lt"/>
                <a:hlinkClick r:id="rId3"/>
              </a:rPr>
              <a:t>https://www.fib.upc.edu/retro-informatica/historia/internet.html</a:t>
            </a:r>
            <a:endParaRPr lang="es-AR" sz="2400">
              <a:ea typeface="+mn-lt"/>
              <a:cs typeface="+mn-lt"/>
            </a:endParaRPr>
          </a:p>
          <a:p>
            <a:r>
              <a:rPr lang="es-AR" sz="2400" dirty="0">
                <a:ea typeface="+mn-lt"/>
                <a:cs typeface="+mn-lt"/>
                <a:hlinkClick r:id="rId4"/>
              </a:rPr>
              <a:t>https://developer.mozilla.org/en-US/docs/Web/HTTP</a:t>
            </a:r>
            <a:endParaRPr lang="es-AR" sz="2400">
              <a:ea typeface="+mn-lt"/>
              <a:cs typeface="+mn-lt"/>
            </a:endParaRPr>
          </a:p>
          <a:p>
            <a:r>
              <a:rPr lang="es-AR" sz="2400" dirty="0">
                <a:ea typeface="+mn-lt"/>
                <a:cs typeface="+mn-lt"/>
                <a:hlinkClick r:id="rId5"/>
              </a:rPr>
              <a:t>https://aws.amazon.com/es/what-is/osi-model/</a:t>
            </a:r>
            <a:endParaRPr lang="es-AR" sz="2400">
              <a:ea typeface="+mn-lt"/>
              <a:cs typeface="+mn-lt"/>
            </a:endParaRPr>
          </a:p>
          <a:p>
            <a:r>
              <a:rPr lang="es-AR" sz="2400" dirty="0">
                <a:ea typeface="+mn-lt"/>
                <a:cs typeface="+mn-lt"/>
                <a:hlinkClick r:id="rId6"/>
              </a:rPr>
              <a:t>https://www.akamai.com/es/glossary/what-are-network-layers</a:t>
            </a:r>
            <a:endParaRPr lang="es-AR" sz="2400">
              <a:ea typeface="+mn-lt"/>
              <a:cs typeface="+mn-lt"/>
            </a:endParaRPr>
          </a:p>
          <a:p>
            <a:r>
              <a:rPr lang="es-AR" sz="2400" dirty="0">
                <a:ea typeface="+mn-lt"/>
                <a:cs typeface="+mn-lt"/>
                <a:hlinkClick r:id="rId7"/>
              </a:rPr>
              <a:t>https://witestlab-poly-edu.translate.goog/blog/tcp-ip-protocol-stack/?_x_tr_sl=en&amp;_x_tr_tl=es&amp;_x_tr_hl=es&amp;_x_tr_pto=tc</a:t>
            </a:r>
            <a:endParaRPr lang="es-AR" sz="2400">
              <a:ea typeface="+mn-lt"/>
              <a:cs typeface="+mn-lt"/>
            </a:endParaRPr>
          </a:p>
          <a:p>
            <a:endParaRPr lang="es-AR" dirty="0">
              <a:ea typeface="+mn-lt"/>
              <a:cs typeface="+mn-lt"/>
            </a:endParaRPr>
          </a:p>
          <a:p>
            <a:pPr lvl="1"/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905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DA009-7435-1616-3AF2-944BFF8F2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1E3D8-D215-AC34-CE3A-D24F4FA3F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Fuentes: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E9EAE-B260-412F-1DB6-64F46B78B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sz="2400" dirty="0">
                <a:ea typeface="+mn-lt"/>
                <a:cs typeface="+mn-lt"/>
                <a:hlinkClick r:id="rId2"/>
              </a:rPr>
              <a:t>https://www.ibm.com/docs/es/aix/7.2.0?topic=protocol-tcpip-protocols</a:t>
            </a:r>
            <a:endParaRPr lang="en-US"/>
          </a:p>
          <a:p>
            <a:r>
              <a:rPr lang="es-AR" sz="2400" dirty="0">
                <a:ea typeface="+mn-lt"/>
                <a:cs typeface="+mn-lt"/>
                <a:hlinkClick r:id="rId3"/>
              </a:rPr>
              <a:t>https://www.godaddy.com/resources/es/digitalizacion/protocolo-tcp-que-es</a:t>
            </a:r>
          </a:p>
          <a:p>
            <a:r>
              <a:rPr lang="es-AR" sz="2400" dirty="0">
                <a:ea typeface="+mn-lt"/>
                <a:cs typeface="+mn-lt"/>
                <a:hlinkClick r:id="rId4"/>
              </a:rPr>
              <a:t>https://developer.mozilla.org/en-US/docs/Glossary/TCP</a:t>
            </a:r>
          </a:p>
          <a:p>
            <a:r>
              <a:rPr lang="es-AR" sz="2400" dirty="0">
                <a:ea typeface="+mn-lt"/>
                <a:cs typeface="+mn-lt"/>
                <a:hlinkClick r:id="rId5"/>
              </a:rPr>
              <a:t>https://www.ibm.com/docs/es/aix/7.2.0?topic=protocols-internet-protocol</a:t>
            </a:r>
            <a:endParaRPr lang="es-AR" sz="2400" dirty="0">
              <a:latin typeface="Aptos" panose="020B0004020202020204"/>
            </a:endParaRPr>
          </a:p>
          <a:p>
            <a:endParaRPr lang="es-AR" sz="2400" dirty="0">
              <a:ea typeface="+mn-lt"/>
              <a:cs typeface="+mn-lt"/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3756836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12BA6-B1EB-693D-A1FD-6DB6197E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C255-8ACA-9C94-9E1A-5776C77D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AR"/>
              <a:t>Fuentes: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1CE87-8FB9-F316-39CA-5EED78215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691" y="1051559"/>
            <a:ext cx="7447318" cy="52486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AR" sz="2400" dirty="0">
                <a:ea typeface="+mn-lt"/>
                <a:cs typeface="+mn-lt"/>
                <a:hlinkClick r:id="rId2"/>
              </a:rPr>
              <a:t>Google DNS</a:t>
            </a:r>
            <a:endParaRPr lang="es-AR" sz="2400" dirty="0">
              <a:ea typeface="+mn-lt"/>
              <a:cs typeface="+mn-lt"/>
            </a:endParaRPr>
          </a:p>
          <a:p>
            <a:r>
              <a:rPr lang="es-AR" sz="2400" dirty="0">
                <a:ea typeface="+mn-lt"/>
                <a:cs typeface="+mn-lt"/>
                <a:hlinkClick r:id="rId3"/>
              </a:rPr>
              <a:t>ExpressVPN DNS</a:t>
            </a:r>
            <a:endParaRPr lang="es-AR" sz="2400" dirty="0">
              <a:ea typeface="+mn-lt"/>
              <a:cs typeface="+mn-lt"/>
            </a:endParaRPr>
          </a:p>
          <a:p>
            <a:endParaRPr lang="es-AR" sz="2400" dirty="0">
              <a:ea typeface="+mn-lt"/>
              <a:cs typeface="+mn-lt"/>
            </a:endParaRPr>
          </a:p>
          <a:p>
            <a:endParaRPr lang="es-AR" dirty="0">
              <a:latin typeface="Aptos" panose="020B0004020202020204"/>
            </a:endParaRPr>
          </a:p>
          <a:p>
            <a:pPr lvl="1"/>
            <a:endParaRPr lang="es-AR" b="1" dirty="0">
              <a:latin typeface="Grandview Display"/>
            </a:endParaRPr>
          </a:p>
          <a:p>
            <a:endParaRPr lang="es-AR" b="1" dirty="0">
              <a:latin typeface="Grandview Displa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4966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Tema de Office</vt:lpstr>
      <vt:lpstr>DashVTI</vt:lpstr>
      <vt:lpstr>Juegos en Red</vt:lpstr>
      <vt:lpstr>Contenido:</vt:lpstr>
      <vt:lpstr>Un poco de historia</vt:lpstr>
      <vt:lpstr>Un poco de Teoría</vt:lpstr>
      <vt:lpstr>Protocolos</vt:lpstr>
      <vt:lpstr>UDP</vt:lpstr>
      <vt:lpstr>Paquetes</vt:lpstr>
      <vt:lpstr>TCP</vt:lpstr>
      <vt:lpstr>UDP vs TCP</vt:lpstr>
      <vt:lpstr>IP</vt:lpstr>
      <vt:lpstr>IP:Puerto</vt:lpstr>
      <vt:lpstr>Fuentes:</vt:lpstr>
      <vt:lpstr>Fuentes:</vt:lpstr>
      <vt:lpstr>Fuentes: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339</cp:revision>
  <dcterms:created xsi:type="dcterms:W3CDTF">2026-03-03T02:32:04Z</dcterms:created>
  <dcterms:modified xsi:type="dcterms:W3CDTF">2026-03-04T02:20:20Z</dcterms:modified>
</cp:coreProperties>
</file>