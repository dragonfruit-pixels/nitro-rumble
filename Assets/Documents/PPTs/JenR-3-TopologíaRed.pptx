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0FC2E0-FBC5-25AF-1C62-9F3094550531}" v="1612" dt="2026-03-11T03:38:32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IMONDO NAHUEL ALEJO" userId="S::nreimondo@uade.edu.ar::6321e4ea-f963-4ffe-8417-f757321f65f7" providerId="AD" clId="Web-{885002B1-6D5F-57FA-7060-A3184F74FECF}"/>
    <pc:docChg chg="modSld">
      <pc:chgData name="REIMONDO NAHUEL ALEJO" userId="S::nreimondo@uade.edu.ar::6321e4ea-f963-4ffe-8417-f757321f65f7" providerId="AD" clId="Web-{885002B1-6D5F-57FA-7060-A3184F74FECF}" dt="2026-03-06T02:43:03.650" v="35" actId="20577"/>
      <pc:docMkLst>
        <pc:docMk/>
      </pc:docMkLst>
      <pc:sldChg chg="modSp">
        <pc:chgData name="REIMONDO NAHUEL ALEJO" userId="S::nreimondo@uade.edu.ar::6321e4ea-f963-4ffe-8417-f757321f65f7" providerId="AD" clId="Web-{885002B1-6D5F-57FA-7060-A3184F74FECF}" dt="2026-03-06T02:43:03.650" v="35" actId="20577"/>
        <pc:sldMkLst>
          <pc:docMk/>
          <pc:sldMk cId="3572092852" sldId="258"/>
        </pc:sldMkLst>
        <pc:spChg chg="mod">
          <ac:chgData name="REIMONDO NAHUEL ALEJO" userId="S::nreimondo@uade.edu.ar::6321e4ea-f963-4ffe-8417-f757321f65f7" providerId="AD" clId="Web-{885002B1-6D5F-57FA-7060-A3184F74FECF}" dt="2026-03-06T02:43:03.650" v="35" actId="20577"/>
          <ac:spMkLst>
            <pc:docMk/>
            <pc:sldMk cId="3572092852" sldId="258"/>
            <ac:spMk id="3" creationId="{3C4E8B45-DA18-519A-D53B-F5CDCDAADE18}"/>
          </ac:spMkLst>
        </pc:spChg>
      </pc:sldChg>
    </pc:docChg>
  </pc:docChgLst>
  <pc:docChgLst>
    <pc:chgData name="REIMONDO NAHUEL ALEJO" userId="S::nreimondo@uade.edu.ar::6321e4ea-f963-4ffe-8417-f757321f65f7" providerId="AD" clId="Web-{2A0FC2E0-FBC5-25AF-1C62-9F3094550531}"/>
    <pc:docChg chg="addSld delSld modSld">
      <pc:chgData name="REIMONDO NAHUEL ALEJO" userId="S::nreimondo@uade.edu.ar::6321e4ea-f963-4ffe-8417-f757321f65f7" providerId="AD" clId="Web-{2A0FC2E0-FBC5-25AF-1C62-9F3094550531}" dt="2026-03-11T03:38:32.367" v="1608" actId="20577"/>
      <pc:docMkLst>
        <pc:docMk/>
      </pc:docMkLst>
      <pc:sldChg chg="modSp">
        <pc:chgData name="REIMONDO NAHUEL ALEJO" userId="S::nreimondo@uade.edu.ar::6321e4ea-f963-4ffe-8417-f757321f65f7" providerId="AD" clId="Web-{2A0FC2E0-FBC5-25AF-1C62-9F3094550531}" dt="2026-03-11T03:13:25.581" v="163" actId="20577"/>
        <pc:sldMkLst>
          <pc:docMk/>
          <pc:sldMk cId="3572092852" sldId="258"/>
        </pc:sldMkLst>
        <pc:spChg chg="mod">
          <ac:chgData name="REIMONDO NAHUEL ALEJO" userId="S::nreimondo@uade.edu.ar::6321e4ea-f963-4ffe-8417-f757321f65f7" providerId="AD" clId="Web-{2A0FC2E0-FBC5-25AF-1C62-9F3094550531}" dt="2026-03-11T03:13:25.581" v="163" actId="20577"/>
          <ac:spMkLst>
            <pc:docMk/>
            <pc:sldMk cId="3572092852" sldId="258"/>
            <ac:spMk id="3" creationId="{3C4E8B45-DA18-519A-D53B-F5CDCDAADE18}"/>
          </ac:spMkLst>
        </pc:spChg>
      </pc:sldChg>
      <pc:sldChg chg="modSp add replId">
        <pc:chgData name="REIMONDO NAHUEL ALEJO" userId="S::nreimondo@uade.edu.ar::6321e4ea-f963-4ffe-8417-f757321f65f7" providerId="AD" clId="Web-{2A0FC2E0-FBC5-25AF-1C62-9F3094550531}" dt="2026-03-11T03:13:11.471" v="158" actId="20577"/>
        <pc:sldMkLst>
          <pc:docMk/>
          <pc:sldMk cId="2337988044" sldId="259"/>
        </pc:sldMkLst>
        <pc:spChg chg="mod">
          <ac:chgData name="REIMONDO NAHUEL ALEJO" userId="S::nreimondo@uade.edu.ar::6321e4ea-f963-4ffe-8417-f757321f65f7" providerId="AD" clId="Web-{2A0FC2E0-FBC5-25AF-1C62-9F3094550531}" dt="2026-03-11T03:10:29.482" v="23" actId="20577"/>
          <ac:spMkLst>
            <pc:docMk/>
            <pc:sldMk cId="2337988044" sldId="259"/>
            <ac:spMk id="2" creationId="{3F91B419-9FFD-5C6D-C0A3-B75173A945A7}"/>
          </ac:spMkLst>
        </pc:spChg>
        <pc:spChg chg="mod">
          <ac:chgData name="REIMONDO NAHUEL ALEJO" userId="S::nreimondo@uade.edu.ar::6321e4ea-f963-4ffe-8417-f757321f65f7" providerId="AD" clId="Web-{2A0FC2E0-FBC5-25AF-1C62-9F3094550531}" dt="2026-03-11T03:13:11.471" v="158" actId="20577"/>
          <ac:spMkLst>
            <pc:docMk/>
            <pc:sldMk cId="2337988044" sldId="259"/>
            <ac:spMk id="3" creationId="{31807295-0C1A-19C2-AEAA-FC96C2D2FA50}"/>
          </ac:spMkLst>
        </pc:spChg>
      </pc:sldChg>
      <pc:sldChg chg="modSp add replId">
        <pc:chgData name="REIMONDO NAHUEL ALEJO" userId="S::nreimondo@uade.edu.ar::6321e4ea-f963-4ffe-8417-f757321f65f7" providerId="AD" clId="Web-{2A0FC2E0-FBC5-25AF-1C62-9F3094550531}" dt="2026-03-11T03:19:53.527" v="446" actId="20577"/>
        <pc:sldMkLst>
          <pc:docMk/>
          <pc:sldMk cId="954968535" sldId="260"/>
        </pc:sldMkLst>
        <pc:spChg chg="mod">
          <ac:chgData name="REIMONDO NAHUEL ALEJO" userId="S::nreimondo@uade.edu.ar::6321e4ea-f963-4ffe-8417-f757321f65f7" providerId="AD" clId="Web-{2A0FC2E0-FBC5-25AF-1C62-9F3094550531}" dt="2026-03-11T03:13:39.644" v="180" actId="20577"/>
          <ac:spMkLst>
            <pc:docMk/>
            <pc:sldMk cId="954968535" sldId="260"/>
            <ac:spMk id="2" creationId="{DE454F84-C703-F5E9-BFC6-CBE75638416D}"/>
          </ac:spMkLst>
        </pc:spChg>
        <pc:spChg chg="mod">
          <ac:chgData name="REIMONDO NAHUEL ALEJO" userId="S::nreimondo@uade.edu.ar::6321e4ea-f963-4ffe-8417-f757321f65f7" providerId="AD" clId="Web-{2A0FC2E0-FBC5-25AF-1C62-9F3094550531}" dt="2026-03-11T03:19:53.527" v="446" actId="20577"/>
          <ac:spMkLst>
            <pc:docMk/>
            <pc:sldMk cId="954968535" sldId="260"/>
            <ac:spMk id="3" creationId="{4E9C8378-91AA-0AF0-0F7E-A2CEB0E72A6D}"/>
          </ac:spMkLst>
        </pc:spChg>
      </pc:sldChg>
      <pc:sldChg chg="modSp add replId">
        <pc:chgData name="REIMONDO NAHUEL ALEJO" userId="S::nreimondo@uade.edu.ar::6321e4ea-f963-4ffe-8417-f757321f65f7" providerId="AD" clId="Web-{2A0FC2E0-FBC5-25AF-1C62-9F3094550531}" dt="2026-03-11T03:19:08.714" v="442" actId="20577"/>
        <pc:sldMkLst>
          <pc:docMk/>
          <pc:sldMk cId="3596943809" sldId="261"/>
        </pc:sldMkLst>
        <pc:spChg chg="mod">
          <ac:chgData name="REIMONDO NAHUEL ALEJO" userId="S::nreimondo@uade.edu.ar::6321e4ea-f963-4ffe-8417-f757321f65f7" providerId="AD" clId="Web-{2A0FC2E0-FBC5-25AF-1C62-9F3094550531}" dt="2026-03-11T03:16:36.305" v="299" actId="20577"/>
          <ac:spMkLst>
            <pc:docMk/>
            <pc:sldMk cId="3596943809" sldId="261"/>
            <ac:spMk id="2" creationId="{99132F8C-DF3F-D16D-241D-779F671D6046}"/>
          </ac:spMkLst>
        </pc:spChg>
        <pc:spChg chg="mod">
          <ac:chgData name="REIMONDO NAHUEL ALEJO" userId="S::nreimondo@uade.edu.ar::6321e4ea-f963-4ffe-8417-f757321f65f7" providerId="AD" clId="Web-{2A0FC2E0-FBC5-25AF-1C62-9F3094550531}" dt="2026-03-11T03:19:08.714" v="442" actId="20577"/>
          <ac:spMkLst>
            <pc:docMk/>
            <pc:sldMk cId="3596943809" sldId="261"/>
            <ac:spMk id="3" creationId="{D053DC6C-F31C-CABB-C48A-828749DC3BBB}"/>
          </ac:spMkLst>
        </pc:spChg>
      </pc:sldChg>
      <pc:sldChg chg="modSp add replId">
        <pc:chgData name="REIMONDO NAHUEL ALEJO" userId="S::nreimondo@uade.edu.ar::6321e4ea-f963-4ffe-8417-f757321f65f7" providerId="AD" clId="Web-{2A0FC2E0-FBC5-25AF-1C62-9F3094550531}" dt="2026-03-11T03:23:55.382" v="627" actId="20577"/>
        <pc:sldMkLst>
          <pc:docMk/>
          <pc:sldMk cId="3814187737" sldId="262"/>
        </pc:sldMkLst>
        <pc:spChg chg="mod">
          <ac:chgData name="REIMONDO NAHUEL ALEJO" userId="S::nreimondo@uade.edu.ar::6321e4ea-f963-4ffe-8417-f757321f65f7" providerId="AD" clId="Web-{2A0FC2E0-FBC5-25AF-1C62-9F3094550531}" dt="2026-03-11T03:20:13.449" v="466" actId="20577"/>
          <ac:spMkLst>
            <pc:docMk/>
            <pc:sldMk cId="3814187737" sldId="262"/>
            <ac:spMk id="2" creationId="{8AC117B2-2082-FCDF-8442-6FB231D47D1A}"/>
          </ac:spMkLst>
        </pc:spChg>
        <pc:spChg chg="mod">
          <ac:chgData name="REIMONDO NAHUEL ALEJO" userId="S::nreimondo@uade.edu.ar::6321e4ea-f963-4ffe-8417-f757321f65f7" providerId="AD" clId="Web-{2A0FC2E0-FBC5-25AF-1C62-9F3094550531}" dt="2026-03-11T03:23:55.382" v="627" actId="20577"/>
          <ac:spMkLst>
            <pc:docMk/>
            <pc:sldMk cId="3814187737" sldId="262"/>
            <ac:spMk id="3" creationId="{998F7A0C-5BFF-6203-21A4-08E741F81F88}"/>
          </ac:spMkLst>
        </pc:spChg>
      </pc:sldChg>
      <pc:sldChg chg="modSp add replId">
        <pc:chgData name="REIMONDO NAHUEL ALEJO" userId="S::nreimondo@uade.edu.ar::6321e4ea-f963-4ffe-8417-f757321f65f7" providerId="AD" clId="Web-{2A0FC2E0-FBC5-25AF-1C62-9F3094550531}" dt="2026-03-11T03:26:11.296" v="777" actId="20577"/>
        <pc:sldMkLst>
          <pc:docMk/>
          <pc:sldMk cId="2284450933" sldId="263"/>
        </pc:sldMkLst>
        <pc:spChg chg="mod">
          <ac:chgData name="REIMONDO NAHUEL ALEJO" userId="S::nreimondo@uade.edu.ar::6321e4ea-f963-4ffe-8417-f757321f65f7" providerId="AD" clId="Web-{2A0FC2E0-FBC5-25AF-1C62-9F3094550531}" dt="2026-03-11T03:24:33.603" v="636" actId="20577"/>
          <ac:spMkLst>
            <pc:docMk/>
            <pc:sldMk cId="2284450933" sldId="263"/>
            <ac:spMk id="2" creationId="{EB0BC3AB-CCAE-86E3-676B-DD18E4E45A98}"/>
          </ac:spMkLst>
        </pc:spChg>
        <pc:spChg chg="mod">
          <ac:chgData name="REIMONDO NAHUEL ALEJO" userId="S::nreimondo@uade.edu.ar::6321e4ea-f963-4ffe-8417-f757321f65f7" providerId="AD" clId="Web-{2A0FC2E0-FBC5-25AF-1C62-9F3094550531}" dt="2026-03-11T03:26:11.296" v="777" actId="20577"/>
          <ac:spMkLst>
            <pc:docMk/>
            <pc:sldMk cId="2284450933" sldId="263"/>
            <ac:spMk id="3" creationId="{E2B2AB77-7479-442E-4B15-0B4D5D57BF5B}"/>
          </ac:spMkLst>
        </pc:spChg>
      </pc:sldChg>
      <pc:sldChg chg="modSp add replId">
        <pc:chgData name="REIMONDO NAHUEL ALEJO" userId="S::nreimondo@uade.edu.ar::6321e4ea-f963-4ffe-8417-f757321f65f7" providerId="AD" clId="Web-{2A0FC2E0-FBC5-25AF-1C62-9F3094550531}" dt="2026-03-11T03:28:53.473" v="997" actId="20577"/>
        <pc:sldMkLst>
          <pc:docMk/>
          <pc:sldMk cId="4283441612" sldId="264"/>
        </pc:sldMkLst>
        <pc:spChg chg="mod">
          <ac:chgData name="REIMONDO NAHUEL ALEJO" userId="S::nreimondo@uade.edu.ar::6321e4ea-f963-4ffe-8417-f757321f65f7" providerId="AD" clId="Web-{2A0FC2E0-FBC5-25AF-1C62-9F3094550531}" dt="2026-03-11T03:26:40.922" v="787" actId="20577"/>
          <ac:spMkLst>
            <pc:docMk/>
            <pc:sldMk cId="4283441612" sldId="264"/>
            <ac:spMk id="2" creationId="{A1096E86-E5B3-DD5A-7301-ABEA3180DEC0}"/>
          </ac:spMkLst>
        </pc:spChg>
        <pc:spChg chg="mod">
          <ac:chgData name="REIMONDO NAHUEL ALEJO" userId="S::nreimondo@uade.edu.ar::6321e4ea-f963-4ffe-8417-f757321f65f7" providerId="AD" clId="Web-{2A0FC2E0-FBC5-25AF-1C62-9F3094550531}" dt="2026-03-11T03:28:53.473" v="997" actId="20577"/>
          <ac:spMkLst>
            <pc:docMk/>
            <pc:sldMk cId="4283441612" sldId="264"/>
            <ac:spMk id="3" creationId="{7BF6B4BA-7E0E-1D10-155B-CE653FF37A24}"/>
          </ac:spMkLst>
        </pc:spChg>
      </pc:sldChg>
      <pc:sldChg chg="modSp add replId">
        <pc:chgData name="REIMONDO NAHUEL ALEJO" userId="S::nreimondo@uade.edu.ar::6321e4ea-f963-4ffe-8417-f757321f65f7" providerId="AD" clId="Web-{2A0FC2E0-FBC5-25AF-1C62-9F3094550531}" dt="2026-03-11T03:31:37.196" v="1248" actId="20577"/>
        <pc:sldMkLst>
          <pc:docMk/>
          <pc:sldMk cId="1714797429" sldId="265"/>
        </pc:sldMkLst>
        <pc:spChg chg="mod">
          <ac:chgData name="REIMONDO NAHUEL ALEJO" userId="S::nreimondo@uade.edu.ar::6321e4ea-f963-4ffe-8417-f757321f65f7" providerId="AD" clId="Web-{2A0FC2E0-FBC5-25AF-1C62-9F3094550531}" dt="2026-03-11T03:31:37.196" v="1248" actId="20577"/>
          <ac:spMkLst>
            <pc:docMk/>
            <pc:sldMk cId="1714797429" sldId="265"/>
            <ac:spMk id="3" creationId="{6912B395-9427-24A2-1189-53ACF873768D}"/>
          </ac:spMkLst>
        </pc:spChg>
      </pc:sldChg>
      <pc:sldChg chg="modSp add replId">
        <pc:chgData name="REIMONDO NAHUEL ALEJO" userId="S::nreimondo@uade.edu.ar::6321e4ea-f963-4ffe-8417-f757321f65f7" providerId="AD" clId="Web-{2A0FC2E0-FBC5-25AF-1C62-9F3094550531}" dt="2026-03-11T03:34:26.763" v="1344" actId="20577"/>
        <pc:sldMkLst>
          <pc:docMk/>
          <pc:sldMk cId="264322372" sldId="266"/>
        </pc:sldMkLst>
        <pc:spChg chg="mod">
          <ac:chgData name="REIMONDO NAHUEL ALEJO" userId="S::nreimondo@uade.edu.ar::6321e4ea-f963-4ffe-8417-f757321f65f7" providerId="AD" clId="Web-{2A0FC2E0-FBC5-25AF-1C62-9F3094550531}" dt="2026-03-11T03:31:58.852" v="1257" actId="20577"/>
          <ac:spMkLst>
            <pc:docMk/>
            <pc:sldMk cId="264322372" sldId="266"/>
            <ac:spMk id="2" creationId="{E1F76793-BE48-03F8-6955-3B7A14F9FA05}"/>
          </ac:spMkLst>
        </pc:spChg>
        <pc:spChg chg="mod">
          <ac:chgData name="REIMONDO NAHUEL ALEJO" userId="S::nreimondo@uade.edu.ar::6321e4ea-f963-4ffe-8417-f757321f65f7" providerId="AD" clId="Web-{2A0FC2E0-FBC5-25AF-1C62-9F3094550531}" dt="2026-03-11T03:34:26.763" v="1344" actId="20577"/>
          <ac:spMkLst>
            <pc:docMk/>
            <pc:sldMk cId="264322372" sldId="266"/>
            <ac:spMk id="3" creationId="{075C582A-880B-2D26-3EFB-202D38DF1069}"/>
          </ac:spMkLst>
        </pc:spChg>
      </pc:sldChg>
      <pc:sldChg chg="add">
        <pc:chgData name="REIMONDO NAHUEL ALEJO" userId="S::nreimondo@uade.edu.ar::6321e4ea-f963-4ffe-8417-f757321f65f7" providerId="AD" clId="Web-{2A0FC2E0-FBC5-25AF-1C62-9F3094550531}" dt="2026-03-11T03:35:56.280" v="1395"/>
        <pc:sldMkLst>
          <pc:docMk/>
          <pc:sldMk cId="3037326767" sldId="267"/>
        </pc:sldMkLst>
      </pc:sldChg>
      <pc:sldChg chg="modSp add del replId">
        <pc:chgData name="REIMONDO NAHUEL ALEJO" userId="S::nreimondo@uade.edu.ar::6321e4ea-f963-4ffe-8417-f757321f65f7" providerId="AD" clId="Web-{2A0FC2E0-FBC5-25AF-1C62-9F3094550531}" dt="2026-03-11T03:35:35.249" v="1394"/>
        <pc:sldMkLst>
          <pc:docMk/>
          <pc:sldMk cId="3159087530" sldId="267"/>
        </pc:sldMkLst>
        <pc:spChg chg="mod">
          <ac:chgData name="REIMONDO NAHUEL ALEJO" userId="S::nreimondo@uade.edu.ar::6321e4ea-f963-4ffe-8417-f757321f65f7" providerId="AD" clId="Web-{2A0FC2E0-FBC5-25AF-1C62-9F3094550531}" dt="2026-03-11T03:34:40.513" v="1351" actId="20577"/>
          <ac:spMkLst>
            <pc:docMk/>
            <pc:sldMk cId="3159087530" sldId="267"/>
            <ac:spMk id="2" creationId="{BEA9E402-8313-629A-4D5A-950D6197D9EF}"/>
          </ac:spMkLst>
        </pc:spChg>
        <pc:spChg chg="mod">
          <ac:chgData name="REIMONDO NAHUEL ALEJO" userId="S::nreimondo@uade.edu.ar::6321e4ea-f963-4ffe-8417-f757321f65f7" providerId="AD" clId="Web-{2A0FC2E0-FBC5-25AF-1C62-9F3094550531}" dt="2026-03-11T03:35:32.811" v="1393" actId="20577"/>
          <ac:spMkLst>
            <pc:docMk/>
            <pc:sldMk cId="3159087530" sldId="267"/>
            <ac:spMk id="3" creationId="{C0573166-56D1-F9C5-1509-E588298272B5}"/>
          </ac:spMkLst>
        </pc:spChg>
      </pc:sldChg>
      <pc:sldChg chg="modSp add replId">
        <pc:chgData name="REIMONDO NAHUEL ALEJO" userId="S::nreimondo@uade.edu.ar::6321e4ea-f963-4ffe-8417-f757321f65f7" providerId="AD" clId="Web-{2A0FC2E0-FBC5-25AF-1C62-9F3094550531}" dt="2026-03-11T03:38:32.367" v="1608" actId="20577"/>
        <pc:sldMkLst>
          <pc:docMk/>
          <pc:sldMk cId="1579500184" sldId="268"/>
        </pc:sldMkLst>
        <pc:spChg chg="mod">
          <ac:chgData name="REIMONDO NAHUEL ALEJO" userId="S::nreimondo@uade.edu.ar::6321e4ea-f963-4ffe-8417-f757321f65f7" providerId="AD" clId="Web-{2A0FC2E0-FBC5-25AF-1C62-9F3094550531}" dt="2026-03-11T03:38:32.367" v="1608" actId="20577"/>
          <ac:spMkLst>
            <pc:docMk/>
            <pc:sldMk cId="1579500184" sldId="268"/>
            <ac:spMk id="3" creationId="{D8516587-9B71-F542-AE2A-73761BDB1D0F}"/>
          </ac:spMkLst>
        </pc:spChg>
      </pc:sldChg>
    </pc:docChg>
  </pc:docChgLst>
  <pc:docChgLst>
    <pc:chgData name="REIMONDO NAHUEL ALEJO" userId="S::nreimondo@uade.edu.ar::6321e4ea-f963-4ffe-8417-f757321f65f7" providerId="AD" clId="Web-{AE2C4F1C-649A-09CF-8097-1F97CA15FD26}"/>
    <pc:docChg chg="addSld delSld modSld addMainMaster">
      <pc:chgData name="REIMONDO NAHUEL ALEJO" userId="S::nreimondo@uade.edu.ar::6321e4ea-f963-4ffe-8417-f757321f65f7" providerId="AD" clId="Web-{AE2C4F1C-649A-09CF-8097-1F97CA15FD26}" dt="2026-03-04T02:21:48.649" v="6" actId="20577"/>
      <pc:docMkLst>
        <pc:docMk/>
      </pc:docMkLst>
      <pc:sldChg chg="modSp add">
        <pc:chgData name="REIMONDO NAHUEL ALEJO" userId="S::nreimondo@uade.edu.ar::6321e4ea-f963-4ffe-8417-f757321f65f7" providerId="AD" clId="Web-{AE2C4F1C-649A-09CF-8097-1F97CA15FD26}" dt="2026-03-04T02:21:48.649" v="6" actId="20577"/>
        <pc:sldMkLst>
          <pc:docMk/>
          <pc:sldMk cId="4165692432" sldId="257"/>
        </pc:sldMkLst>
        <pc:spChg chg="mod">
          <ac:chgData name="REIMONDO NAHUEL ALEJO" userId="S::nreimondo@uade.edu.ar::6321e4ea-f963-4ffe-8417-f757321f65f7" providerId="AD" clId="Web-{AE2C4F1C-649A-09CF-8097-1F97CA15FD26}" dt="2026-03-04T02:21:48.649" v="6" actId="20577"/>
          <ac:spMkLst>
            <pc:docMk/>
            <pc:sldMk cId="4165692432" sldId="257"/>
            <ac:spMk id="3" creationId="{00000000-0000-0000-0000-000000000000}"/>
          </ac:spMkLst>
        </pc:spChg>
      </pc:sldChg>
      <pc:sldChg chg="add">
        <pc:chgData name="REIMONDO NAHUEL ALEJO" userId="S::nreimondo@uade.edu.ar::6321e4ea-f963-4ffe-8417-f757321f65f7" providerId="AD" clId="Web-{AE2C4F1C-649A-09CF-8097-1F97CA15FD26}" dt="2026-03-04T02:21:36.337" v="1"/>
        <pc:sldMkLst>
          <pc:docMk/>
          <pc:sldMk cId="3572092852" sldId="258"/>
        </pc:sldMkLst>
      </pc:sldChg>
      <pc:sldMasterChg chg="add addSldLayout">
        <pc:chgData name="REIMONDO NAHUEL ALEJO" userId="S::nreimondo@uade.edu.ar::6321e4ea-f963-4ffe-8417-f757321f65f7" providerId="AD" clId="Web-{AE2C4F1C-649A-09CF-8097-1F97CA15FD26}" dt="2026-03-04T02:21:36.306" v="0"/>
        <pc:sldMasterMkLst>
          <pc:docMk/>
          <pc:sldMasterMk cId="4091618591" sldId="2147483660"/>
        </pc:sldMasterMkLst>
        <pc:sldLayoutChg chg="add">
          <pc:chgData name="REIMONDO NAHUEL ALEJO" userId="S::nreimondo@uade.edu.ar::6321e4ea-f963-4ffe-8417-f757321f65f7" providerId="AD" clId="Web-{AE2C4F1C-649A-09CF-8097-1F97CA15FD26}" dt="2026-03-04T02:21:36.306" v="0"/>
          <pc:sldLayoutMkLst>
            <pc:docMk/>
            <pc:sldMasterMk cId="4091618591" sldId="2147483660"/>
            <pc:sldLayoutMk cId="583372267" sldId="2147483661"/>
          </pc:sldLayoutMkLst>
        </pc:sldLayoutChg>
        <pc:sldLayoutChg chg="add">
          <pc:chgData name="REIMONDO NAHUEL ALEJO" userId="S::nreimondo@uade.edu.ar::6321e4ea-f963-4ffe-8417-f757321f65f7" providerId="AD" clId="Web-{AE2C4F1C-649A-09CF-8097-1F97CA15FD26}" dt="2026-03-04T02:21:36.306" v="0"/>
          <pc:sldLayoutMkLst>
            <pc:docMk/>
            <pc:sldMasterMk cId="4091618591" sldId="2147483660"/>
            <pc:sldLayoutMk cId="2514837126" sldId="2147483662"/>
          </pc:sldLayoutMkLst>
        </pc:sldLayoutChg>
        <pc:sldLayoutChg chg="add">
          <pc:chgData name="REIMONDO NAHUEL ALEJO" userId="S::nreimondo@uade.edu.ar::6321e4ea-f963-4ffe-8417-f757321f65f7" providerId="AD" clId="Web-{AE2C4F1C-649A-09CF-8097-1F97CA15FD26}" dt="2026-03-04T02:21:36.306" v="0"/>
          <pc:sldLayoutMkLst>
            <pc:docMk/>
            <pc:sldMasterMk cId="4091618591" sldId="2147483660"/>
            <pc:sldLayoutMk cId="1195217195" sldId="2147483663"/>
          </pc:sldLayoutMkLst>
        </pc:sldLayoutChg>
        <pc:sldLayoutChg chg="add">
          <pc:chgData name="REIMONDO NAHUEL ALEJO" userId="S::nreimondo@uade.edu.ar::6321e4ea-f963-4ffe-8417-f757321f65f7" providerId="AD" clId="Web-{AE2C4F1C-649A-09CF-8097-1F97CA15FD26}" dt="2026-03-04T02:21:36.306" v="0"/>
          <pc:sldLayoutMkLst>
            <pc:docMk/>
            <pc:sldMasterMk cId="4091618591" sldId="2147483660"/>
            <pc:sldLayoutMk cId="1111033124" sldId="2147483664"/>
          </pc:sldLayoutMkLst>
        </pc:sldLayoutChg>
        <pc:sldLayoutChg chg="add">
          <pc:chgData name="REIMONDO NAHUEL ALEJO" userId="S::nreimondo@uade.edu.ar::6321e4ea-f963-4ffe-8417-f757321f65f7" providerId="AD" clId="Web-{AE2C4F1C-649A-09CF-8097-1F97CA15FD26}" dt="2026-03-04T02:21:36.306" v="0"/>
          <pc:sldLayoutMkLst>
            <pc:docMk/>
            <pc:sldMasterMk cId="4091618591" sldId="2147483660"/>
            <pc:sldLayoutMk cId="1150684844" sldId="2147483665"/>
          </pc:sldLayoutMkLst>
        </pc:sldLayoutChg>
        <pc:sldLayoutChg chg="add">
          <pc:chgData name="REIMONDO NAHUEL ALEJO" userId="S::nreimondo@uade.edu.ar::6321e4ea-f963-4ffe-8417-f757321f65f7" providerId="AD" clId="Web-{AE2C4F1C-649A-09CF-8097-1F97CA15FD26}" dt="2026-03-04T02:21:36.306" v="0"/>
          <pc:sldLayoutMkLst>
            <pc:docMk/>
            <pc:sldMasterMk cId="4091618591" sldId="2147483660"/>
            <pc:sldLayoutMk cId="3234067899" sldId="2147483666"/>
          </pc:sldLayoutMkLst>
        </pc:sldLayoutChg>
        <pc:sldLayoutChg chg="add">
          <pc:chgData name="REIMONDO NAHUEL ALEJO" userId="S::nreimondo@uade.edu.ar::6321e4ea-f963-4ffe-8417-f757321f65f7" providerId="AD" clId="Web-{AE2C4F1C-649A-09CF-8097-1F97CA15FD26}" dt="2026-03-04T02:21:36.306" v="0"/>
          <pc:sldLayoutMkLst>
            <pc:docMk/>
            <pc:sldMasterMk cId="4091618591" sldId="2147483660"/>
            <pc:sldLayoutMk cId="2812389127" sldId="2147483667"/>
          </pc:sldLayoutMkLst>
        </pc:sldLayoutChg>
        <pc:sldLayoutChg chg="add">
          <pc:chgData name="REIMONDO NAHUEL ALEJO" userId="S::nreimondo@uade.edu.ar::6321e4ea-f963-4ffe-8417-f757321f65f7" providerId="AD" clId="Web-{AE2C4F1C-649A-09CF-8097-1F97CA15FD26}" dt="2026-03-04T02:21:36.306" v="0"/>
          <pc:sldLayoutMkLst>
            <pc:docMk/>
            <pc:sldMasterMk cId="4091618591" sldId="2147483660"/>
            <pc:sldLayoutMk cId="139312560" sldId="2147483668"/>
          </pc:sldLayoutMkLst>
        </pc:sldLayoutChg>
        <pc:sldLayoutChg chg="add">
          <pc:chgData name="REIMONDO NAHUEL ALEJO" userId="S::nreimondo@uade.edu.ar::6321e4ea-f963-4ffe-8417-f757321f65f7" providerId="AD" clId="Web-{AE2C4F1C-649A-09CF-8097-1F97CA15FD26}" dt="2026-03-04T02:21:36.306" v="0"/>
          <pc:sldLayoutMkLst>
            <pc:docMk/>
            <pc:sldMasterMk cId="4091618591" sldId="2147483660"/>
            <pc:sldLayoutMk cId="462536072" sldId="2147483669"/>
          </pc:sldLayoutMkLst>
        </pc:sldLayoutChg>
        <pc:sldLayoutChg chg="add">
          <pc:chgData name="REIMONDO NAHUEL ALEJO" userId="S::nreimondo@uade.edu.ar::6321e4ea-f963-4ffe-8417-f757321f65f7" providerId="AD" clId="Web-{AE2C4F1C-649A-09CF-8097-1F97CA15FD26}" dt="2026-03-04T02:21:36.306" v="0"/>
          <pc:sldLayoutMkLst>
            <pc:docMk/>
            <pc:sldMasterMk cId="4091618591" sldId="2147483660"/>
            <pc:sldLayoutMk cId="3896447101" sldId="2147483670"/>
          </pc:sldLayoutMkLst>
        </pc:sldLayoutChg>
        <pc:sldLayoutChg chg="add">
          <pc:chgData name="REIMONDO NAHUEL ALEJO" userId="S::nreimondo@uade.edu.ar::6321e4ea-f963-4ffe-8417-f757321f65f7" providerId="AD" clId="Web-{AE2C4F1C-649A-09CF-8097-1F97CA15FD26}" dt="2026-03-04T02:21:36.306" v="0"/>
          <pc:sldLayoutMkLst>
            <pc:docMk/>
            <pc:sldMasterMk cId="4091618591" sldId="2147483660"/>
            <pc:sldLayoutMk cId="4019616996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3722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8371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217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033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848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678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891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25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360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471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9616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618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744045-6B2A-E256-85A5-5DF14D852F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080" r="9091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57195" y="701964"/>
            <a:ext cx="5370950" cy="3640303"/>
          </a:xfrm>
        </p:spPr>
        <p:txBody>
          <a:bodyPr anchor="t">
            <a:normAutofit/>
          </a:bodyPr>
          <a:lstStyle/>
          <a:p>
            <a:r>
              <a:rPr lang="es-ES" sz="6000">
                <a:solidFill>
                  <a:srgbClr val="FFFFFF"/>
                </a:solidFill>
              </a:rPr>
              <a:t>Juegos en Red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8090" y="5253050"/>
            <a:ext cx="3888419" cy="969264"/>
          </a:xfrm>
        </p:spPr>
        <p:txBody>
          <a:bodyPr anchor="t">
            <a:normAutofit/>
          </a:bodyPr>
          <a:lstStyle/>
          <a:p>
            <a:r>
              <a:rPr lang="es-ES" sz="2000">
                <a:solidFill>
                  <a:srgbClr val="FFFFFF"/>
                </a:solidFill>
              </a:rPr>
              <a:t>Topología de Red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56924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247CA-3BA6-8CE0-2A03-CC99C31CD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Contenido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E8B45-DA18-519A-D53B-F5CDCDAAD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>
                <a:latin typeface="Grandview Display"/>
              </a:rPr>
              <a:t>De qué hablamos cuando hablamos de Arquitectura de Red</a:t>
            </a:r>
          </a:p>
          <a:p>
            <a:r>
              <a:rPr lang="es-AR" b="1">
                <a:latin typeface="Grandview Display"/>
              </a:rPr>
              <a:t>Cliente-Servidor</a:t>
            </a:r>
          </a:p>
          <a:p>
            <a:r>
              <a:rPr lang="es-AR" b="1">
                <a:latin typeface="Grandview Display"/>
              </a:rPr>
              <a:t>P2P</a:t>
            </a:r>
            <a:endParaRPr lang="es-AR" b="1" dirty="0">
              <a:latin typeface="Grandview Display"/>
            </a:endParaRPr>
          </a:p>
          <a:p>
            <a:r>
              <a:rPr lang="es-AR" b="1">
                <a:latin typeface="Grandview Display"/>
              </a:rPr>
              <a:t>Híbrido</a:t>
            </a:r>
          </a:p>
          <a:p>
            <a:r>
              <a:rPr lang="es-AR" b="1" dirty="0">
                <a:latin typeface="Grandview Display"/>
              </a:rPr>
              <a:t>Para </a:t>
            </a:r>
            <a:r>
              <a:rPr lang="es-AR" b="1">
                <a:latin typeface="Grandview Display"/>
              </a:rPr>
              <a:t>diferentes tipos de juegos</a:t>
            </a:r>
          </a:p>
          <a:p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 y otras herramientas</a:t>
            </a: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572092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52D454-7FAA-3E20-7929-1DC7B8424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1B419-9FFD-5C6D-C0A3-B75173A94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Arquitectura de </a:t>
            </a:r>
            <a:r>
              <a:rPr lang="es-AR" dirty="0"/>
              <a:t>Red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07295-0C1A-19C2-AEAA-FC96C2D2F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>
                <a:latin typeface="Grandview Display"/>
              </a:rPr>
              <a:t>Es el diseño de la red</a:t>
            </a:r>
            <a:endParaRPr lang="es-AR" b="1" dirty="0">
              <a:latin typeface="Grandview Display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s-AR" b="1">
                <a:latin typeface="Grandview Display"/>
              </a:rPr>
              <a:t>Define topología</a:t>
            </a:r>
            <a:endParaRPr lang="es-AR" b="1" dirty="0">
              <a:latin typeface="Grandview Display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s-AR" b="1">
                <a:latin typeface="Grandview Display"/>
              </a:rPr>
              <a:t>Roles</a:t>
            </a:r>
            <a:endParaRPr lang="es-AR" b="1" dirty="0">
              <a:latin typeface="Grandview Display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s-AR" b="1">
                <a:latin typeface="Grandview Display"/>
              </a:rPr>
              <a:t>Reglas</a:t>
            </a:r>
            <a:endParaRPr lang="es-AR" b="1" dirty="0">
              <a:latin typeface="Grandview Display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s-AR" b="1">
                <a:latin typeface="Grandview Display"/>
              </a:rPr>
              <a:t>Jerarquía</a:t>
            </a:r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Dependiendo de las responsabilidades de cada entidad que forma parte del la red, podemos distinguir 2 topologías principales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s-AR" b="1">
                <a:latin typeface="Grandview Display"/>
              </a:rPr>
              <a:t>Client-Servidor</a:t>
            </a:r>
            <a:endParaRPr lang="es-AR" b="1" dirty="0">
              <a:latin typeface="Grandview Display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s-AR" b="1">
                <a:latin typeface="Grandview Display"/>
              </a:rPr>
              <a:t>P2P</a:t>
            </a: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337988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E78336-5944-D952-C398-ECCD94817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54F84-C703-F5E9-BFC6-CBE756384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Cliente - Servidor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C8378-91AA-0AF0-0F7E-A2CEB0E72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>
                <a:latin typeface="Grandview Display"/>
                <a:ea typeface="+mn-lt"/>
                <a:cs typeface="+mn-lt"/>
              </a:rPr>
              <a:t>Servidor: almacena recursos, datos o aplicaciones. Se ocupa de </a:t>
            </a:r>
            <a:r>
              <a:rPr lang="es-AR" b="1">
                <a:latin typeface="Grandview Display"/>
                <a:ea typeface="+mn-lt"/>
                <a:cs typeface="+mn-lt"/>
              </a:rPr>
              <a:t>brindar servicio a los clientes.</a:t>
            </a:r>
            <a:endParaRPr lang="es-AR" b="1">
              <a:latin typeface="Grandview Display"/>
            </a:endParaRPr>
          </a:p>
          <a:p>
            <a:r>
              <a:rPr lang="es-AR" b="1">
                <a:latin typeface="Grandview Display"/>
                <a:ea typeface="+mn-lt"/>
                <a:cs typeface="+mn-lt"/>
              </a:rPr>
              <a:t>Cliente: SOLO consumen o solicitan servicios al servidor.</a:t>
            </a:r>
            <a:endParaRPr lang="es-AR"/>
          </a:p>
          <a:p>
            <a:endParaRPr lang="es-AR" b="1" dirty="0">
              <a:latin typeface="Grandview Display"/>
              <a:ea typeface="+mn-lt"/>
              <a:cs typeface="+mn-lt"/>
            </a:endParaRPr>
          </a:p>
          <a:p>
            <a:r>
              <a:rPr lang="es-AR" b="1">
                <a:latin typeface="Grandview Display"/>
                <a:ea typeface="+mn-lt"/>
                <a:cs typeface="+mn-lt"/>
              </a:rPr>
              <a:t>Ventajas: El control es centralizado, lo que facilita la seguridad y las copias de seguridad.</a:t>
            </a:r>
            <a:endParaRPr lang="es-AR"/>
          </a:p>
          <a:p>
            <a:r>
              <a:rPr lang="es-AR" b="1">
                <a:latin typeface="Grandview Display"/>
              </a:rPr>
              <a:t>Desventajas: Alcance del servidor, precios, dependencia de otros servicios</a:t>
            </a: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954968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2C3017-B3A4-87EC-749A-5E447E619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32F8C-DF3F-D16D-241D-779F671D6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/>
              <a:t>Peer </a:t>
            </a:r>
            <a:r>
              <a:rPr lang="es-AR" dirty="0" err="1"/>
              <a:t>to</a:t>
            </a:r>
            <a:r>
              <a:rPr lang="es-AR" dirty="0"/>
              <a:t> Peer</a:t>
            </a:r>
            <a:br>
              <a:rPr lang="es-AR" dirty="0"/>
            </a:br>
            <a:r>
              <a:rPr lang="es-AR" dirty="0"/>
              <a:t>(P2P)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3DC6C-F31C-CABB-C48A-828749DC3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>
                <a:latin typeface="Grandview Display"/>
              </a:rPr>
              <a:t>Sin jerarquías, cada nodo puede </a:t>
            </a:r>
            <a:r>
              <a:rPr lang="es-AR" b="1">
                <a:latin typeface="Grandview Display"/>
              </a:rPr>
              <a:t>comunicarse</a:t>
            </a:r>
            <a:r>
              <a:rPr lang="es-AR" b="1" dirty="0">
                <a:latin typeface="Grandview Display"/>
              </a:rPr>
              <a:t> con los demás</a:t>
            </a:r>
          </a:p>
          <a:p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Ventajas: Estabilidad de la red, si uno </a:t>
            </a:r>
            <a:r>
              <a:rPr lang="es-AR" b="1">
                <a:latin typeface="Grandview Display"/>
              </a:rPr>
              <a:t>cae la red se sostiene. Bajo costo.</a:t>
            </a:r>
            <a:endParaRPr lang="es-AR" b="1" dirty="0">
              <a:latin typeface="Grandview Display"/>
            </a:endParaRPr>
          </a:p>
          <a:p>
            <a:r>
              <a:rPr lang="es-AR" b="1">
                <a:latin typeface="Grandview Display"/>
              </a:rPr>
              <a:t>Desventajas: Más vulnerabilidad, tamaño de red pequeño</a:t>
            </a:r>
            <a:endParaRPr lang="es-AR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596943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8F5CB9-C696-2BB6-5413-F296A8A51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117B2-2082-FCDF-8442-6FB231D47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/>
              <a:t>Arquitectura </a:t>
            </a:r>
            <a:r>
              <a:rPr lang="es-AR"/>
              <a:t>Híbrida</a:t>
            </a:r>
            <a:endParaRPr lang="es-A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F7A0C-5BFF-6203-21A4-08E741F81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>
                <a:latin typeface="Grandview Display"/>
              </a:rPr>
              <a:t>Existe un Servidor</a:t>
            </a:r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Los Clientes pueden "hablar </a:t>
            </a:r>
            <a:r>
              <a:rPr lang="es-AR" b="1">
                <a:latin typeface="Grandview Display"/>
              </a:rPr>
              <a:t>entre sí"</a:t>
            </a:r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El Servidor suele tener la última palabra o encargarse </a:t>
            </a:r>
            <a:r>
              <a:rPr lang="es-AR" b="1">
                <a:latin typeface="Grandview Display"/>
              </a:rPr>
              <a:t>de asuntos importantes.</a:t>
            </a:r>
          </a:p>
          <a:p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Tengo la "autoridad" del Servidor, pero también </a:t>
            </a:r>
            <a:r>
              <a:rPr lang="es-AR" b="1">
                <a:latin typeface="Grandview Display"/>
              </a:rPr>
              <a:t>el respaldo de varios o todos los clientes</a:t>
            </a: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814187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26E90C-C77E-2B8F-47A5-E8C55762B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BC3AB-CCAE-86E3-676B-DD18E4E45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En Juegos</a:t>
            </a:r>
            <a:endParaRPr lang="es-A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2AB77-7479-442E-4B15-0B4D5D57B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>
                <a:latin typeface="Grandview Display"/>
              </a:rPr>
              <a:t>Dependiendo del modelo o tipo de juego que quieran hacer, puede que una arquitectura sea más conveniente que otra</a:t>
            </a:r>
            <a:endParaRPr lang="es-AR" b="1" dirty="0">
              <a:latin typeface="Grandview Display"/>
            </a:endParaRPr>
          </a:p>
          <a:p>
            <a:r>
              <a:rPr lang="es-AR" b="1">
                <a:latin typeface="Grandview Display"/>
              </a:rPr>
              <a:t>El cambio de una a otra no suele ser tarea fácil</a:t>
            </a: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r>
              <a:rPr lang="es-AR" b="1">
                <a:latin typeface="Grandview Display"/>
              </a:rPr>
              <a:t>¿Para qué tipo de juegos creen que </a:t>
            </a:r>
            <a:r>
              <a:rPr lang="es-AR" b="1" dirty="0">
                <a:latin typeface="Grandview Display"/>
              </a:rPr>
              <a:t>sería más acertado uno u otro tipo de arquitectura?</a:t>
            </a: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284450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A2A6AE-7D53-6A15-D199-55FD022B9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96E86-E5B3-DD5A-7301-ABEA3180D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Photon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6B4BA-7E0E-1D10-155B-CE653FF37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>
                <a:latin typeface="Grandview Display"/>
              </a:rPr>
              <a:t>Lejos de diseñar, implementar y administrar una red desde cero, en esta materia utilizaremos una herramienta que nos facilita la </a:t>
            </a:r>
            <a:r>
              <a:rPr lang="es-AR" b="1">
                <a:latin typeface="Grandview Display"/>
              </a:rPr>
              <a:t>implementación de un juego en Red</a:t>
            </a:r>
            <a:endParaRPr lang="es-AR" b="1" dirty="0" err="1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Es una de las herramientas más populares. Sin embargo, tiene varios paquetes o versiones. Nosotros trabajaremos con PUN (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 Unity </a:t>
            </a:r>
            <a:r>
              <a:rPr lang="es-AR" b="1" dirty="0" err="1">
                <a:latin typeface="Grandview Display"/>
              </a:rPr>
              <a:t>Networking</a:t>
            </a:r>
            <a:r>
              <a:rPr lang="es-AR" b="1" dirty="0">
                <a:latin typeface="Grandview Display"/>
              </a:rPr>
              <a:t>)</a:t>
            </a: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283441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C88977-6234-0089-05D8-13DAEFA28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BF097-E0BD-A110-E5B2-5F54C3C48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Photon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2B395-9427-24A2-1189-53ACF8737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>
                <a:latin typeface="Grandview Display"/>
              </a:rPr>
              <a:t>Como cualquier herramienta PUN nos </a:t>
            </a:r>
            <a:r>
              <a:rPr lang="es-AR" b="1">
                <a:latin typeface="Grandview Display"/>
              </a:rPr>
              <a:t>facilitará bastantes cosas, pero también tendrá sus limitaciones</a:t>
            </a:r>
            <a:endParaRPr lang="es-AR" b="1" dirty="0" err="1">
              <a:latin typeface="Grandview Display"/>
            </a:endParaRPr>
          </a:p>
          <a:p>
            <a:r>
              <a:rPr lang="es-AR" b="1">
                <a:latin typeface="Grandview Display"/>
              </a:rPr>
              <a:t>Por esto, intentaremos enfocarnos en juegos pequeños, de pocos jugadores por sala/ por partida. Buscando la mejor experiencia para los mismos</a:t>
            </a:r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Nos permitirá tener conciencia de varios conceptos de red. Que luego podrán llevarse a otras herramientas o </a:t>
            </a:r>
            <a:r>
              <a:rPr lang="es-AR" b="1" dirty="0" err="1">
                <a:latin typeface="Grandview Display"/>
              </a:rPr>
              <a:t>frameworks</a:t>
            </a: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714797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5E3795-6AB6-B003-4893-19158CBE3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2DD42-0B38-8F44-F3E8-48BD89732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Photon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16587-9B71-F542-AE2A-73761BDB1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>
                <a:latin typeface="Grandview Display"/>
              </a:rPr>
              <a:t>Ya lo veremos con más detalle, pero PUN utiliza una arquitectura Hibrida para sus </a:t>
            </a:r>
            <a:r>
              <a:rPr lang="es-AR" b="1">
                <a:latin typeface="Grandview Display"/>
              </a:rPr>
              <a:t>juegos</a:t>
            </a:r>
            <a:endParaRPr lang="es-AR" b="1" dirty="0" err="1">
              <a:latin typeface="Grandview Display"/>
            </a:endParaRPr>
          </a:p>
          <a:p>
            <a:r>
              <a:rPr lang="es-AR" b="1">
                <a:latin typeface="Grandview Display"/>
              </a:rPr>
              <a:t>Y dentro de ella podemos elegir si utilizar TCP o UDP</a:t>
            </a:r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Siempre que corramos un juego con PUN estaremos conectados a un Servidor de 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 que manejará varias cosas por nosotros</a:t>
            </a:r>
          </a:p>
          <a:p>
            <a:r>
              <a:rPr lang="es-AR" b="1">
                <a:latin typeface="Grandview Display"/>
              </a:rPr>
              <a:t>Y nos brindará diversas utilidades</a:t>
            </a: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579500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23CF67-A87C-BF23-8283-A8FC26538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76793-BE48-03F8-6955-3B7A14F9F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Otras herramientas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C582A-880B-2D26-3EFB-202D38DF1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>
                <a:latin typeface="Grandview Display"/>
              </a:rPr>
              <a:t>A demás de 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, existen otras varias que es bueno mencionar:</a:t>
            </a:r>
            <a:endParaRPr lang="es-AR" b="1" dirty="0" err="1">
              <a:latin typeface="Grandview Display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s-AR" b="1" dirty="0" err="1">
                <a:latin typeface="Grandview Display"/>
              </a:rPr>
              <a:t>Mirror</a:t>
            </a:r>
            <a:endParaRPr lang="es-AR" b="1" dirty="0">
              <a:latin typeface="Grandview Display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s-AR" b="1" dirty="0" err="1">
                <a:latin typeface="Grandview Display"/>
              </a:rPr>
              <a:t>Netcode</a:t>
            </a:r>
            <a:r>
              <a:rPr lang="es-AR" b="1" dirty="0">
                <a:latin typeface="Grandview Display"/>
              </a:rPr>
              <a:t> </a:t>
            </a:r>
            <a:r>
              <a:rPr lang="es-AR" b="1" dirty="0" err="1">
                <a:latin typeface="Grandview Display"/>
              </a:rPr>
              <a:t>for</a:t>
            </a:r>
            <a:r>
              <a:rPr lang="es-AR" b="1" dirty="0">
                <a:latin typeface="Grandview Display"/>
              </a:rPr>
              <a:t> </a:t>
            </a:r>
            <a:r>
              <a:rPr lang="es-AR" b="1" dirty="0" err="1">
                <a:latin typeface="Grandview Display"/>
              </a:rPr>
              <a:t>Game</a:t>
            </a:r>
            <a:r>
              <a:rPr lang="es-AR" b="1" dirty="0">
                <a:latin typeface="Grandview Display"/>
              </a:rPr>
              <a:t> </a:t>
            </a:r>
            <a:r>
              <a:rPr lang="es-AR" b="1" dirty="0" err="1">
                <a:latin typeface="Grandview Display"/>
              </a:rPr>
              <a:t>Objects</a:t>
            </a:r>
            <a:r>
              <a:rPr lang="es-AR" b="1" dirty="0">
                <a:latin typeface="Grandview Display"/>
              </a:rPr>
              <a:t> (Unity)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s-AR" b="1">
                <a:latin typeface="Grandview Display"/>
              </a:rPr>
              <a:t>Sockets</a:t>
            </a:r>
            <a:endParaRPr lang="es-AR" b="1" dirty="0">
              <a:latin typeface="Grandview Display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s-AR" b="1">
                <a:latin typeface="Grandview Display"/>
              </a:rPr>
              <a:t>Fish-net</a:t>
            </a:r>
            <a:endParaRPr lang="es-AR" b="1" dirty="0">
              <a:latin typeface="Grandview Display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64322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30BA92-D07A-5C88-CE9C-B803F2B92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633BB-C81D-DAB5-1848-9741E189F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0326188" cy="41446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AR" sz="5400"/>
              <a:t>¿Preguntas? ¿Consultas? ¿Inquietudes?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76E05-0AE5-F688-B8D3-2C31EAD1A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0373267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Tema de Office</vt:lpstr>
      <vt:lpstr>DashVTI</vt:lpstr>
      <vt:lpstr>Juegos en Red</vt:lpstr>
      <vt:lpstr>Contenido:</vt:lpstr>
      <vt:lpstr>Arquitectura de Red:</vt:lpstr>
      <vt:lpstr>Cliente - Servidor</vt:lpstr>
      <vt:lpstr>Peer to Peer (P2P)</vt:lpstr>
      <vt:lpstr>Arquitectura Híbrida</vt:lpstr>
      <vt:lpstr>En Juegos</vt:lpstr>
      <vt:lpstr>Photon</vt:lpstr>
      <vt:lpstr>Photon</vt:lpstr>
      <vt:lpstr>Photon</vt:lpstr>
      <vt:lpstr>Otras herramientas</vt:lpstr>
      <vt:lpstr>¿Preguntas? ¿Consultas? ¿Inquietudes?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205</cp:revision>
  <dcterms:created xsi:type="dcterms:W3CDTF">2026-03-04T02:21:04Z</dcterms:created>
  <dcterms:modified xsi:type="dcterms:W3CDTF">2026-03-11T03:38:35Z</dcterms:modified>
</cp:coreProperties>
</file>