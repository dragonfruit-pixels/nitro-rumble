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67" r:id="rId13"/>
    <p:sldId id="280" r:id="rId14"/>
    <p:sldId id="281" r:id="rId15"/>
    <p:sldId id="283" r:id="rId16"/>
    <p:sldId id="282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6" r:id="rId29"/>
    <p:sldId id="295" r:id="rId30"/>
    <p:sldId id="297" r:id="rId31"/>
    <p:sldId id="298" r:id="rId32"/>
    <p:sldId id="299" r:id="rId33"/>
    <p:sldId id="300" r:id="rId34"/>
    <p:sldId id="302" r:id="rId35"/>
    <p:sldId id="301" r:id="rId36"/>
    <p:sldId id="303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32D1B-7505-1B32-63DF-AE9748CAAFB3}" v="2467" dt="2026-05-13T03:44:04.760"/>
    <p1510:client id="{A1566D77-7B03-B579-8B6D-FDDE32D58D24}" v="2452" dt="2026-05-12T02:19:08.601"/>
    <p1510:client id="{B9ADD94C-0370-EDF4-FC72-DAC86020B1CE}" v="119" dt="2026-05-13T03:50:31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A1566D77-7B03-B579-8B6D-FDDE32D58D24}"/>
    <pc:docChg chg="addSld delSld modSld sldOrd addMainMaster">
      <pc:chgData name="REIMONDO NAHUEL ALEJO" userId="S::nreimondo@uade.edu.ar::6321e4ea-f963-4ffe-8417-f757321f65f7" providerId="AD" clId="Web-{A1566D77-7B03-B579-8B6D-FDDE32D58D24}" dt="2026-05-12T02:19:08.601" v="2449" actId="20577"/>
      <pc:docMkLst>
        <pc:docMk/>
      </pc:docMkLst>
      <pc:sldChg chg="del">
        <pc:chgData name="REIMONDO NAHUEL ALEJO" userId="S::nreimondo@uade.edu.ar::6321e4ea-f963-4ffe-8417-f757321f65f7" providerId="AD" clId="Web-{A1566D77-7B03-B579-8B6D-FDDE32D58D24}" dt="2026-05-12T01:20:11.371" v="4"/>
        <pc:sldMkLst>
          <pc:docMk/>
          <pc:sldMk cId="2406273178" sldId="256"/>
        </pc:sldMkLst>
      </pc:sldChg>
      <pc:sldChg chg="modSp add">
        <pc:chgData name="REIMONDO NAHUEL ALEJO" userId="S::nreimondo@uade.edu.ar::6321e4ea-f963-4ffe-8417-f757321f65f7" providerId="AD" clId="Web-{A1566D77-7B03-B579-8B6D-FDDE32D58D24}" dt="2026-05-12T01:23:53.411" v="54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A1566D77-7B03-B579-8B6D-FDDE32D58D24}" dt="2026-05-12T01:23:53.411" v="54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add">
        <pc:chgData name="REIMONDO NAHUEL ALEJO" userId="S::nreimondo@uade.edu.ar::6321e4ea-f963-4ffe-8417-f757321f65f7" providerId="AD" clId="Web-{A1566D77-7B03-B579-8B6D-FDDE32D58D24}" dt="2026-05-12T01:20:08.262" v="3"/>
        <pc:sldMkLst>
          <pc:docMk/>
          <pc:sldMk cId="3037326767" sldId="267"/>
        </pc:sldMkLst>
      </pc:sldChg>
      <pc:sldChg chg="modSp add">
        <pc:chgData name="REIMONDO NAHUEL ALEJO" userId="S::nreimondo@uade.edu.ar::6321e4ea-f963-4ffe-8417-f757321f65f7" providerId="AD" clId="Web-{A1566D77-7B03-B579-8B6D-FDDE32D58D24}" dt="2026-05-12T01:20:16.496" v="5" actId="20577"/>
        <pc:sldMkLst>
          <pc:docMk/>
          <pc:sldMk cId="1061521144" sldId="268"/>
        </pc:sldMkLst>
        <pc:spChg chg="mod">
          <ac:chgData name="REIMONDO NAHUEL ALEJO" userId="S::nreimondo@uade.edu.ar::6321e4ea-f963-4ffe-8417-f757321f65f7" providerId="AD" clId="Web-{A1566D77-7B03-B579-8B6D-FDDE32D58D24}" dt="2026-05-12T01:20:16.496" v="5" actId="20577"/>
          <ac:spMkLst>
            <pc:docMk/>
            <pc:sldMk cId="1061521144" sldId="268"/>
            <ac:spMk id="3" creationId="{00000000-0000-0000-0000-000000000000}"/>
          </ac:spMkLst>
        </pc:spChg>
      </pc:sldChg>
      <pc:sldChg chg="modSp add">
        <pc:chgData name="REIMONDO NAHUEL ALEJO" userId="S::nreimondo@uade.edu.ar::6321e4ea-f963-4ffe-8417-f757321f65f7" providerId="AD" clId="Web-{A1566D77-7B03-B579-8B6D-FDDE32D58D24}" dt="2026-05-12T01:26:35.198" v="306" actId="20577"/>
        <pc:sldMkLst>
          <pc:docMk/>
          <pc:sldMk cId="2620317225" sldId="272"/>
        </pc:sldMkLst>
        <pc:spChg chg="mod">
          <ac:chgData name="REIMONDO NAHUEL ALEJO" userId="S::nreimondo@uade.edu.ar::6321e4ea-f963-4ffe-8417-f757321f65f7" providerId="AD" clId="Web-{A1566D77-7B03-B579-8B6D-FDDE32D58D24}" dt="2026-05-12T01:23:57.802" v="55" actId="20577"/>
          <ac:spMkLst>
            <pc:docMk/>
            <pc:sldMk cId="2620317225" sldId="272"/>
            <ac:spMk id="2" creationId="{FE94FD30-69A4-F051-EF2D-70573467240B}"/>
          </ac:spMkLst>
        </pc:spChg>
        <pc:spChg chg="mod">
          <ac:chgData name="REIMONDO NAHUEL ALEJO" userId="S::nreimondo@uade.edu.ar::6321e4ea-f963-4ffe-8417-f757321f65f7" providerId="AD" clId="Web-{A1566D77-7B03-B579-8B6D-FDDE32D58D24}" dt="2026-05-12T01:26:35.198" v="306" actId="20577"/>
          <ac:spMkLst>
            <pc:docMk/>
            <pc:sldMk cId="2620317225" sldId="272"/>
            <ac:spMk id="3" creationId="{8FA98982-91A4-7262-7295-3B0BB65C7AE4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1:30:47.396" v="452" actId="20577"/>
        <pc:sldMkLst>
          <pc:docMk/>
          <pc:sldMk cId="1724827355" sldId="273"/>
        </pc:sldMkLst>
        <pc:spChg chg="mod">
          <ac:chgData name="REIMONDO NAHUEL ALEJO" userId="S::nreimondo@uade.edu.ar::6321e4ea-f963-4ffe-8417-f757321f65f7" providerId="AD" clId="Web-{A1566D77-7B03-B579-8B6D-FDDE32D58D24}" dt="2026-05-12T01:30:47.396" v="452" actId="20577"/>
          <ac:spMkLst>
            <pc:docMk/>
            <pc:sldMk cId="1724827355" sldId="273"/>
            <ac:spMk id="3" creationId="{5FD96D18-937D-5AD7-A3FC-2601958D376B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1:38:08.694" v="910" actId="20577"/>
        <pc:sldMkLst>
          <pc:docMk/>
          <pc:sldMk cId="1641000939" sldId="274"/>
        </pc:sldMkLst>
        <pc:spChg chg="mod">
          <ac:chgData name="REIMONDO NAHUEL ALEJO" userId="S::nreimondo@uade.edu.ar::6321e4ea-f963-4ffe-8417-f757321f65f7" providerId="AD" clId="Web-{A1566D77-7B03-B579-8B6D-FDDE32D58D24}" dt="2026-05-12T01:30:53.740" v="459" actId="20577"/>
          <ac:spMkLst>
            <pc:docMk/>
            <pc:sldMk cId="1641000939" sldId="274"/>
            <ac:spMk id="2" creationId="{81ED68D7-0F23-077D-C770-AD616B5657DB}"/>
          </ac:spMkLst>
        </pc:spChg>
        <pc:spChg chg="mod">
          <ac:chgData name="REIMONDO NAHUEL ALEJO" userId="S::nreimondo@uade.edu.ar::6321e4ea-f963-4ffe-8417-f757321f65f7" providerId="AD" clId="Web-{A1566D77-7B03-B579-8B6D-FDDE32D58D24}" dt="2026-05-12T01:38:08.694" v="910" actId="20577"/>
          <ac:spMkLst>
            <pc:docMk/>
            <pc:sldMk cId="1641000939" sldId="274"/>
            <ac:spMk id="3" creationId="{A5B6355D-51C6-17C2-2591-8C91AFE7A305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1:36:34.565" v="821" actId="20577"/>
        <pc:sldMkLst>
          <pc:docMk/>
          <pc:sldMk cId="2968266650" sldId="275"/>
        </pc:sldMkLst>
        <pc:spChg chg="mod">
          <ac:chgData name="REIMONDO NAHUEL ALEJO" userId="S::nreimondo@uade.edu.ar::6321e4ea-f963-4ffe-8417-f757321f65f7" providerId="AD" clId="Web-{A1566D77-7B03-B579-8B6D-FDDE32D58D24}" dt="2026-05-12T01:36:34.565" v="821" actId="20577"/>
          <ac:spMkLst>
            <pc:docMk/>
            <pc:sldMk cId="2968266650" sldId="275"/>
            <ac:spMk id="3" creationId="{1BD06E07-7DD7-24A0-CB2C-D469DC086A23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1:47:02.168" v="1358" actId="20577"/>
        <pc:sldMkLst>
          <pc:docMk/>
          <pc:sldMk cId="1211870658" sldId="276"/>
        </pc:sldMkLst>
        <pc:spChg chg="mod">
          <ac:chgData name="REIMONDO NAHUEL ALEJO" userId="S::nreimondo@uade.edu.ar::6321e4ea-f963-4ffe-8417-f757321f65f7" providerId="AD" clId="Web-{A1566D77-7B03-B579-8B6D-FDDE32D58D24}" dt="2026-05-12T01:47:02.168" v="1358" actId="20577"/>
          <ac:spMkLst>
            <pc:docMk/>
            <pc:sldMk cId="1211870658" sldId="276"/>
            <ac:spMk id="2" creationId="{0D3FEE5C-1E7D-AB91-6C7D-A7E061451478}"/>
          </ac:spMkLst>
        </pc:spChg>
        <pc:spChg chg="mod">
          <ac:chgData name="REIMONDO NAHUEL ALEJO" userId="S::nreimondo@uade.edu.ar::6321e4ea-f963-4ffe-8417-f757321f65f7" providerId="AD" clId="Web-{A1566D77-7B03-B579-8B6D-FDDE32D58D24}" dt="2026-05-12T01:40:22.230" v="1022" actId="20577"/>
          <ac:spMkLst>
            <pc:docMk/>
            <pc:sldMk cId="1211870658" sldId="276"/>
            <ac:spMk id="3" creationId="{A1C78406-36BD-D5C4-45F7-C62836DD5689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1:45:01.335" v="1351" actId="20577"/>
        <pc:sldMkLst>
          <pc:docMk/>
          <pc:sldMk cId="3810723235" sldId="277"/>
        </pc:sldMkLst>
        <pc:spChg chg="mod">
          <ac:chgData name="REIMONDO NAHUEL ALEJO" userId="S::nreimondo@uade.edu.ar::6321e4ea-f963-4ffe-8417-f757321f65f7" providerId="AD" clId="Web-{A1566D77-7B03-B579-8B6D-FDDE32D58D24}" dt="2026-05-12T01:45:01.335" v="1351" actId="20577"/>
          <ac:spMkLst>
            <pc:docMk/>
            <pc:sldMk cId="3810723235" sldId="277"/>
            <ac:spMk id="3" creationId="{D6530853-B2BD-0CF5-16B5-46D778D43B96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2:07:28.059" v="1657" actId="20577"/>
        <pc:sldMkLst>
          <pc:docMk/>
          <pc:sldMk cId="170353328" sldId="278"/>
        </pc:sldMkLst>
        <pc:spChg chg="mod">
          <ac:chgData name="REIMONDO NAHUEL ALEJO" userId="S::nreimondo@uade.edu.ar::6321e4ea-f963-4ffe-8417-f757321f65f7" providerId="AD" clId="Web-{A1566D77-7B03-B579-8B6D-FDDE32D58D24}" dt="2026-05-12T01:47:09.277" v="1362" actId="20577"/>
          <ac:spMkLst>
            <pc:docMk/>
            <pc:sldMk cId="170353328" sldId="278"/>
            <ac:spMk id="2" creationId="{9F5B6C80-C21D-C01C-355F-2935E6852105}"/>
          </ac:spMkLst>
        </pc:spChg>
        <pc:spChg chg="mod">
          <ac:chgData name="REIMONDO NAHUEL ALEJO" userId="S::nreimondo@uade.edu.ar::6321e4ea-f963-4ffe-8417-f757321f65f7" providerId="AD" clId="Web-{A1566D77-7B03-B579-8B6D-FDDE32D58D24}" dt="2026-05-12T02:07:28.059" v="1657" actId="20577"/>
          <ac:spMkLst>
            <pc:docMk/>
            <pc:sldMk cId="170353328" sldId="278"/>
            <ac:spMk id="3" creationId="{DCBD1CDE-8BB9-A737-E0D7-FB163ACC8B0C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2:12:30.117" v="1995" actId="20577"/>
        <pc:sldMkLst>
          <pc:docMk/>
          <pc:sldMk cId="4141479351" sldId="279"/>
        </pc:sldMkLst>
        <pc:spChg chg="mod">
          <ac:chgData name="REIMONDO NAHUEL ALEJO" userId="S::nreimondo@uade.edu.ar::6321e4ea-f963-4ffe-8417-f757321f65f7" providerId="AD" clId="Web-{A1566D77-7B03-B579-8B6D-FDDE32D58D24}" dt="2026-05-12T02:07:39.247" v="1669" actId="20577"/>
          <ac:spMkLst>
            <pc:docMk/>
            <pc:sldMk cId="4141479351" sldId="279"/>
            <ac:spMk id="2" creationId="{33D7EE8B-4083-83B1-A58F-B7741C92C920}"/>
          </ac:spMkLst>
        </pc:spChg>
        <pc:spChg chg="mod">
          <ac:chgData name="REIMONDO NAHUEL ALEJO" userId="S::nreimondo@uade.edu.ar::6321e4ea-f963-4ffe-8417-f757321f65f7" providerId="AD" clId="Web-{A1566D77-7B03-B579-8B6D-FDDE32D58D24}" dt="2026-05-12T02:12:30.117" v="1995" actId="20577"/>
          <ac:spMkLst>
            <pc:docMk/>
            <pc:sldMk cId="4141479351" sldId="279"/>
            <ac:spMk id="3" creationId="{36B87A5A-22D4-3269-86C0-2EDAA8999ACE}"/>
          </ac:spMkLst>
        </pc:spChg>
      </pc:sldChg>
      <pc:sldChg chg="modSp add ord replId">
        <pc:chgData name="REIMONDO NAHUEL ALEJO" userId="S::nreimondo@uade.edu.ar::6321e4ea-f963-4ffe-8417-f757321f65f7" providerId="AD" clId="Web-{A1566D77-7B03-B579-8B6D-FDDE32D58D24}" dt="2026-05-12T02:17:04.987" v="2294" actId="20577"/>
        <pc:sldMkLst>
          <pc:docMk/>
          <pc:sldMk cId="1780237671" sldId="280"/>
        </pc:sldMkLst>
        <pc:spChg chg="mod">
          <ac:chgData name="REIMONDO NAHUEL ALEJO" userId="S::nreimondo@uade.edu.ar::6321e4ea-f963-4ffe-8417-f757321f65f7" providerId="AD" clId="Web-{A1566D77-7B03-B579-8B6D-FDDE32D58D24}" dt="2026-05-12T02:12:44.930" v="2005" actId="20577"/>
          <ac:spMkLst>
            <pc:docMk/>
            <pc:sldMk cId="1780237671" sldId="280"/>
            <ac:spMk id="2" creationId="{7D01939D-638E-7922-0EA7-EBC1B9C86DDD}"/>
          </ac:spMkLst>
        </pc:spChg>
        <pc:spChg chg="mod">
          <ac:chgData name="REIMONDO NAHUEL ALEJO" userId="S::nreimondo@uade.edu.ar::6321e4ea-f963-4ffe-8417-f757321f65f7" providerId="AD" clId="Web-{A1566D77-7B03-B579-8B6D-FDDE32D58D24}" dt="2026-05-12T02:17:04.987" v="2294" actId="20577"/>
          <ac:spMkLst>
            <pc:docMk/>
            <pc:sldMk cId="1780237671" sldId="280"/>
            <ac:spMk id="3" creationId="{412A0CBB-A2AA-DBC3-A9B4-0E831B117113}"/>
          </ac:spMkLst>
        </pc:spChg>
      </pc:sldChg>
      <pc:sldChg chg="modSp add replId">
        <pc:chgData name="REIMONDO NAHUEL ALEJO" userId="S::nreimondo@uade.edu.ar::6321e4ea-f963-4ffe-8417-f757321f65f7" providerId="AD" clId="Web-{A1566D77-7B03-B579-8B6D-FDDE32D58D24}" dt="2026-05-12T02:19:08.601" v="2449" actId="20577"/>
        <pc:sldMkLst>
          <pc:docMk/>
          <pc:sldMk cId="485395553" sldId="281"/>
        </pc:sldMkLst>
        <pc:spChg chg="mod">
          <ac:chgData name="REIMONDO NAHUEL ALEJO" userId="S::nreimondo@uade.edu.ar::6321e4ea-f963-4ffe-8417-f757321f65f7" providerId="AD" clId="Web-{A1566D77-7B03-B579-8B6D-FDDE32D58D24}" dt="2026-05-12T02:19:08.601" v="2449" actId="20577"/>
          <ac:spMkLst>
            <pc:docMk/>
            <pc:sldMk cId="485395553" sldId="281"/>
            <ac:spMk id="3" creationId="{3A5DD366-FFC8-524A-CF93-46D08BA0C0E8}"/>
          </ac:spMkLst>
        </pc:spChg>
      </pc:sldChg>
      <pc:sldMasterChg chg="add addSldLayout">
        <pc:chgData name="REIMONDO NAHUEL ALEJO" userId="S::nreimondo@uade.edu.ar::6321e4ea-f963-4ffe-8417-f757321f65f7" providerId="AD" clId="Web-{A1566D77-7B03-B579-8B6D-FDDE32D58D24}" dt="2026-05-12T01:20:08.199" v="0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A1566D77-7B03-B579-8B6D-FDDE32D58D24}" dt="2026-05-12T01:20:08.199" v="0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  <pc:docChgLst>
    <pc:chgData name="REIMONDO NAHUEL ALEJO" userId="S::nreimondo@uade.edu.ar::6321e4ea-f963-4ffe-8417-f757321f65f7" providerId="AD" clId="Web-{4F432D1B-7505-1B32-63DF-AE9748CAAFB3}"/>
    <pc:docChg chg="addSld delSld modSld sldOrd">
      <pc:chgData name="REIMONDO NAHUEL ALEJO" userId="S::nreimondo@uade.edu.ar::6321e4ea-f963-4ffe-8417-f757321f65f7" providerId="AD" clId="Web-{4F432D1B-7505-1B32-63DF-AE9748CAAFB3}" dt="2026-05-13T03:44:04.760" v="2463" actId="20577"/>
      <pc:docMkLst>
        <pc:docMk/>
      </pc:docMkLst>
      <pc:sldChg chg="modSp add replId">
        <pc:chgData name="REIMONDO NAHUEL ALEJO" userId="S::nreimondo@uade.edu.ar::6321e4ea-f963-4ffe-8417-f757321f65f7" providerId="AD" clId="Web-{4F432D1B-7505-1B32-63DF-AE9748CAAFB3}" dt="2026-05-13T00:27:05.852" v="169" actId="20577"/>
        <pc:sldMkLst>
          <pc:docMk/>
          <pc:sldMk cId="2813778459" sldId="282"/>
        </pc:sldMkLst>
        <pc:spChg chg="mod">
          <ac:chgData name="REIMONDO NAHUEL ALEJO" userId="S::nreimondo@uade.edu.ar::6321e4ea-f963-4ffe-8417-f757321f65f7" providerId="AD" clId="Web-{4F432D1B-7505-1B32-63DF-AE9748CAAFB3}" dt="2026-05-13T00:12:42.538" v="9" actId="20577"/>
          <ac:spMkLst>
            <pc:docMk/>
            <pc:sldMk cId="2813778459" sldId="282"/>
            <ac:spMk id="2" creationId="{099DB12E-BE00-DD17-C501-DE62A1677C2F}"/>
          </ac:spMkLst>
        </pc:spChg>
        <pc:spChg chg="mod">
          <ac:chgData name="REIMONDO NAHUEL ALEJO" userId="S::nreimondo@uade.edu.ar::6321e4ea-f963-4ffe-8417-f757321f65f7" providerId="AD" clId="Web-{4F432D1B-7505-1B32-63DF-AE9748CAAFB3}" dt="2026-05-13T00:27:05.852" v="169" actId="20577"/>
          <ac:spMkLst>
            <pc:docMk/>
            <pc:sldMk cId="2813778459" sldId="282"/>
            <ac:spMk id="3" creationId="{31CCE5B9-DBD3-441D-859C-6AE682413960}"/>
          </ac:spMkLst>
        </pc:spChg>
      </pc:sldChg>
      <pc:sldChg chg="add ord replId">
        <pc:chgData name="REIMONDO NAHUEL ALEJO" userId="S::nreimondo@uade.edu.ar::6321e4ea-f963-4ffe-8417-f757321f65f7" providerId="AD" clId="Web-{4F432D1B-7505-1B32-63DF-AE9748CAAFB3}" dt="2026-05-13T00:12:35.085" v="2"/>
        <pc:sldMkLst>
          <pc:docMk/>
          <pc:sldMk cId="1660435953" sldId="283"/>
        </pc:sldMkLst>
      </pc:sldChg>
      <pc:sldChg chg="addSp modSp add replId">
        <pc:chgData name="REIMONDO NAHUEL ALEJO" userId="S::nreimondo@uade.edu.ar::6321e4ea-f963-4ffe-8417-f757321f65f7" providerId="AD" clId="Web-{4F432D1B-7505-1B32-63DF-AE9748CAAFB3}" dt="2026-05-13T00:28:12.291" v="234" actId="14100"/>
        <pc:sldMkLst>
          <pc:docMk/>
          <pc:sldMk cId="733769930" sldId="284"/>
        </pc:sldMkLst>
        <pc:spChg chg="mod">
          <ac:chgData name="REIMONDO NAHUEL ALEJO" userId="S::nreimondo@uade.edu.ar::6321e4ea-f963-4ffe-8417-f757321f65f7" providerId="AD" clId="Web-{4F432D1B-7505-1B32-63DF-AE9748CAAFB3}" dt="2026-05-13T00:28:09.119" v="233" actId="20577"/>
          <ac:spMkLst>
            <pc:docMk/>
            <pc:sldMk cId="733769930" sldId="284"/>
            <ac:spMk id="3" creationId="{425A5329-CB1B-EE0D-EBFA-DFDA0E585EFE}"/>
          </ac:spMkLst>
        </pc:spChg>
        <pc:picChg chg="add mod">
          <ac:chgData name="REIMONDO NAHUEL ALEJO" userId="S::nreimondo@uade.edu.ar::6321e4ea-f963-4ffe-8417-f757321f65f7" providerId="AD" clId="Web-{4F432D1B-7505-1B32-63DF-AE9748CAAFB3}" dt="2026-05-13T00:28:12.291" v="234" actId="14100"/>
          <ac:picMkLst>
            <pc:docMk/>
            <pc:sldMk cId="733769930" sldId="284"/>
            <ac:picMk id="4" creationId="{F8FD675B-005C-9BBF-5BFB-296AF6782298}"/>
          </ac:picMkLst>
        </pc:picChg>
      </pc:sldChg>
      <pc:sldChg chg="addSp delSp modSp add replId">
        <pc:chgData name="REIMONDO NAHUEL ALEJO" userId="S::nreimondo@uade.edu.ar::6321e4ea-f963-4ffe-8417-f757321f65f7" providerId="AD" clId="Web-{4F432D1B-7505-1B32-63DF-AE9748CAAFB3}" dt="2026-05-13T00:35:08.121" v="356" actId="14100"/>
        <pc:sldMkLst>
          <pc:docMk/>
          <pc:sldMk cId="2037962261" sldId="285"/>
        </pc:sldMkLst>
        <pc:spChg chg="mod">
          <ac:chgData name="REIMONDO NAHUEL ALEJO" userId="S::nreimondo@uade.edu.ar::6321e4ea-f963-4ffe-8417-f757321f65f7" providerId="AD" clId="Web-{4F432D1B-7505-1B32-63DF-AE9748CAAFB3}" dt="2026-05-13T00:33:05.989" v="353" actId="14100"/>
          <ac:spMkLst>
            <pc:docMk/>
            <pc:sldMk cId="2037962261" sldId="285"/>
            <ac:spMk id="3" creationId="{ED63CA11-CD06-837D-B5AC-2819DC8AB0F2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0:28:24.323" v="236"/>
          <ac:picMkLst>
            <pc:docMk/>
            <pc:sldMk cId="2037962261" sldId="285"/>
            <ac:picMk id="4" creationId="{438CC5AF-C534-B54F-7E3D-4C6FF70D7C37}"/>
          </ac:picMkLst>
        </pc:picChg>
        <pc:picChg chg="add mod">
          <ac:chgData name="REIMONDO NAHUEL ALEJO" userId="S::nreimondo@uade.edu.ar::6321e4ea-f963-4ffe-8417-f757321f65f7" providerId="AD" clId="Web-{4F432D1B-7505-1B32-63DF-AE9748CAAFB3}" dt="2026-05-13T00:35:08.121" v="356" actId="14100"/>
          <ac:picMkLst>
            <pc:docMk/>
            <pc:sldMk cId="2037962261" sldId="285"/>
            <ac:picMk id="5" creationId="{3380B70D-852F-372E-91B0-7B62E5025471}"/>
          </ac:picMkLst>
        </pc:picChg>
      </pc:sldChg>
      <pc:sldChg chg="modSp add replId">
        <pc:chgData name="REIMONDO NAHUEL ALEJO" userId="S::nreimondo@uade.edu.ar::6321e4ea-f963-4ffe-8417-f757321f65f7" providerId="AD" clId="Web-{4F432D1B-7505-1B32-63DF-AE9748CAAFB3}" dt="2026-05-13T00:38:59.724" v="508" actId="20577"/>
        <pc:sldMkLst>
          <pc:docMk/>
          <pc:sldMk cId="2991551173" sldId="286"/>
        </pc:sldMkLst>
        <pc:spChg chg="mod">
          <ac:chgData name="REIMONDO NAHUEL ALEJO" userId="S::nreimondo@uade.edu.ar::6321e4ea-f963-4ffe-8417-f757321f65f7" providerId="AD" clId="Web-{4F432D1B-7505-1B32-63DF-AE9748CAAFB3}" dt="2026-05-13T00:38:59.724" v="508" actId="20577"/>
          <ac:spMkLst>
            <pc:docMk/>
            <pc:sldMk cId="2991551173" sldId="286"/>
            <ac:spMk id="3" creationId="{673D354D-C045-C84B-FA3C-B11A0C61D7E2}"/>
          </ac:spMkLst>
        </pc:spChg>
        <pc:picChg chg="mod modCrop">
          <ac:chgData name="REIMONDO NAHUEL ALEJO" userId="S::nreimondo@uade.edu.ar::6321e4ea-f963-4ffe-8417-f757321f65f7" providerId="AD" clId="Web-{4F432D1B-7505-1B32-63DF-AE9748CAAFB3}" dt="2026-05-13T00:36:47.719" v="415" actId="1076"/>
          <ac:picMkLst>
            <pc:docMk/>
            <pc:sldMk cId="2991551173" sldId="286"/>
            <ac:picMk id="5" creationId="{5AFC6C95-F774-335A-AA6B-568102814A05}"/>
          </ac:picMkLst>
        </pc:picChg>
      </pc:sldChg>
      <pc:sldChg chg="addSp delSp modSp add replId">
        <pc:chgData name="REIMONDO NAHUEL ALEJO" userId="S::nreimondo@uade.edu.ar::6321e4ea-f963-4ffe-8417-f757321f65f7" providerId="AD" clId="Web-{4F432D1B-7505-1B32-63DF-AE9748CAAFB3}" dt="2026-05-13T00:41:57.307" v="604" actId="1076"/>
        <pc:sldMkLst>
          <pc:docMk/>
          <pc:sldMk cId="1727097945" sldId="287"/>
        </pc:sldMkLst>
        <pc:spChg chg="mod">
          <ac:chgData name="REIMONDO NAHUEL ALEJO" userId="S::nreimondo@uade.edu.ar::6321e4ea-f963-4ffe-8417-f757321f65f7" providerId="AD" clId="Web-{4F432D1B-7505-1B32-63DF-AE9748CAAFB3}" dt="2026-05-13T00:41:10.181" v="600" actId="14100"/>
          <ac:spMkLst>
            <pc:docMk/>
            <pc:sldMk cId="1727097945" sldId="287"/>
            <ac:spMk id="3" creationId="{FABD905D-0185-5C29-FB43-1E8824CCE886}"/>
          </ac:spMkLst>
        </pc:spChg>
        <pc:picChg chg="add mod">
          <ac:chgData name="REIMONDO NAHUEL ALEJO" userId="S::nreimondo@uade.edu.ar::6321e4ea-f963-4ffe-8417-f757321f65f7" providerId="AD" clId="Web-{4F432D1B-7505-1B32-63DF-AE9748CAAFB3}" dt="2026-05-13T00:41:57.307" v="604" actId="1076"/>
          <ac:picMkLst>
            <pc:docMk/>
            <pc:sldMk cId="1727097945" sldId="287"/>
            <ac:picMk id="4" creationId="{6C1AF534-F5DD-B9E6-C69B-FD7A2C267A05}"/>
          </ac:picMkLst>
        </pc:picChg>
        <pc:picChg chg="del">
          <ac:chgData name="REIMONDO NAHUEL ALEJO" userId="S::nreimondo@uade.edu.ar::6321e4ea-f963-4ffe-8417-f757321f65f7" providerId="AD" clId="Web-{4F432D1B-7505-1B32-63DF-AE9748CAAFB3}" dt="2026-05-13T00:39:16.725" v="510"/>
          <ac:picMkLst>
            <pc:docMk/>
            <pc:sldMk cId="1727097945" sldId="287"/>
            <ac:picMk id="5" creationId="{BEFE3F72-DAAF-5FBA-D31B-D5015EC37816}"/>
          </ac:picMkLst>
        </pc:picChg>
      </pc:sldChg>
      <pc:sldChg chg="delSp modSp add replId">
        <pc:chgData name="REIMONDO NAHUEL ALEJO" userId="S::nreimondo@uade.edu.ar::6321e4ea-f963-4ffe-8417-f757321f65f7" providerId="AD" clId="Web-{4F432D1B-7505-1B32-63DF-AE9748CAAFB3}" dt="2026-05-13T00:47:38.188" v="943" actId="20577"/>
        <pc:sldMkLst>
          <pc:docMk/>
          <pc:sldMk cId="920855270" sldId="288"/>
        </pc:sldMkLst>
        <pc:spChg chg="mod">
          <ac:chgData name="REIMONDO NAHUEL ALEJO" userId="S::nreimondo@uade.edu.ar::6321e4ea-f963-4ffe-8417-f757321f65f7" providerId="AD" clId="Web-{4F432D1B-7505-1B32-63DF-AE9748CAAFB3}" dt="2026-05-13T00:47:38.188" v="943" actId="20577"/>
          <ac:spMkLst>
            <pc:docMk/>
            <pc:sldMk cId="920855270" sldId="288"/>
            <ac:spMk id="3" creationId="{04014C03-7B43-7995-BF4E-BE515F3D68CE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0:42:20.245" v="606"/>
          <ac:picMkLst>
            <pc:docMk/>
            <pc:sldMk cId="920855270" sldId="288"/>
            <ac:picMk id="4" creationId="{B9A098A3-535C-7ACA-A489-C3DCA4F9935F}"/>
          </ac:picMkLst>
        </pc:picChg>
      </pc:sldChg>
      <pc:sldChg chg="addSp modSp add replId">
        <pc:chgData name="REIMONDO NAHUEL ALEJO" userId="S::nreimondo@uade.edu.ar::6321e4ea-f963-4ffe-8417-f757321f65f7" providerId="AD" clId="Web-{4F432D1B-7505-1B32-63DF-AE9748CAAFB3}" dt="2026-05-13T00:50:10.352" v="1016" actId="1076"/>
        <pc:sldMkLst>
          <pc:docMk/>
          <pc:sldMk cId="3872221403" sldId="289"/>
        </pc:sldMkLst>
        <pc:spChg chg="mod">
          <ac:chgData name="REIMONDO NAHUEL ALEJO" userId="S::nreimondo@uade.edu.ar::6321e4ea-f963-4ffe-8417-f757321f65f7" providerId="AD" clId="Web-{4F432D1B-7505-1B32-63DF-AE9748CAAFB3}" dt="2026-05-13T00:49:50.507" v="1012" actId="20577"/>
          <ac:spMkLst>
            <pc:docMk/>
            <pc:sldMk cId="3872221403" sldId="289"/>
            <ac:spMk id="3" creationId="{BE4B35B8-6855-3A01-3C30-732CBBF40A92}"/>
          </ac:spMkLst>
        </pc:spChg>
        <pc:picChg chg="add mod">
          <ac:chgData name="REIMONDO NAHUEL ALEJO" userId="S::nreimondo@uade.edu.ar::6321e4ea-f963-4ffe-8417-f757321f65f7" providerId="AD" clId="Web-{4F432D1B-7505-1B32-63DF-AE9748CAAFB3}" dt="2026-05-13T00:50:10.352" v="1016" actId="1076"/>
          <ac:picMkLst>
            <pc:docMk/>
            <pc:sldMk cId="3872221403" sldId="289"/>
            <ac:picMk id="4" creationId="{A0A86674-FF61-C883-8343-F8F1D8E77F21}"/>
          </ac:picMkLst>
        </pc:picChg>
      </pc:sldChg>
      <pc:sldChg chg="delSp modSp add replId">
        <pc:chgData name="REIMONDO NAHUEL ALEJO" userId="S::nreimondo@uade.edu.ar::6321e4ea-f963-4ffe-8417-f757321f65f7" providerId="AD" clId="Web-{4F432D1B-7505-1B32-63DF-AE9748CAAFB3}" dt="2026-05-13T00:52:17.891" v="1118" actId="20577"/>
        <pc:sldMkLst>
          <pc:docMk/>
          <pc:sldMk cId="3017881970" sldId="290"/>
        </pc:sldMkLst>
        <pc:spChg chg="mod">
          <ac:chgData name="REIMONDO NAHUEL ALEJO" userId="S::nreimondo@uade.edu.ar::6321e4ea-f963-4ffe-8417-f757321f65f7" providerId="AD" clId="Web-{4F432D1B-7505-1B32-63DF-AE9748CAAFB3}" dt="2026-05-13T00:52:17.891" v="1118" actId="20577"/>
          <ac:spMkLst>
            <pc:docMk/>
            <pc:sldMk cId="3017881970" sldId="290"/>
            <ac:spMk id="3" creationId="{C9D1A22B-A50E-54BA-39AD-E42824380E29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0:50:38.323" v="1018"/>
          <ac:picMkLst>
            <pc:docMk/>
            <pc:sldMk cId="3017881970" sldId="290"/>
            <ac:picMk id="4" creationId="{5143BE82-E52F-BF18-3D6F-ADE7C13DDAA6}"/>
          </ac:picMkLst>
        </pc:picChg>
      </pc:sldChg>
      <pc:sldChg chg="addSp modSp add replId">
        <pc:chgData name="REIMONDO NAHUEL ALEJO" userId="S::nreimondo@uade.edu.ar::6321e4ea-f963-4ffe-8417-f757321f65f7" providerId="AD" clId="Web-{4F432D1B-7505-1B32-63DF-AE9748CAAFB3}" dt="2026-05-13T02:36:53.923" v="1183" actId="14100"/>
        <pc:sldMkLst>
          <pc:docMk/>
          <pc:sldMk cId="3119453326" sldId="291"/>
        </pc:sldMkLst>
        <pc:spChg chg="mod">
          <ac:chgData name="REIMONDO NAHUEL ALEJO" userId="S::nreimondo@uade.edu.ar::6321e4ea-f963-4ffe-8417-f757321f65f7" providerId="AD" clId="Web-{4F432D1B-7505-1B32-63DF-AE9748CAAFB3}" dt="2026-05-13T02:36:53.923" v="1183" actId="14100"/>
          <ac:spMkLst>
            <pc:docMk/>
            <pc:sldMk cId="3119453326" sldId="291"/>
            <ac:spMk id="3" creationId="{FEDC9AD0-7D7D-7307-4245-0F482E522EA4}"/>
          </ac:spMkLst>
        </pc:spChg>
        <pc:picChg chg="add mod">
          <ac:chgData name="REIMONDO NAHUEL ALEJO" userId="S::nreimondo@uade.edu.ar::6321e4ea-f963-4ffe-8417-f757321f65f7" providerId="AD" clId="Web-{4F432D1B-7505-1B32-63DF-AE9748CAAFB3}" dt="2026-05-13T02:36:45.298" v="1182" actId="1076"/>
          <ac:picMkLst>
            <pc:docMk/>
            <pc:sldMk cId="3119453326" sldId="291"/>
            <ac:picMk id="4" creationId="{5AECEBD4-6145-AF19-5591-405257643134}"/>
          </ac:picMkLst>
        </pc:picChg>
      </pc:sldChg>
      <pc:sldChg chg="delSp modSp add replId">
        <pc:chgData name="REIMONDO NAHUEL ALEJO" userId="S::nreimondo@uade.edu.ar::6321e4ea-f963-4ffe-8417-f757321f65f7" providerId="AD" clId="Web-{4F432D1B-7505-1B32-63DF-AE9748CAAFB3}" dt="2026-05-13T02:39:40.057" v="1357" actId="20577"/>
        <pc:sldMkLst>
          <pc:docMk/>
          <pc:sldMk cId="3467714616" sldId="292"/>
        </pc:sldMkLst>
        <pc:spChg chg="mod">
          <ac:chgData name="REIMONDO NAHUEL ALEJO" userId="S::nreimondo@uade.edu.ar::6321e4ea-f963-4ffe-8417-f757321f65f7" providerId="AD" clId="Web-{4F432D1B-7505-1B32-63DF-AE9748CAAFB3}" dt="2026-05-13T02:39:40.057" v="1357" actId="20577"/>
          <ac:spMkLst>
            <pc:docMk/>
            <pc:sldMk cId="3467714616" sldId="292"/>
            <ac:spMk id="3" creationId="{B274438D-00CA-79BE-1BD9-B701CCF5DDDB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2:37:15.174" v="1185"/>
          <ac:picMkLst>
            <pc:docMk/>
            <pc:sldMk cId="3467714616" sldId="292"/>
            <ac:picMk id="4" creationId="{1674694F-47F9-5C9E-95C9-2DEA1B7336F9}"/>
          </ac:picMkLst>
        </pc:picChg>
      </pc:sldChg>
      <pc:sldChg chg="modSp add replId">
        <pc:chgData name="REIMONDO NAHUEL ALEJO" userId="S::nreimondo@uade.edu.ar::6321e4ea-f963-4ffe-8417-f757321f65f7" providerId="AD" clId="Web-{4F432D1B-7505-1B32-63DF-AE9748CAAFB3}" dt="2026-05-13T03:01:10.627" v="1590" actId="20577"/>
        <pc:sldMkLst>
          <pc:docMk/>
          <pc:sldMk cId="299523834" sldId="293"/>
        </pc:sldMkLst>
        <pc:spChg chg="mod">
          <ac:chgData name="REIMONDO NAHUEL ALEJO" userId="S::nreimondo@uade.edu.ar::6321e4ea-f963-4ffe-8417-f757321f65f7" providerId="AD" clId="Web-{4F432D1B-7505-1B32-63DF-AE9748CAAFB3}" dt="2026-05-13T03:01:10.627" v="1590" actId="20577"/>
          <ac:spMkLst>
            <pc:docMk/>
            <pc:sldMk cId="299523834" sldId="293"/>
            <ac:spMk id="3" creationId="{71C6B7B1-121B-90DF-4D6B-B9E68B4C3BFB}"/>
          </ac:spMkLst>
        </pc:spChg>
      </pc:sldChg>
      <pc:sldChg chg="addSp modSp add replId">
        <pc:chgData name="REIMONDO NAHUEL ALEJO" userId="S::nreimondo@uade.edu.ar::6321e4ea-f963-4ffe-8417-f757321f65f7" providerId="AD" clId="Web-{4F432D1B-7505-1B32-63DF-AE9748CAAFB3}" dt="2026-05-13T03:05:31.695" v="1659" actId="20577"/>
        <pc:sldMkLst>
          <pc:docMk/>
          <pc:sldMk cId="96527722" sldId="294"/>
        </pc:sldMkLst>
        <pc:spChg chg="mod">
          <ac:chgData name="REIMONDO NAHUEL ALEJO" userId="S::nreimondo@uade.edu.ar::6321e4ea-f963-4ffe-8417-f757321f65f7" providerId="AD" clId="Web-{4F432D1B-7505-1B32-63DF-AE9748CAAFB3}" dt="2026-05-13T03:05:31.695" v="1659" actId="20577"/>
          <ac:spMkLst>
            <pc:docMk/>
            <pc:sldMk cId="96527722" sldId="294"/>
            <ac:spMk id="3" creationId="{E51707D1-B437-EEFD-E67A-2FB3995986F4}"/>
          </ac:spMkLst>
        </pc:spChg>
        <pc:picChg chg="add mod">
          <ac:chgData name="REIMONDO NAHUEL ALEJO" userId="S::nreimondo@uade.edu.ar::6321e4ea-f963-4ffe-8417-f757321f65f7" providerId="AD" clId="Web-{4F432D1B-7505-1B32-63DF-AE9748CAAFB3}" dt="2026-05-13T03:05:15.835" v="1636" actId="14100"/>
          <ac:picMkLst>
            <pc:docMk/>
            <pc:sldMk cId="96527722" sldId="294"/>
            <ac:picMk id="4" creationId="{23A93807-6907-2910-F8EC-4CE1CE1891F7}"/>
          </ac:picMkLst>
        </pc:picChg>
      </pc:sldChg>
      <pc:sldChg chg="addSp delSp modSp add replId">
        <pc:chgData name="REIMONDO NAHUEL ALEJO" userId="S::nreimondo@uade.edu.ar::6321e4ea-f963-4ffe-8417-f757321f65f7" providerId="AD" clId="Web-{4F432D1B-7505-1B32-63DF-AE9748CAAFB3}" dt="2026-05-13T03:10:08.160" v="1758" actId="1076"/>
        <pc:sldMkLst>
          <pc:docMk/>
          <pc:sldMk cId="3941676615" sldId="295"/>
        </pc:sldMkLst>
        <pc:spChg chg="mod">
          <ac:chgData name="REIMONDO NAHUEL ALEJO" userId="S::nreimondo@uade.edu.ar::6321e4ea-f963-4ffe-8417-f757321f65f7" providerId="AD" clId="Web-{4F432D1B-7505-1B32-63DF-AE9748CAAFB3}" dt="2026-05-13T03:09:45.238" v="1754" actId="20577"/>
          <ac:spMkLst>
            <pc:docMk/>
            <pc:sldMk cId="3941676615" sldId="295"/>
            <ac:spMk id="3" creationId="{9EFD676C-AD3F-B21B-867D-70092F9DBE17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3:06:31.149" v="1661"/>
          <ac:picMkLst>
            <pc:docMk/>
            <pc:sldMk cId="3941676615" sldId="295"/>
            <ac:picMk id="4" creationId="{2474D425-4045-7FAC-C559-2B9F5621A0D3}"/>
          </ac:picMkLst>
        </pc:picChg>
        <pc:picChg chg="add del mod">
          <ac:chgData name="REIMONDO NAHUEL ALEJO" userId="S::nreimondo@uade.edu.ar::6321e4ea-f963-4ffe-8417-f757321f65f7" providerId="AD" clId="Web-{4F432D1B-7505-1B32-63DF-AE9748CAAFB3}" dt="2026-05-13T03:09:26.061" v="1728"/>
          <ac:picMkLst>
            <pc:docMk/>
            <pc:sldMk cId="3941676615" sldId="295"/>
            <ac:picMk id="5" creationId="{70A8CEEF-9A2D-03CD-71EF-8DC6F61EC90B}"/>
          </ac:picMkLst>
        </pc:picChg>
        <pc:picChg chg="add mod">
          <ac:chgData name="REIMONDO NAHUEL ALEJO" userId="S::nreimondo@uade.edu.ar::6321e4ea-f963-4ffe-8417-f757321f65f7" providerId="AD" clId="Web-{4F432D1B-7505-1B32-63DF-AE9748CAAFB3}" dt="2026-05-13T03:10:08.160" v="1758" actId="1076"/>
          <ac:picMkLst>
            <pc:docMk/>
            <pc:sldMk cId="3941676615" sldId="295"/>
            <ac:picMk id="6" creationId="{9F243DB1-6FF3-7D55-E93B-0D0FB0220A20}"/>
          </ac:picMkLst>
        </pc:picChg>
      </pc:sldChg>
      <pc:sldChg chg="modSp add ord replId">
        <pc:chgData name="REIMONDO NAHUEL ALEJO" userId="S::nreimondo@uade.edu.ar::6321e4ea-f963-4ffe-8417-f757321f65f7" providerId="AD" clId="Web-{4F432D1B-7505-1B32-63DF-AE9748CAAFB3}" dt="2026-05-13T03:09:21.186" v="1727"/>
        <pc:sldMkLst>
          <pc:docMk/>
          <pc:sldMk cId="1609703851" sldId="296"/>
        </pc:sldMkLst>
        <pc:spChg chg="mod">
          <ac:chgData name="REIMONDO NAHUEL ALEJO" userId="S::nreimondo@uade.edu.ar::6321e4ea-f963-4ffe-8417-f757321f65f7" providerId="AD" clId="Web-{4F432D1B-7505-1B32-63DF-AE9748CAAFB3}" dt="2026-05-13T03:09:16.108" v="1726" actId="20577"/>
          <ac:spMkLst>
            <pc:docMk/>
            <pc:sldMk cId="1609703851" sldId="296"/>
            <ac:spMk id="3" creationId="{F68B5AF0-E8DD-E984-CB01-5E0906CB08A4}"/>
          </ac:spMkLst>
        </pc:spChg>
      </pc:sldChg>
      <pc:sldChg chg="addSp delSp modSp add replId">
        <pc:chgData name="REIMONDO NAHUEL ALEJO" userId="S::nreimondo@uade.edu.ar::6321e4ea-f963-4ffe-8417-f757321f65f7" providerId="AD" clId="Web-{4F432D1B-7505-1B32-63DF-AE9748CAAFB3}" dt="2026-05-13T03:10:52.989" v="1765" actId="14100"/>
        <pc:sldMkLst>
          <pc:docMk/>
          <pc:sldMk cId="1259359750" sldId="297"/>
        </pc:sldMkLst>
        <pc:spChg chg="del">
          <ac:chgData name="REIMONDO NAHUEL ALEJO" userId="S::nreimondo@uade.edu.ar::6321e4ea-f963-4ffe-8417-f757321f65f7" providerId="AD" clId="Web-{4F432D1B-7505-1B32-63DF-AE9748CAAFB3}" dt="2026-05-13T03:10:25.863" v="1761"/>
          <ac:spMkLst>
            <pc:docMk/>
            <pc:sldMk cId="1259359750" sldId="297"/>
            <ac:spMk id="3" creationId="{5B304EA4-4EF9-166E-8373-7442DF6B65AA}"/>
          </ac:spMkLst>
        </pc:spChg>
        <pc:spChg chg="add del mod">
          <ac:chgData name="REIMONDO NAHUEL ALEJO" userId="S::nreimondo@uade.edu.ar::6321e4ea-f963-4ffe-8417-f757321f65f7" providerId="AD" clId="Web-{4F432D1B-7505-1B32-63DF-AE9748CAAFB3}" dt="2026-05-13T03:10:29.145" v="1762"/>
          <ac:spMkLst>
            <pc:docMk/>
            <pc:sldMk cId="1259359750" sldId="297"/>
            <ac:spMk id="5" creationId="{3186AA71-1252-44A9-B0AA-A79CECCC3766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3:10:21.910" v="1760"/>
          <ac:picMkLst>
            <pc:docMk/>
            <pc:sldMk cId="1259359750" sldId="297"/>
            <ac:picMk id="6" creationId="{8574BEA6-C01A-F5CA-0D80-BBC9BE1E83C4}"/>
          </ac:picMkLst>
        </pc:picChg>
        <pc:picChg chg="add mod">
          <ac:chgData name="REIMONDO NAHUEL ALEJO" userId="S::nreimondo@uade.edu.ar::6321e4ea-f963-4ffe-8417-f757321f65f7" providerId="AD" clId="Web-{4F432D1B-7505-1B32-63DF-AE9748CAAFB3}" dt="2026-05-13T03:10:52.989" v="1765" actId="14100"/>
          <ac:picMkLst>
            <pc:docMk/>
            <pc:sldMk cId="1259359750" sldId="297"/>
            <ac:picMk id="7" creationId="{8446416A-E091-4D4B-8233-1AF822BFE77F}"/>
          </ac:picMkLst>
        </pc:picChg>
      </pc:sldChg>
      <pc:sldChg chg="add del replId">
        <pc:chgData name="REIMONDO NAHUEL ALEJO" userId="S::nreimondo@uade.edu.ar::6321e4ea-f963-4ffe-8417-f757321f65f7" providerId="AD" clId="Web-{4F432D1B-7505-1B32-63DF-AE9748CAAFB3}" dt="2026-05-13T03:10:58.848" v="1767"/>
        <pc:sldMkLst>
          <pc:docMk/>
          <pc:sldMk cId="487809285" sldId="298"/>
        </pc:sldMkLst>
      </pc:sldChg>
      <pc:sldChg chg="delSp modSp add ord replId">
        <pc:chgData name="REIMONDO NAHUEL ALEJO" userId="S::nreimondo@uade.edu.ar::6321e4ea-f963-4ffe-8417-f757321f65f7" providerId="AD" clId="Web-{4F432D1B-7505-1B32-63DF-AE9748CAAFB3}" dt="2026-05-13T03:20:44.105" v="2094" actId="20577"/>
        <pc:sldMkLst>
          <pc:docMk/>
          <pc:sldMk cId="1730569284" sldId="298"/>
        </pc:sldMkLst>
        <pc:spChg chg="mod">
          <ac:chgData name="REIMONDO NAHUEL ALEJO" userId="S::nreimondo@uade.edu.ar::6321e4ea-f963-4ffe-8417-f757321f65f7" providerId="AD" clId="Web-{4F432D1B-7505-1B32-63DF-AE9748CAAFB3}" dt="2026-05-13T03:20:44.105" v="2094" actId="20577"/>
          <ac:spMkLst>
            <pc:docMk/>
            <pc:sldMk cId="1730569284" sldId="298"/>
            <ac:spMk id="3" creationId="{04BC0823-52AF-ACFA-EFBA-B62583DE62B1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3:11:04.520" v="1770"/>
          <ac:picMkLst>
            <pc:docMk/>
            <pc:sldMk cId="1730569284" sldId="298"/>
            <ac:picMk id="6" creationId="{04DC9CC1-ABB1-380B-40EB-ECD33A87D403}"/>
          </ac:picMkLst>
        </pc:picChg>
      </pc:sldChg>
      <pc:sldChg chg="addSp modSp add replId">
        <pc:chgData name="REIMONDO NAHUEL ALEJO" userId="S::nreimondo@uade.edu.ar::6321e4ea-f963-4ffe-8417-f757321f65f7" providerId="AD" clId="Web-{4F432D1B-7505-1B32-63DF-AE9748CAAFB3}" dt="2026-05-13T03:15:51.285" v="2008" actId="1076"/>
        <pc:sldMkLst>
          <pc:docMk/>
          <pc:sldMk cId="200321813" sldId="299"/>
        </pc:sldMkLst>
        <pc:spChg chg="mod">
          <ac:chgData name="REIMONDO NAHUEL ALEJO" userId="S::nreimondo@uade.edu.ar::6321e4ea-f963-4ffe-8417-f757321f65f7" providerId="AD" clId="Web-{4F432D1B-7505-1B32-63DF-AE9748CAAFB3}" dt="2026-05-13T03:15:00.673" v="2004" actId="14100"/>
          <ac:spMkLst>
            <pc:docMk/>
            <pc:sldMk cId="200321813" sldId="299"/>
            <ac:spMk id="3" creationId="{9E9E4D8F-5B44-6D11-B62D-6B42183156F3}"/>
          </ac:spMkLst>
        </pc:spChg>
        <pc:picChg chg="add mod">
          <ac:chgData name="REIMONDO NAHUEL ALEJO" userId="S::nreimondo@uade.edu.ar::6321e4ea-f963-4ffe-8417-f757321f65f7" providerId="AD" clId="Web-{4F432D1B-7505-1B32-63DF-AE9748CAAFB3}" dt="2026-05-13T03:15:51.285" v="2008" actId="1076"/>
          <ac:picMkLst>
            <pc:docMk/>
            <pc:sldMk cId="200321813" sldId="299"/>
            <ac:picMk id="4" creationId="{7483A1D4-7729-2709-6CAD-80BAC1CABD84}"/>
          </ac:picMkLst>
        </pc:picChg>
      </pc:sldChg>
      <pc:sldChg chg="delSp modSp add replId">
        <pc:chgData name="REIMONDO NAHUEL ALEJO" userId="S::nreimondo@uade.edu.ar::6321e4ea-f963-4ffe-8417-f757321f65f7" providerId="AD" clId="Web-{4F432D1B-7505-1B32-63DF-AE9748CAAFB3}" dt="2026-05-13T03:21:27.715" v="2141" actId="20577"/>
        <pc:sldMkLst>
          <pc:docMk/>
          <pc:sldMk cId="2014161336" sldId="300"/>
        </pc:sldMkLst>
        <pc:spChg chg="mod">
          <ac:chgData name="REIMONDO NAHUEL ALEJO" userId="S::nreimondo@uade.edu.ar::6321e4ea-f963-4ffe-8417-f757321f65f7" providerId="AD" clId="Web-{4F432D1B-7505-1B32-63DF-AE9748CAAFB3}" dt="2026-05-13T03:21:27.715" v="2141" actId="20577"/>
          <ac:spMkLst>
            <pc:docMk/>
            <pc:sldMk cId="2014161336" sldId="300"/>
            <ac:spMk id="3" creationId="{DDB58086-D8B3-1A66-95CA-6D85EB69E34E}"/>
          </ac:spMkLst>
        </pc:spChg>
        <pc:picChg chg="del">
          <ac:chgData name="REIMONDO NAHUEL ALEJO" userId="S::nreimondo@uade.edu.ar::6321e4ea-f963-4ffe-8417-f757321f65f7" providerId="AD" clId="Web-{4F432D1B-7505-1B32-63DF-AE9748CAAFB3}" dt="2026-05-13T03:20:59.980" v="2095"/>
          <ac:picMkLst>
            <pc:docMk/>
            <pc:sldMk cId="2014161336" sldId="300"/>
            <ac:picMk id="4" creationId="{408510B3-9321-AE49-3D8E-CFA4BAAD6CB6}"/>
          </ac:picMkLst>
        </pc:picChg>
      </pc:sldChg>
      <pc:sldChg chg="modSp add replId">
        <pc:chgData name="REIMONDO NAHUEL ALEJO" userId="S::nreimondo@uade.edu.ar::6321e4ea-f963-4ffe-8417-f757321f65f7" providerId="AD" clId="Web-{4F432D1B-7505-1B32-63DF-AE9748CAAFB3}" dt="2026-05-13T03:42:01.430" v="2293" actId="20577"/>
        <pc:sldMkLst>
          <pc:docMk/>
          <pc:sldMk cId="31824564" sldId="301"/>
        </pc:sldMkLst>
        <pc:spChg chg="mod">
          <ac:chgData name="REIMONDO NAHUEL ALEJO" userId="S::nreimondo@uade.edu.ar::6321e4ea-f963-4ffe-8417-f757321f65f7" providerId="AD" clId="Web-{4F432D1B-7505-1B32-63DF-AE9748CAAFB3}" dt="2026-05-13T03:22:38.748" v="2163" actId="20577"/>
          <ac:spMkLst>
            <pc:docMk/>
            <pc:sldMk cId="31824564" sldId="301"/>
            <ac:spMk id="2" creationId="{513DE06C-BBF3-4E1A-8269-E238449E9513}"/>
          </ac:spMkLst>
        </pc:spChg>
        <pc:spChg chg="mod">
          <ac:chgData name="REIMONDO NAHUEL ALEJO" userId="S::nreimondo@uade.edu.ar::6321e4ea-f963-4ffe-8417-f757321f65f7" providerId="AD" clId="Web-{4F432D1B-7505-1B32-63DF-AE9748CAAFB3}" dt="2026-05-13T03:42:01.430" v="2293" actId="20577"/>
          <ac:spMkLst>
            <pc:docMk/>
            <pc:sldMk cId="31824564" sldId="301"/>
            <ac:spMk id="3" creationId="{67F6ABA0-42C4-81C8-607A-62F5EFA617BA}"/>
          </ac:spMkLst>
        </pc:spChg>
      </pc:sldChg>
      <pc:sldChg chg="add ord replId">
        <pc:chgData name="REIMONDO NAHUEL ALEJO" userId="S::nreimondo@uade.edu.ar::6321e4ea-f963-4ffe-8417-f757321f65f7" providerId="AD" clId="Web-{4F432D1B-7505-1B32-63DF-AE9748CAAFB3}" dt="2026-05-13T03:22:30.139" v="2144"/>
        <pc:sldMkLst>
          <pc:docMk/>
          <pc:sldMk cId="967356949" sldId="302"/>
        </pc:sldMkLst>
      </pc:sldChg>
      <pc:sldChg chg="modSp add replId">
        <pc:chgData name="REIMONDO NAHUEL ALEJO" userId="S::nreimondo@uade.edu.ar::6321e4ea-f963-4ffe-8417-f757321f65f7" providerId="AD" clId="Web-{4F432D1B-7505-1B32-63DF-AE9748CAAFB3}" dt="2026-05-13T03:44:04.760" v="2463" actId="20577"/>
        <pc:sldMkLst>
          <pc:docMk/>
          <pc:sldMk cId="2756206468" sldId="303"/>
        </pc:sldMkLst>
        <pc:spChg chg="mod">
          <ac:chgData name="REIMONDO NAHUEL ALEJO" userId="S::nreimondo@uade.edu.ar::6321e4ea-f963-4ffe-8417-f757321f65f7" providerId="AD" clId="Web-{4F432D1B-7505-1B32-63DF-AE9748CAAFB3}" dt="2026-05-13T03:42:42.275" v="2308" actId="14100"/>
          <ac:spMkLst>
            <pc:docMk/>
            <pc:sldMk cId="2756206468" sldId="303"/>
            <ac:spMk id="2" creationId="{DA7DA8D4-63A7-CBEE-8C24-07E6266E14C3}"/>
          </ac:spMkLst>
        </pc:spChg>
        <pc:spChg chg="mod">
          <ac:chgData name="REIMONDO NAHUEL ALEJO" userId="S::nreimondo@uade.edu.ar::6321e4ea-f963-4ffe-8417-f757321f65f7" providerId="AD" clId="Web-{4F432D1B-7505-1B32-63DF-AE9748CAAFB3}" dt="2026-05-13T03:44:04.760" v="2463" actId="20577"/>
          <ac:spMkLst>
            <pc:docMk/>
            <pc:sldMk cId="2756206468" sldId="303"/>
            <ac:spMk id="3" creationId="{6DAA4217-5C0D-6E57-D016-B9A12861E121}"/>
          </ac:spMkLst>
        </pc:spChg>
      </pc:sldChg>
    </pc:docChg>
  </pc:docChgLst>
  <pc:docChgLst>
    <pc:chgData name="REIMONDO NAHUEL ALEJO" userId="S::nreimondo@uade.edu.ar::6321e4ea-f963-4ffe-8417-f757321f65f7" providerId="AD" clId="Web-{B9ADD94C-0370-EDF4-FC72-DAC86020B1CE}"/>
    <pc:docChg chg="modSld">
      <pc:chgData name="REIMONDO NAHUEL ALEJO" userId="S::nreimondo@uade.edu.ar::6321e4ea-f963-4ffe-8417-f757321f65f7" providerId="AD" clId="Web-{B9ADD94C-0370-EDF4-FC72-DAC86020B1CE}" dt="2026-05-13T03:50:31.987" v="118" actId="20577"/>
      <pc:docMkLst>
        <pc:docMk/>
      </pc:docMkLst>
      <pc:sldChg chg="modSp">
        <pc:chgData name="REIMONDO NAHUEL ALEJO" userId="S::nreimondo@uade.edu.ar::6321e4ea-f963-4ffe-8417-f757321f65f7" providerId="AD" clId="Web-{B9ADD94C-0370-EDF4-FC72-DAC86020B1CE}" dt="2026-05-13T03:50:31.987" v="118" actId="20577"/>
        <pc:sldMkLst>
          <pc:docMk/>
          <pc:sldMk cId="2756206468" sldId="303"/>
        </pc:sldMkLst>
        <pc:spChg chg="mod">
          <ac:chgData name="REIMONDO NAHUEL ALEJO" userId="S::nreimondo@uade.edu.ar::6321e4ea-f963-4ffe-8417-f757321f65f7" providerId="AD" clId="Web-{B9ADD94C-0370-EDF4-FC72-DAC86020B1CE}" dt="2026-05-13T03:50:31.987" v="118" actId="20577"/>
          <ac:spMkLst>
            <pc:docMk/>
            <pc:sldMk cId="2756206468" sldId="303"/>
            <ac:spMk id="3" creationId="{6DAA4217-5C0D-6E57-D016-B9A12861E1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photonengine.com/voice/current/getting-started/voice-for-pun#punvoiceclient" TargetMode="External"/><Relationship Id="rId2" Type="http://schemas.openxmlformats.org/officeDocument/2006/relationships/hyperlink" Target="https://doc.photonengine.com/chat/current/getting-started/chat-intro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tore.unity.com/packages/tools/audio/unity-building-block-vivox-voice-and-text-36950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Sync</a:t>
            </a:r>
            <a:endParaRPr lang="en-US" dirty="0" err="1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2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Sincronización de sucesos</a:t>
            </a:r>
            <a:endParaRPr lang="es-AR" b="1" dirty="0">
              <a:latin typeface="Grandview Display"/>
            </a:endParaRPr>
          </a:p>
          <a:p>
            <a:r>
              <a:rPr lang="es-AR" b="1" dirty="0" err="1">
                <a:latin typeface="Grandview Display"/>
              </a:rPr>
              <a:t>Nickname</a:t>
            </a:r>
          </a:p>
          <a:p>
            <a:r>
              <a:rPr lang="es-AR" b="1" dirty="0" err="1">
                <a:latin typeface="Grandview Display"/>
              </a:rPr>
              <a:t>Custome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Package</a:t>
            </a:r>
          </a:p>
          <a:p>
            <a:r>
              <a:rPr lang="es-AR" b="1" dirty="0">
                <a:latin typeface="Grandview Display"/>
              </a:rPr>
              <a:t>Otras </a:t>
            </a:r>
            <a:r>
              <a:rPr lang="es-AR" b="1" dirty="0" err="1">
                <a:latin typeface="Grandview Display"/>
              </a:rPr>
              <a:t>tools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Photon</a:t>
            </a:r>
            <a:endParaRPr lang="es-AR" dirty="0" err="1"/>
          </a:p>
          <a:p>
            <a:r>
              <a:rPr lang="es-AR" b="1">
                <a:latin typeface="Grandview Display"/>
              </a:rPr>
              <a:t>Herramientas alternas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264DA-9C56-7D1E-740D-C3FD77D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D30-69A4-F051-EF2D-70573467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Sync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8982-91A4-7262-7295-3B0BB65C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las herramientas que tenemos para </a:t>
            </a:r>
            <a:r>
              <a:rPr lang="es-AR" b="1">
                <a:latin typeface="Grandview Display"/>
              </a:rPr>
              <a:t>sincronizar</a:t>
            </a:r>
            <a:r>
              <a:rPr lang="es-AR" b="1" dirty="0">
                <a:latin typeface="Grandview Display"/>
              </a:rPr>
              <a:t> información a lo largo del juego, incluso mandar eventos esporádicos entre clientes.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habrá casos en donde vamos a requerir más precisión, en los que para nuestro juego sea importante "decidir qué sucedió primero" o que </a:t>
            </a:r>
            <a:r>
              <a:rPr lang="es-AR" b="1">
                <a:latin typeface="Grandview Display"/>
              </a:rPr>
              <a:t>algo suceda al mismo tiempo en 2 o más clientes.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Y, por supuesto, que</a:t>
            </a:r>
            <a:r>
              <a:rPr lang="es-AR" b="1" dirty="0">
                <a:latin typeface="Grandview Display"/>
              </a:rPr>
              <a:t> el usuario lo perciba justo y cómodo.</a:t>
            </a: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03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E0BCE-04CD-75D9-F90F-3599AA75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3260-B022-658D-0B0E-3D228D38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Sync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96D18-937D-5AD7-A3FC-2601958D3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es-AR" b="1" dirty="0">
                <a:latin typeface="Grandview Display"/>
              </a:rPr>
              <a:t>Quién disparó primero?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juegos de disparos habrá muchos más factores a tener en cuenta, no solo el disparo, sino la animación y otras visuales.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por ahora nosotros vamos a </a:t>
            </a:r>
            <a:r>
              <a:rPr lang="es-AR" b="1" dirty="0" err="1">
                <a:latin typeface="Grandview Display"/>
              </a:rPr>
              <a:t>enfoarnos</a:t>
            </a:r>
            <a:r>
              <a:rPr lang="es-AR" b="1" dirty="0">
                <a:latin typeface="Grandview Display"/>
              </a:rPr>
              <a:t> en una versión reducida.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Un duelo de cowboys. </a:t>
            </a: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248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D26B5-85D3-7596-53D8-427367E7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68D7-0F23-077D-C770-AD616B56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Cowboys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355D-51C6-17C2-2591-8C91AFE7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Primero debemos determinar la ventana en la </a:t>
            </a:r>
            <a:r>
              <a:rPr lang="es-AR" b="1" err="1">
                <a:latin typeface="Grandview Display"/>
              </a:rPr>
              <a:t>qu</a:t>
            </a:r>
            <a:r>
              <a:rPr lang="es-AR" b="1">
                <a:latin typeface="Grandview Display"/>
              </a:rPr>
              <a:t>e pueden disparar.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Ambos deben ver un reloj en pantalla, el </a:t>
            </a:r>
            <a:r>
              <a:rPr lang="es-AR" b="1">
                <a:latin typeface="Grandview Display"/>
              </a:rPr>
              <a:t>cua</a:t>
            </a:r>
            <a:r>
              <a:rPr lang="es-AR" b="1" dirty="0">
                <a:latin typeface="Grandview Display"/>
              </a:rPr>
              <a:t>l mostrará la hora del dispositivo.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Solo podrán disparar si los segundos de ese reloj son </a:t>
            </a:r>
            <a:r>
              <a:rPr lang="es-AR" b="1">
                <a:latin typeface="Grandview Display"/>
              </a:rPr>
              <a:t>múltiplos de 3.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Solo pueden disparar una vez en ese intervalo, es decir hasta que los segundos vuelvan a ser </a:t>
            </a:r>
            <a:r>
              <a:rPr lang="es-AR" b="1">
                <a:latin typeface="Grandview Display"/>
              </a:rPr>
              <a:t>múltiplos</a:t>
            </a:r>
            <a:r>
              <a:rPr lang="es-AR" b="1" dirty="0">
                <a:latin typeface="Grandview Display"/>
              </a:rPr>
              <a:t> de 3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4100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73934-9618-69FA-98E9-D198B02C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0226-02EE-FBCB-BB12-93FA3957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Cowboys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6E07-7DD7-24A0-CB2C-D469DC086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Cuando alguno disparé enviará esa información al </a:t>
            </a:r>
            <a:r>
              <a:rPr lang="es-AR" b="1" dirty="0" err="1">
                <a:latin typeface="Grandview Display"/>
              </a:rPr>
              <a:t>MasterClient</a:t>
            </a:r>
            <a:r>
              <a:rPr lang="es-AR" b="1" dirty="0">
                <a:latin typeface="Grandview Display"/>
              </a:rPr>
              <a:t>. Este es quien decidirá en última instancia.</a:t>
            </a:r>
            <a:br>
              <a:rPr lang="es-AR" b="1" dirty="0">
                <a:latin typeface="Grandview Display"/>
              </a:rPr>
            </a:br>
            <a:r>
              <a:rPr lang="es-AR" b="1" dirty="0">
                <a:latin typeface="Grandview Display"/>
              </a:rPr>
              <a:t>Una vez que recibe el primer mensaje, empezará a correr un tiempo de gracia. Si llega un mensaje de que otro cliente disparó, deberá comprobar cuál de los dos sucedió primero.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6826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12C52-8A51-7DB3-853F-2C3F3251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EE5C-1E7D-AB91-6C7D-A7E061451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Carrera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78406-36BD-D5C4-45F7-C62836DD5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2. Carrera de Autos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Todos los clientes deben largar al mismo momento, al mismo instante.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Los jugadores no pueden moverse a menos que el Master Client de por iniciada la carrera.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1187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CDD13-5885-D5B0-FB33-AB533CAE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3EAA-DD48-749E-A945-7069CA75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Cowboys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0853-B2BD-0CF5-16B5-46D778D4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Para esto utilizaremos una metodología diferente.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Todos los clientes reciben un mensaje que indica CUANDO </a:t>
            </a:r>
            <a:r>
              <a:rPr lang="es-AR" b="1">
                <a:latin typeface="Grandview Display"/>
              </a:rPr>
              <a:t>iniciará la carrera.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 decir, "la carrera empieza a las 19:02:050". 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Así cada cliente preparará la vista de largada a nivel local y </a:t>
            </a:r>
            <a:r>
              <a:rPr lang="es-AR" b="1">
                <a:latin typeface="Grandview Display"/>
              </a:rPr>
              <a:t>podrá empezar a moverse en el momento exacto.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 embargo, hay que tener algunas consideraciones, por ejemplo, si recibo una hora </a:t>
            </a:r>
            <a:r>
              <a:rPr lang="es-AR" b="1">
                <a:latin typeface="Grandview Display"/>
              </a:rPr>
              <a:t>que ya pasó, debo comunicarlo al jugador.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O si veo que más de un jugador se movió, puedo </a:t>
            </a:r>
            <a:r>
              <a:rPr lang="es-AR" b="1">
                <a:latin typeface="Grandview Display"/>
              </a:rPr>
              <a:t>moverme yo también.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10723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C2EE8-8245-B986-1C34-DF735588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6C80-C21D-C01C-355F-2935E685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Pulsador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1CDE-8BB9-A737-E0D7-FB163ACC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un juego de preguntas y respuestas debemos saber </a:t>
            </a:r>
            <a:r>
              <a:rPr lang="es-AR" b="1">
                <a:latin typeface="Grandview Display"/>
              </a:rPr>
              <a:t>quién</a:t>
            </a:r>
            <a:r>
              <a:rPr lang="es-AR" b="1" dirty="0">
                <a:latin typeface="Grandview Display"/>
              </a:rPr>
              <a:t> respondió primero.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 una situación bastante parecida al duelo de cowboys, pero en este caso utilizaremos </a:t>
            </a:r>
            <a:r>
              <a:rPr lang="es-AR" b="1">
                <a:latin typeface="Grandview Display"/>
              </a:rPr>
              <a:t>información que nos brinda Photon.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Vamos a utilizar el </a:t>
            </a:r>
            <a:r>
              <a:rPr lang="es-AR" b="1" dirty="0" err="1">
                <a:latin typeface="Grandview Display"/>
              </a:rPr>
              <a:t>PhotonNetwork.Time</a:t>
            </a:r>
            <a:r>
              <a:rPr lang="es-AR" b="1" dirty="0">
                <a:latin typeface="Grandview Display"/>
              </a:rPr>
              <a:t>, y el </a:t>
            </a:r>
            <a:r>
              <a:rPr lang="es-AR" b="1" dirty="0" err="1">
                <a:latin typeface="Grandview Display"/>
              </a:rPr>
              <a:t>PhotonNetwork.ServerTimeStamp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Time nos dirá cuantos segundos de juego </a:t>
            </a:r>
            <a:r>
              <a:rPr lang="es-AR" b="1">
                <a:latin typeface="Grandview Display"/>
              </a:rPr>
              <a:t>pasaron.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 el </a:t>
            </a:r>
            <a:r>
              <a:rPr lang="es-AR" b="1" err="1">
                <a:latin typeface="Grandview Display"/>
              </a:rPr>
              <a:t>ServerTimeStamp</a:t>
            </a:r>
            <a:r>
              <a:rPr lang="es-AR" b="1" dirty="0">
                <a:latin typeface="Grandview Display"/>
              </a:rPr>
              <a:t>, nos hablará de marcas de tiempo de </a:t>
            </a:r>
            <a:r>
              <a:rPr lang="es-AR" b="1">
                <a:latin typeface="Grandview Display"/>
              </a:rPr>
              <a:t>eventos de red y estará en milisegundos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0353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D014F-90F0-C25B-A9E1-A1F35E01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EE8B-4083-83B1-A58F-B7741C92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A tener en cuenta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87A5A-22D4-3269-86C0-2EDAA899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Cuando tratamos con tiempos, es importante contemplar los diferentes husos horarios.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C# podemos usar el </a:t>
            </a:r>
            <a:r>
              <a:rPr lang="es-AR" b="1" dirty="0" err="1">
                <a:latin typeface="Grandview Display"/>
              </a:rPr>
              <a:t>UTCNow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</a:t>
            </a:r>
            <a:r>
              <a:rPr lang="es-AR" b="1" dirty="0" err="1">
                <a:latin typeface="Grandview Display"/>
              </a:rPr>
              <a:t>DateTime.Now</a:t>
            </a:r>
            <a:r>
              <a:rPr lang="es-AR" b="1" dirty="0">
                <a:latin typeface="Grandview Display"/>
              </a:rPr>
              <a:t> nos dará la hora de nuestro dispositivo, pero el </a:t>
            </a:r>
            <a:r>
              <a:rPr lang="es-AR" b="1" dirty="0" err="1">
                <a:latin typeface="Grandview Display"/>
              </a:rPr>
              <a:t>UTCNow</a:t>
            </a:r>
            <a:r>
              <a:rPr lang="es-AR" b="1" dirty="0">
                <a:latin typeface="Grandview Display"/>
              </a:rPr>
              <a:t> es universal, en todo el mundo recibirán el mismo valor.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otro lado, si dependemos mucho del </a:t>
            </a:r>
            <a:r>
              <a:rPr lang="es-AR" b="1" dirty="0" err="1">
                <a:latin typeface="Grandview Display"/>
              </a:rPr>
              <a:t>MasterClient</a:t>
            </a:r>
            <a:r>
              <a:rPr lang="es-AR" b="1" dirty="0">
                <a:latin typeface="Grandview Display"/>
              </a:rPr>
              <a:t> seremos más susceptibles a trampas o errores, por eso las cuestiones de tiempo suelen estar relegadas a servicios de terceros.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4147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0BA92-D07A-5C88-CE9C-B803F2B9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3BB-C81D-DAB5-1848-9741E18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6E05-0AE5-F688-B8D3-2C31EAD1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37326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9AF9A-006F-2DD4-F1C7-5B31F6FE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939D-638E-7922-0EA7-EBC1B9C8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Nickname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A0CBB-A2AA-DBC3-A9B4-0E831B117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nos ofrece una forma fácil de identificar a nuestro jugador dentro de una sala.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Este </a:t>
            </a:r>
            <a:r>
              <a:rPr lang="es-AR" b="1" dirty="0" err="1">
                <a:latin typeface="Grandview Display"/>
              </a:rPr>
              <a:t>Nickname</a:t>
            </a:r>
            <a:r>
              <a:rPr lang="es-AR" b="1" dirty="0">
                <a:latin typeface="Grandview Display"/>
              </a:rPr>
              <a:t> es un </a:t>
            </a:r>
            <a:r>
              <a:rPr lang="es-AR" b="1" dirty="0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 que podemos asociar a un jugador.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 embargo, este </a:t>
            </a:r>
            <a:r>
              <a:rPr lang="es-AR" b="1" dirty="0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 no es un Identificador Único, varios clientes pueden tener el mismo </a:t>
            </a:r>
            <a:r>
              <a:rPr lang="es-AR" b="1" dirty="0" err="1">
                <a:latin typeface="Grandview Display"/>
              </a:rPr>
              <a:t>Nickname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agregar lógica para impedirlo, pero no está dentro de las utilidades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PhotonNetwork.Nickname</a:t>
            </a:r>
            <a:r>
              <a:rPr lang="es-AR" b="1" dirty="0">
                <a:latin typeface="Grandview Display"/>
              </a:rPr>
              <a:t> nos permite editar nuestro nombre como cliente.</a:t>
            </a: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8023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01CE9-9B0B-2D92-9ADB-4A87E010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8327-3A62-6492-C212-098A97E45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Nickname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D366-FFC8-524A-CF93-46D08BA0C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Si quisiéramos hacer que este </a:t>
            </a:r>
            <a:r>
              <a:rPr lang="es-AR" b="1" dirty="0" err="1">
                <a:latin typeface="Grandview Display"/>
              </a:rPr>
              <a:t>Nickname</a:t>
            </a:r>
            <a:r>
              <a:rPr lang="es-AR" b="1" dirty="0">
                <a:latin typeface="Grandview Display"/>
              </a:rPr>
              <a:t> sea único, podemos:</a:t>
            </a:r>
          </a:p>
          <a:p>
            <a:pPr marL="457200" indent="-457200"/>
            <a:r>
              <a:rPr lang="es-AR" b="1">
                <a:latin typeface="Grandview Display"/>
              </a:rPr>
              <a:t>Utilizar recursos externos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Cada vez que entramos a una sala preguntar por todos los </a:t>
            </a:r>
            <a:r>
              <a:rPr lang="es-AR" b="1" dirty="0" err="1">
                <a:latin typeface="Grandview Display"/>
              </a:rPr>
              <a:t>Nicknames</a:t>
            </a:r>
            <a:r>
              <a:rPr lang="es-AR" b="1" dirty="0">
                <a:latin typeface="Grandview Display"/>
              </a:rPr>
              <a:t> y exigir el cambio de los repetidos</a:t>
            </a:r>
          </a:p>
          <a:p>
            <a:pPr marL="457200" indent="-457200"/>
            <a:r>
              <a:rPr lang="es-AR" b="1" dirty="0">
                <a:latin typeface="Grandview Display"/>
              </a:rPr>
              <a:t>Usar el </a:t>
            </a:r>
            <a:r>
              <a:rPr lang="es-AR" b="1" err="1">
                <a:latin typeface="Grandview Display"/>
              </a:rPr>
              <a:t>UserID</a:t>
            </a:r>
            <a:r>
              <a:rPr lang="es-AR" b="1" dirty="0">
                <a:latin typeface="Grandview Display"/>
              </a:rPr>
              <a:t> como </a:t>
            </a:r>
            <a:r>
              <a:rPr lang="es-AR" b="1" err="1">
                <a:latin typeface="Grandview Display"/>
              </a:rPr>
              <a:t>Nickname</a:t>
            </a:r>
            <a:endParaRPr lang="es-AR" b="1" dirty="0" err="1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85395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7C08-635A-7213-2A5B-6C998E25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9D2E-EB4B-21FF-E277-B1B9871B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0EAE-1CD7-D372-FC04-8941A77E5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60435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8736B-4DAC-07FA-E1BE-10670105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B12E-BE00-DD17-C501-DE62A167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E5B9-DBD3-441D-859C-6AE682413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que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solo puede serializar datos sencillos, </a:t>
            </a:r>
            <a:r>
              <a:rPr lang="es-AR" b="1" dirty="0" err="1">
                <a:latin typeface="Grandview Display"/>
              </a:rPr>
              <a:t>int</a:t>
            </a:r>
            <a:r>
              <a:rPr lang="es-AR" b="1" dirty="0">
                <a:latin typeface="Grandview Display"/>
              </a:rPr>
              <a:t>, </a:t>
            </a:r>
            <a:r>
              <a:rPr lang="es-AR" b="1" dirty="0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, </a:t>
            </a:r>
            <a:r>
              <a:rPr lang="es-AR" b="1" dirty="0" err="1">
                <a:latin typeface="Grandview Display"/>
              </a:rPr>
              <a:t>float</a:t>
            </a:r>
            <a:r>
              <a:rPr lang="es-AR" b="1" dirty="0">
                <a:latin typeface="Grandview Display"/>
              </a:rPr>
              <a:t> y </a:t>
            </a:r>
            <a:r>
              <a:rPr lang="es-AR" b="1" dirty="0" err="1">
                <a:latin typeface="Grandview Display"/>
              </a:rPr>
              <a:t>booleans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 queremos, o necesitamos enviar clases o estructuras complejas,  propias de nuestro </a:t>
            </a:r>
            <a:r>
              <a:rPr lang="es-AR" b="1">
                <a:latin typeface="Grandview Display"/>
              </a:rPr>
              <a:t>proyecto necesitamos seguir una serie de pasos específicos.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esto hay dos caminos prin</a:t>
            </a:r>
            <a:r>
              <a:rPr lang="es-AR" b="1">
                <a:latin typeface="Grandview Display"/>
              </a:rPr>
              <a:t>cipales...</a:t>
            </a: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13778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EC57A-DF77-4F6F-72AA-8A781A87B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33BD-A6F5-A205-65F3-10D76F75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5329-CB1B-EE0D-EBFA-DFDA0E585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Supongamos que queremos enviar una clase como esta, que contiene </a:t>
            </a:r>
            <a:r>
              <a:rPr lang="es-AR" b="1" dirty="0" err="1">
                <a:latin typeface="Grandview Display"/>
              </a:rPr>
              <a:t>int</a:t>
            </a:r>
            <a:r>
              <a:rPr lang="es-AR" b="1" dirty="0">
                <a:latin typeface="Grandview Display"/>
              </a:rPr>
              <a:t>, </a:t>
            </a:r>
            <a:r>
              <a:rPr lang="es-AR" b="1" dirty="0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 y </a:t>
            </a:r>
            <a:r>
              <a:rPr lang="es-AR" b="1" dirty="0" err="1">
                <a:latin typeface="Grandview Display"/>
              </a:rPr>
              <a:t>float</a:t>
            </a:r>
            <a:r>
              <a:rPr lang="es-AR" b="1" dirty="0">
                <a:latin typeface="Grandview Display"/>
              </a:rPr>
              <a:t>.</a:t>
            </a: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D675B-005C-9BBF-5BFB-296AF678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10" y="2383450"/>
            <a:ext cx="6663103" cy="389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69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6C0C0-8618-A9A8-2FFF-0CD587355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580E-3096-BEF2-1370-C7D5E4FA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CA11-CD06-837D-B5AC-2819DC8AB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194274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Debemos indicarle a PUN cómo serializar ese elemento. Para eso debemos registrarla al inicio de la conexión, e indicarle 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cómo serializar y </a:t>
            </a:r>
            <a:r>
              <a:rPr lang="es-AR" b="1" dirty="0" err="1">
                <a:latin typeface="Grandview Display"/>
              </a:rPr>
              <a:t>deserializarlo</a:t>
            </a:r>
            <a:r>
              <a:rPr lang="es-AR" b="1" dirty="0">
                <a:latin typeface="Grandview Display"/>
              </a:rPr>
              <a:t>. Para eso...</a:t>
            </a: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0B70D-852F-372E-91B0-7B62E5025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3" y="3625729"/>
            <a:ext cx="11670323" cy="304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62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ACEA2-DA26-2795-B670-0540305E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F1D0-9A8C-3299-0536-BAD7EFFA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354D-C045-C84B-FA3C-B11A0C61D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36894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El método </a:t>
            </a:r>
            <a:r>
              <a:rPr lang="es-AR" b="1" dirty="0" err="1">
                <a:latin typeface="Grandview Display"/>
              </a:rPr>
              <a:t>RegisterType</a:t>
            </a:r>
            <a:r>
              <a:rPr lang="es-AR" b="1" dirty="0">
                <a:latin typeface="Grandview Display"/>
              </a:rPr>
              <a:t> básicamente guardará qué hacer con cada tipo de dato. Y recibe como parámetros:</a:t>
            </a:r>
          </a:p>
          <a:p>
            <a:pPr marL="514350" indent="-514350">
              <a:buAutoNum type="arabicPeriod"/>
            </a:pPr>
            <a:r>
              <a:rPr lang="es-AR" b="1" dirty="0">
                <a:latin typeface="Grandview Display"/>
              </a:rPr>
              <a:t>El tipo a serializar</a:t>
            </a:r>
            <a:endParaRPr lang="es-AR" b="1">
              <a:latin typeface="Grandview Display"/>
            </a:endParaRPr>
          </a:p>
          <a:p>
            <a:pPr marL="514350" indent="-514350">
              <a:buAutoNum type="arabicPeriod"/>
            </a:pPr>
            <a:r>
              <a:rPr lang="es-AR" b="1">
                <a:latin typeface="Grandview Display"/>
              </a:rPr>
              <a:t>Etiqueta de identificación única (0- 255 bytes)</a:t>
            </a:r>
          </a:p>
          <a:p>
            <a:pPr marL="514350" indent="-514350">
              <a:buAutoNum type="arabicPeriod"/>
            </a:pPr>
            <a:r>
              <a:rPr lang="es-AR" b="1" dirty="0">
                <a:latin typeface="Grandview Display"/>
              </a:rPr>
              <a:t>Método de Serializac</a:t>
            </a:r>
            <a:r>
              <a:rPr lang="es-AR" b="1">
                <a:latin typeface="Grandview Display"/>
              </a:rPr>
              <a:t>ión</a:t>
            </a:r>
            <a:endParaRPr lang="es-AR" b="1" dirty="0">
              <a:latin typeface="Grandview Display"/>
            </a:endParaRPr>
          </a:p>
          <a:p>
            <a:pPr marL="514350" indent="-514350">
              <a:buAutoNum type="arabicPeriod"/>
            </a:pPr>
            <a:r>
              <a:rPr lang="es-AR" b="1">
                <a:latin typeface="Grandview Display"/>
              </a:rPr>
              <a:t>Método de Deserialización</a:t>
            </a:r>
            <a:endParaRPr lang="es-AR" b="1" dirty="0">
              <a:latin typeface="Grandview Display"/>
            </a:endParaRPr>
          </a:p>
          <a:p>
            <a:pPr>
              <a:buAutoNum type="arabicPeriod"/>
            </a:pPr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C6C95-F774-335A-AA6B-56810281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359" r="100" b="-386"/>
          <a:stretch>
            <a:fillRect/>
          </a:stretch>
        </p:blipFill>
        <p:spPr>
          <a:xfrm>
            <a:off x="266700" y="5536591"/>
            <a:ext cx="11658606" cy="8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1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96D0A-7712-C565-7E93-7A2CFF5B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7CD2-8F15-F7E3-5F8B-9FC84BBC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D905D-0185-5C29-FB43-1E8824CCE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20482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>
                <a:latin typeface="Aptos" panose="020B0004020202020204"/>
              </a:rPr>
              <a:t>Ahora debemos crear los métodos en cuestión, los </a:t>
            </a:r>
            <a:r>
              <a:rPr lang="es-AR">
                <a:latin typeface="Aptos" panose="020B0004020202020204"/>
              </a:rPr>
              <a:t>que pasen nuestro objeto a bytes, y viceversa.</a:t>
            </a:r>
          </a:p>
          <a:p>
            <a:pPr marL="0" indent="0">
              <a:buNone/>
            </a:pPr>
            <a:r>
              <a:rPr lang="es-AR">
                <a:latin typeface="Aptos" panose="020B0004020202020204"/>
              </a:rPr>
              <a:t>En este caso sería algo así...</a:t>
            </a:r>
            <a:endParaRPr lang="es-AR" dirty="0">
              <a:latin typeface="Aptos" panose="020B0004020202020204"/>
            </a:endParaRPr>
          </a:p>
          <a:p>
            <a:pPr marL="0" indent="0">
              <a:buNone/>
            </a:pPr>
            <a:r>
              <a:rPr lang="es-AR">
                <a:latin typeface="Aptos" panose="020B0004020202020204"/>
              </a:rPr>
              <a:t>Para Serializar:</a:t>
            </a:r>
            <a:endParaRPr lang="es-AR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AF534-F5DD-B9E6-C69B-FD7A2C267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81" y="2988287"/>
            <a:ext cx="9100038" cy="373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7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E3477-A942-0655-3C9A-B3F23020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656F-01E5-3492-BB52-533814F1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14C03-7B43-7995-BF4E-BE515F3D6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4362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>
                <a:latin typeface="Aptos" panose="020B0004020202020204"/>
              </a:rPr>
              <a:t>La sintaxis puede verse un poco rara, pero el procedimiento es algo así:</a:t>
            </a:r>
          </a:p>
          <a:p>
            <a:pPr marL="514350" indent="-514350">
              <a:buAutoNum type="arabicPeriod"/>
            </a:pPr>
            <a:r>
              <a:rPr lang="es-AR" dirty="0">
                <a:latin typeface="Aptos" panose="020B0004020202020204"/>
              </a:rPr>
              <a:t>Casteamos nuestro objeto al tipo con el que vamos a </a:t>
            </a:r>
            <a:r>
              <a:rPr lang="es-AR">
                <a:latin typeface="Aptos" panose="020B0004020202020204"/>
              </a:rPr>
              <a:t>trabajar</a:t>
            </a:r>
            <a:endParaRPr lang="es-AR" dirty="0">
              <a:latin typeface="Aptos" panose="020B0004020202020204"/>
            </a:endParaRPr>
          </a:p>
          <a:p>
            <a:pPr marL="514350" indent="-514350">
              <a:buAutoNum type="arabicPeriod"/>
            </a:pPr>
            <a:r>
              <a:rPr lang="es-AR">
                <a:latin typeface="Aptos" panose="020B0004020202020204"/>
              </a:rPr>
              <a:t>Definimos un tamaño, el espacio que este objeto ocupa en memoria.</a:t>
            </a:r>
          </a:p>
          <a:p>
            <a:pPr marL="514350" indent="-514350">
              <a:buAutoNum type="arabicPeriod"/>
            </a:pPr>
            <a:r>
              <a:rPr lang="es-AR">
                <a:latin typeface="Aptos" panose="020B0004020202020204"/>
              </a:rPr>
              <a:t>Reservamos y escribimos esa memoria.</a:t>
            </a:r>
          </a:p>
          <a:p>
            <a:pPr marL="514350" indent="-514350">
              <a:buAutoNum type="arabicPeriod"/>
            </a:pPr>
            <a:r>
              <a:rPr lang="es-AR">
                <a:latin typeface="Aptos" panose="020B0004020202020204"/>
              </a:rPr>
              <a:t>Serializamos cada campo, lo metemos en nuestro array reservado y movemos el "cursor"</a:t>
            </a:r>
          </a:p>
          <a:p>
            <a:pPr marL="514350" indent="-514350">
              <a:buAutoNum type="arabicPeriod"/>
            </a:pPr>
            <a:r>
              <a:rPr lang="es-AR" dirty="0">
                <a:latin typeface="Aptos" panose="020B0004020202020204"/>
              </a:rPr>
              <a:t>Pasamos esa información al </a:t>
            </a:r>
            <a:r>
              <a:rPr lang="es-AR" dirty="0" err="1">
                <a:latin typeface="Aptos" panose="020B0004020202020204"/>
              </a:rPr>
              <a:t>outStream</a:t>
            </a:r>
            <a:r>
              <a:rPr lang="es-AR" dirty="0">
                <a:latin typeface="Aptos" panose="020B0004020202020204"/>
              </a:rPr>
              <a:t>, el contenedor de nuestro paquete.</a:t>
            </a:r>
          </a:p>
          <a:p>
            <a:pPr marL="514350" indent="-514350">
              <a:buAutoNum type="arabicPeriod"/>
            </a:pPr>
            <a:r>
              <a:rPr lang="es-AR">
                <a:latin typeface="Aptos" panose="020B0004020202020204"/>
              </a:rPr>
              <a:t>Retornamos el objeto pasado a bytes.</a:t>
            </a:r>
            <a:endParaRPr lang="es-AR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20855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A6438-F180-7C0C-4BCA-B5679805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63A3-5BF7-3CE3-C63C-988EFFF4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B35B8-6855-3A01-3C30-732CBBF40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4362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>
                <a:latin typeface="Aptos" panose="020B0004020202020204"/>
              </a:rPr>
              <a:t>Y para el caso inverso, la deserialización es muy similar, solo que leemos los bytes y obtenemos nuestro objeto.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86674-FF61-C883-8343-F8F1D8E77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95" y="2439499"/>
            <a:ext cx="10276009" cy="404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21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6DC6E-97FB-A309-128B-CAC25D69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DC2C-982F-6688-1F93-A4B37567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A22B-A50E-54BA-39AD-E42824380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4362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>
                <a:latin typeface="Aptos" panose="020B0004020202020204"/>
              </a:rPr>
              <a:t>Importante:</a:t>
            </a:r>
          </a:p>
          <a:p>
            <a:pPr marL="457200" indent="-457200"/>
            <a:r>
              <a:rPr lang="es-AR"/>
              <a:t>Es crítico que mantengamos el orden de los campos en ambos métodos.</a:t>
            </a:r>
          </a:p>
          <a:p>
            <a:pPr marL="457200" indent="-457200"/>
            <a:r>
              <a:rPr lang="es-AR"/>
              <a:t>Cando reservamos espacio en la serialización es mejor "pasarnos" que quedarnos cortos.</a:t>
            </a:r>
          </a:p>
          <a:p>
            <a:pPr marL="457200" indent="-457200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17881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55FA2-460F-9726-C9DF-7134FC2E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78CF-5A2F-5909-C977-5474E834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C9AD0-7D7D-7307-4245-0F482E522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10986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Una vez que tenemos todo listo, podemos utilizar nuestro tipo dentro de la mensajería de </a:t>
            </a:r>
            <a:r>
              <a:rPr lang="es-AR" dirty="0" err="1"/>
              <a:t>Photon</a:t>
            </a:r>
            <a:r>
              <a:rPr lang="es-AR" dirty="0"/>
              <a:t>...</a:t>
            </a:r>
          </a:p>
          <a:p>
            <a:pPr marL="457200" indent="-457200"/>
            <a:endParaRPr lang="es-A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CEBD4-6145-AF19-5591-40525764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33" y="2240574"/>
            <a:ext cx="10652613" cy="435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53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2AFF5-0C3C-7A27-E3B4-D01BE98A7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636A-8D76-C223-0155-3B9A673D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4438D-00CA-79BE-1BD9-B701CCF5D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42639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Recuerden que de esta manera, utilizando el </a:t>
            </a:r>
            <a:r>
              <a:rPr lang="es-AR" dirty="0" err="1"/>
              <a:t>OnSerializePhotonView</a:t>
            </a:r>
            <a:r>
              <a:rPr lang="es-AR" dirty="0"/>
              <a:t>, vamos a estar haciendo esa conversión con bastante frecuencia, (</a:t>
            </a:r>
            <a:r>
              <a:rPr lang="es-AR" dirty="0" err="1"/>
              <a:t>SerializationRate</a:t>
            </a:r>
            <a:r>
              <a:rPr lang="es-AR" dirty="0"/>
              <a:t>, default 20 veces por segundo).</a:t>
            </a:r>
            <a:br>
              <a:rPr lang="es-AR" dirty="0"/>
            </a:br>
            <a:r>
              <a:rPr lang="es-AR" dirty="0"/>
              <a:t>La idea no es enviar objetos muy grandes, sino solo lo </a:t>
            </a:r>
            <a:r>
              <a:rPr lang="es-AR"/>
              <a:t>necesario, y lo que sabemos que cambió.</a:t>
            </a:r>
            <a:endParaRPr lang="es-AR" dirty="0"/>
          </a:p>
          <a:p>
            <a:pPr marL="457200" indent="-457200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67714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3E15D-27F6-9E65-33BA-D4C8D5A3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C481-F9BE-C416-0405-B71757A2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B7B1-121B-90DF-4D6B-B9E68B4C3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42639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Este es el concepto principal, pero también tenemos otros paquetes o caminos para llegar a lo mismo, serializar nuestro objeto y su información en bytes crudos para </a:t>
            </a:r>
            <a:r>
              <a:rPr lang="es-AR"/>
              <a:t>poder enviarlos como paquetes.</a:t>
            </a:r>
            <a:endParaRPr lang="es-AR" dirty="0"/>
          </a:p>
          <a:p>
            <a:pPr marL="0" indent="0">
              <a:buNone/>
            </a:pPr>
            <a:r>
              <a:rPr lang="es-AR" dirty="0"/>
              <a:t>Por ejemplo, podemos optimizar un poco más el tamaño de nuestros paquetes, y utilizar el </a:t>
            </a:r>
            <a:r>
              <a:rPr lang="es-AR" dirty="0" err="1"/>
              <a:t>BitConverter</a:t>
            </a:r>
            <a:r>
              <a:rPr lang="es-AR" dirty="0"/>
              <a:t> de C#</a:t>
            </a:r>
          </a:p>
          <a:p>
            <a:pPr marL="457200" indent="-457200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9523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A8506-AB93-1066-EA6C-7C6C2D02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548B-3150-3DEC-CF28-19C4EE28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707D1-B437-EEFD-E67A-2FB39959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42639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Esto podemos hacerlo directamente en el </a:t>
            </a:r>
            <a:r>
              <a:rPr lang="es-AR" dirty="0" err="1"/>
              <a:t>OnSerializaPhotonView</a:t>
            </a:r>
            <a:r>
              <a:rPr lang="es-AR" dirty="0"/>
              <a:t>.</a:t>
            </a:r>
          </a:p>
          <a:p>
            <a:pPr marL="0" indent="0">
              <a:buNone/>
            </a:pPr>
            <a:r>
              <a:rPr lang="es-AR" dirty="0"/>
              <a:t>Supongamos que tene</a:t>
            </a:r>
            <a:r>
              <a:rPr lang="es-AR"/>
              <a:t>mos esta clase</a:t>
            </a:r>
            <a:endParaRPr lang="es-A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93807-6907-2910-F8EC-4CE1CE189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71" y="2989752"/>
            <a:ext cx="8034703" cy="3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7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D1679-2F2F-8265-198B-506851EE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C972-FFEF-D433-F462-3173A488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B5AF0-E8DD-E984-CB01-5E0906CB0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42639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Usamos el </a:t>
            </a:r>
            <a:r>
              <a:rPr lang="es-AR" dirty="0" err="1"/>
              <a:t>System.BitConverter</a:t>
            </a:r>
            <a:r>
              <a:rPr lang="es-AR" dirty="0"/>
              <a:t> para pasar la información a bytes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4F4E4-AE97-9F93-690A-F367F7F4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990851"/>
            <a:ext cx="11314234" cy="333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03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A32BB-5D2C-A15B-921D-769207A9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DEEF-3B37-E2C0-F248-6F4BFF33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676C-AD3F-B21B-867D-70092F9DB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42639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/>
              <a:t>Y para pasar de bytes a tipos de datos más complejos.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43DB1-6FF3-7D55-E93B-0D0FB0220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9" y="2987553"/>
            <a:ext cx="11241698" cy="295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76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868BF-0D09-FF58-68AA-0DE38598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F413-9CB9-58CB-D7CA-471B2E71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46416A-E091-4D4B-8233-1AF822BFE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107" y="1707540"/>
            <a:ext cx="8987203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59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69800-F0BB-82D6-16D0-9A3A2B37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13D4-DD4F-6530-5F81-C0D1A30C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0823-52AF-ACFA-EFBA-B62583DE6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42639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Por último, también podemos decidir nosotros cuando enviamos la información. </a:t>
            </a:r>
            <a:endParaRPr lang="en-US" dirty="0"/>
          </a:p>
          <a:p>
            <a:pPr marL="0" indent="0">
              <a:buNone/>
            </a:pPr>
            <a:r>
              <a:rPr lang="es-AR" dirty="0"/>
              <a:t>Por ejemplo, podemos enviar solo la información que haya cambiado, o podemos priorizar algún valor para saber si cambió y enviar toda la estruct</a:t>
            </a:r>
            <a:r>
              <a:rPr lang="es-AR"/>
              <a:t>ura.</a:t>
            </a:r>
          </a:p>
          <a:p>
            <a:pPr marL="0" indent="0">
              <a:buNone/>
            </a:pPr>
            <a:r>
              <a:rPr lang="es-AR" dirty="0"/>
              <a:t>Al método de enviar solo los cambios se lo conoce como Compresión Delta, o Delta </a:t>
            </a:r>
            <a:r>
              <a:rPr lang="es-AR" dirty="0" err="1"/>
              <a:t>Sync</a:t>
            </a:r>
            <a:r>
              <a:rPr lang="es-AR" dirty="0"/>
              <a:t>. Volveremos a verlo más adelante.</a:t>
            </a:r>
          </a:p>
        </p:txBody>
      </p:sp>
    </p:spTree>
    <p:extLst>
      <p:ext uri="{BB962C8B-B14F-4D97-AF65-F5344CB8AC3E}">
        <p14:creationId xmlns:p14="http://schemas.microsoft.com/office/powerpoint/2010/main" val="1730569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4235B-74DC-1B5E-9110-63A43489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D9A9-D3CC-5A2A-FAD8-6CDEAEF9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4D8F-5B44-6D11-B62D-6B4218315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9931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Para aplicarlo, podemos tener varios criterios, por </a:t>
            </a:r>
            <a:r>
              <a:rPr lang="es-AR"/>
              <a:t>ejemplo, tiempo y/o cambios de valor...</a:t>
            </a:r>
            <a:endParaRPr lang="es-A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83A1D4-7729-2709-6CAD-80BAC1CAB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26" y="3277700"/>
            <a:ext cx="9965348" cy="21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1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84B56-9C26-BEF4-F770-5D864B55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6A72-10C8-1484-AD28-4A96D73D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Custome</a:t>
            </a:r>
            <a:r>
              <a:rPr lang="es-AR" dirty="0"/>
              <a:t> </a:t>
            </a:r>
            <a:r>
              <a:rPr lang="es-AR" dirty="0" err="1"/>
              <a:t>Package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8086-D8B3-1A66-95CA-6D85EB69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9931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/>
              <a:t>O podemos utilizar máscaras para decidir qué estamos enviando y qué no.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14161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AE2BB-6324-3F10-B03E-CD104D5D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3C31-D82A-AE78-EF3F-B158F55D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6215E-77E1-4782-1039-E3710C67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673569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23074-FF5B-585F-4C89-38120AD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E06C-BBF3-4E1A-8269-E238449E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n-US" dirty="0" err="1"/>
              <a:t>Otras</a:t>
            </a:r>
            <a:r>
              <a:rPr lang="en-US" dirty="0"/>
              <a:t> tools de Photon: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ABA0-42C4-81C8-607A-62F5EFA61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5314" y="1051559"/>
            <a:ext cx="7345695" cy="33495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Ahora solo quiero presentarles 2 herramientas que nos ofrece </a:t>
            </a:r>
            <a:r>
              <a:rPr lang="es-AR" dirty="0" err="1"/>
              <a:t>Photon</a:t>
            </a:r>
            <a:r>
              <a:rPr lang="es-AR" dirty="0"/>
              <a:t>, con una relativa simple integración, que pueden ser bastante útiles para mejorar la experiencia de un juego online.</a:t>
            </a:r>
          </a:p>
          <a:p>
            <a:pPr marL="457200" indent="-457200"/>
            <a:r>
              <a:rPr lang="es-AR" dirty="0">
                <a:hlinkClick r:id="rId2"/>
              </a:rPr>
              <a:t>Chat de texto</a:t>
            </a:r>
            <a:endParaRPr lang="es-AR" dirty="0"/>
          </a:p>
          <a:p>
            <a:pPr marL="457200" indent="-457200"/>
            <a:r>
              <a:rPr lang="es-AR" dirty="0">
                <a:hlinkClick r:id="rId3"/>
              </a:rPr>
              <a:t>Chat de Voz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824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B5372-E6C1-23EF-8948-EE4F381E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A8D4-63A7-CBEE-8C24-07E6266E1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5248421" cy="979454"/>
          </a:xfrm>
        </p:spPr>
        <p:txBody>
          <a:bodyPr anchor="t">
            <a:normAutofit/>
          </a:bodyPr>
          <a:lstStyle/>
          <a:p>
            <a:r>
              <a:rPr lang="es-AR"/>
              <a:t>Otras alternativas: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A4217-5C0D-6E57-D016-B9A12861E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945" y="1883897"/>
            <a:ext cx="10721941" cy="46859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dirty="0"/>
              <a:t>También existen otros paquetes para llegar a lo mismo, no están atados a usar los que ofrece </a:t>
            </a:r>
            <a:r>
              <a:rPr lang="es-AR" err="1"/>
              <a:t>Photon</a:t>
            </a:r>
            <a:r>
              <a:rPr lang="es-AR" dirty="0"/>
              <a:t>. La integración será más fácil y no habrá tantas autenticaciones, pero no tiene </a:t>
            </a:r>
            <a:r>
              <a:rPr lang="es-AR"/>
              <a:t>por qué ser un problema</a:t>
            </a:r>
            <a:r>
              <a:rPr lang="es-AR" dirty="0"/>
              <a:t> si deciden usar otras.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/>
              <a:t>Por ejemplo, </a:t>
            </a:r>
            <a:r>
              <a:rPr lang="es-AR" dirty="0">
                <a:hlinkClick r:id="rId2"/>
              </a:rPr>
              <a:t>VIVOX</a:t>
            </a:r>
            <a:r>
              <a:rPr lang="es-AR" dirty="0"/>
              <a:t>, que ofrece chat de voz y de texto, y está preparado para </a:t>
            </a:r>
            <a:r>
              <a:rPr lang="es-AR"/>
              <a:t>una escala de jugadores mucho más grade.</a:t>
            </a:r>
          </a:p>
          <a:p>
            <a:pPr marL="0" indent="0">
              <a:buNone/>
            </a:pPr>
            <a:r>
              <a:rPr lang="es-AR"/>
              <a:t>O utilizar un Voice </a:t>
            </a:r>
            <a:r>
              <a:rPr lang="es-AR" err="1"/>
              <a:t>to</a:t>
            </a:r>
            <a:r>
              <a:rPr lang="es-AR"/>
              <a:t> Text.</a:t>
            </a:r>
            <a:endParaRPr lang="es-AR" dirty="0"/>
          </a:p>
          <a:p>
            <a:pPr marL="0" indent="0">
              <a:buNone/>
            </a:pPr>
            <a:r>
              <a:rPr lang="es-AR"/>
              <a:t>O hacer un sistema de chat de texto a mano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56206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Tema de Office</vt:lpstr>
      <vt:lpstr>DashVTI</vt:lpstr>
      <vt:lpstr>Juegos en Red</vt:lpstr>
      <vt:lpstr>Contenido:</vt:lpstr>
      <vt:lpstr>Sync:</vt:lpstr>
      <vt:lpstr>Sync:</vt:lpstr>
      <vt:lpstr>Cowboys:</vt:lpstr>
      <vt:lpstr>Cowboys:</vt:lpstr>
      <vt:lpstr>Carrera:</vt:lpstr>
      <vt:lpstr>Cowboys:</vt:lpstr>
      <vt:lpstr>Pulsador:</vt:lpstr>
      <vt:lpstr>A tener en cuenta:</vt:lpstr>
      <vt:lpstr>¿Preguntas? ¿Consultas? ¿Inquietudes?</vt:lpstr>
      <vt:lpstr>Nickname:</vt:lpstr>
      <vt:lpstr>Nickname:</vt:lpstr>
      <vt:lpstr>¿Preguntas? ¿Consultas? ¿Inquietudes?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Custome Package:</vt:lpstr>
      <vt:lpstr>¿Preguntas? ¿Consultas? ¿Inquietudes?</vt:lpstr>
      <vt:lpstr>Otras tools de Photon:</vt:lpstr>
      <vt:lpstr>Otras alternativas: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595</cp:revision>
  <dcterms:created xsi:type="dcterms:W3CDTF">2026-05-12T01:19:36Z</dcterms:created>
  <dcterms:modified xsi:type="dcterms:W3CDTF">2026-05-13T03:50:50Z</dcterms:modified>
</cp:coreProperties>
</file>