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8" r:id="rId3"/>
    <p:sldId id="258" r:id="rId4"/>
    <p:sldId id="272" r:id="rId5"/>
    <p:sldId id="273" r:id="rId6"/>
    <p:sldId id="275" r:id="rId7"/>
    <p:sldId id="274" r:id="rId8"/>
    <p:sldId id="276" r:id="rId9"/>
    <p:sldId id="277" r:id="rId10"/>
    <p:sldId id="278" r:id="rId11"/>
    <p:sldId id="279" r:id="rId12"/>
    <p:sldId id="283" r:id="rId13"/>
    <p:sldId id="280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2" r:id="rId22"/>
    <p:sldId id="291" r:id="rId23"/>
    <p:sldId id="293" r:id="rId24"/>
    <p:sldId id="294" r:id="rId25"/>
    <p:sldId id="295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0" r:id="rId50"/>
    <p:sldId id="321" r:id="rId5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1DA93F-B17B-CEE1-20B5-9F047B918B08}" v="2666" dt="2026-05-21T04:10:08.070"/>
    <p1510:client id="{B3856187-36B3-3BC2-DDE9-20D94DCBD1CA}" v="4553" dt="2026-05-21T17:36:43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microsoft.com/office/2015/10/relationships/revisionInfo" Target="revisionInfo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MONDO NAHUEL ALEJO" userId="S::nreimondo@uade.edu.ar::6321e4ea-f963-4ffe-8417-f757321f65f7" providerId="AD" clId="Web-{081DA93F-B17B-CEE1-20B5-9F047B918B08}"/>
    <pc:docChg chg="addSld delSld modSld sldOrd addMainMaster">
      <pc:chgData name="REIMONDO NAHUEL ALEJO" userId="S::nreimondo@uade.edu.ar::6321e4ea-f963-4ffe-8417-f757321f65f7" providerId="AD" clId="Web-{081DA93F-B17B-CEE1-20B5-9F047B918B08}" dt="2026-05-21T04:10:08.070" v="2661"/>
      <pc:docMkLst>
        <pc:docMk/>
      </pc:docMkLst>
      <pc:sldChg chg="del">
        <pc:chgData name="REIMONDO NAHUEL ALEJO" userId="S::nreimondo@uade.edu.ar::6321e4ea-f963-4ffe-8417-f757321f65f7" providerId="AD" clId="Web-{081DA93F-B17B-CEE1-20B5-9F047B918B08}" dt="2026-05-21T03:16:28.060" v="3"/>
        <pc:sldMkLst>
          <pc:docMk/>
          <pc:sldMk cId="2406273178" sldId="256"/>
        </pc:sldMkLst>
      </pc:sldChg>
      <pc:sldChg chg="modSp add del">
        <pc:chgData name="REIMONDO NAHUEL ALEJO" userId="S::nreimondo@uade.edu.ar::6321e4ea-f963-4ffe-8417-f757321f65f7" providerId="AD" clId="Web-{081DA93F-B17B-CEE1-20B5-9F047B918B08}" dt="2026-05-21T03:18:59.828" v="77" actId="20577"/>
        <pc:sldMkLst>
          <pc:docMk/>
          <pc:sldMk cId="3572092852" sldId="258"/>
        </pc:sldMkLst>
        <pc:spChg chg="mod">
          <ac:chgData name="REIMONDO NAHUEL ALEJO" userId="S::nreimondo@uade.edu.ar::6321e4ea-f963-4ffe-8417-f757321f65f7" providerId="AD" clId="Web-{081DA93F-B17B-CEE1-20B5-9F047B918B08}" dt="2026-05-21T03:18:59.828" v="77" actId="20577"/>
          <ac:spMkLst>
            <pc:docMk/>
            <pc:sldMk cId="3572092852" sldId="258"/>
            <ac:spMk id="3" creationId="{3C4E8B45-DA18-519A-D53B-F5CDCDAADE18}"/>
          </ac:spMkLst>
        </pc:spChg>
      </pc:sldChg>
      <pc:sldChg chg="modSp add del">
        <pc:chgData name="REIMONDO NAHUEL ALEJO" userId="S::nreimondo@uade.edu.ar::6321e4ea-f963-4ffe-8417-f757321f65f7" providerId="AD" clId="Web-{081DA93F-B17B-CEE1-20B5-9F047B918B08}" dt="2026-05-21T03:17:01.014" v="23" actId="20577"/>
        <pc:sldMkLst>
          <pc:docMk/>
          <pc:sldMk cId="1061521144" sldId="268"/>
        </pc:sldMkLst>
        <pc:spChg chg="mod">
          <ac:chgData name="REIMONDO NAHUEL ALEJO" userId="S::nreimondo@uade.edu.ar::6321e4ea-f963-4ffe-8417-f757321f65f7" providerId="AD" clId="Web-{081DA93F-B17B-CEE1-20B5-9F047B918B08}" dt="2026-05-21T03:17:01.014" v="23" actId="20577"/>
          <ac:spMkLst>
            <pc:docMk/>
            <pc:sldMk cId="1061521144" sldId="268"/>
            <ac:spMk id="3" creationId="{00000000-0000-0000-0000-000000000000}"/>
          </ac:spMkLst>
        </pc:spChg>
      </pc:sldChg>
      <pc:sldChg chg="modSp add del">
        <pc:chgData name="REIMONDO NAHUEL ALEJO" userId="S::nreimondo@uade.edu.ar::6321e4ea-f963-4ffe-8417-f757321f65f7" providerId="AD" clId="Web-{081DA93F-B17B-CEE1-20B5-9F047B918B08}" dt="2026-05-21T03:26:53.879" v="294" actId="20577"/>
        <pc:sldMkLst>
          <pc:docMk/>
          <pc:sldMk cId="2620317225" sldId="272"/>
        </pc:sldMkLst>
        <pc:spChg chg="mod">
          <ac:chgData name="REIMONDO NAHUEL ALEJO" userId="S::nreimondo@uade.edu.ar::6321e4ea-f963-4ffe-8417-f757321f65f7" providerId="AD" clId="Web-{081DA93F-B17B-CEE1-20B5-9F047B918B08}" dt="2026-05-21T03:19:19.782" v="94" actId="14100"/>
          <ac:spMkLst>
            <pc:docMk/>
            <pc:sldMk cId="2620317225" sldId="272"/>
            <ac:spMk id="2" creationId="{FE94FD30-69A4-F051-EF2D-70573467240B}"/>
          </ac:spMkLst>
        </pc:spChg>
        <pc:spChg chg="mod">
          <ac:chgData name="REIMONDO NAHUEL ALEJO" userId="S::nreimondo@uade.edu.ar::6321e4ea-f963-4ffe-8417-f757321f65f7" providerId="AD" clId="Web-{081DA93F-B17B-CEE1-20B5-9F047B918B08}" dt="2026-05-21T03:26:53.879" v="294" actId="20577"/>
          <ac:spMkLst>
            <pc:docMk/>
            <pc:sldMk cId="2620317225" sldId="272"/>
            <ac:spMk id="3" creationId="{8FA98982-91A4-7262-7295-3B0BB65C7AE4}"/>
          </ac:spMkLst>
        </pc:spChg>
      </pc:sldChg>
      <pc:sldChg chg="modSp add replId">
        <pc:chgData name="REIMONDO NAHUEL ALEJO" userId="S::nreimondo@uade.edu.ar::6321e4ea-f963-4ffe-8417-f757321f65f7" providerId="AD" clId="Web-{081DA93F-B17B-CEE1-20B5-9F047B918B08}" dt="2026-05-21T03:33:33.202" v="635" actId="20577"/>
        <pc:sldMkLst>
          <pc:docMk/>
          <pc:sldMk cId="1652585755" sldId="273"/>
        </pc:sldMkLst>
        <pc:spChg chg="mod">
          <ac:chgData name="REIMONDO NAHUEL ALEJO" userId="S::nreimondo@uade.edu.ar::6321e4ea-f963-4ffe-8417-f757321f65f7" providerId="AD" clId="Web-{081DA93F-B17B-CEE1-20B5-9F047B918B08}" dt="2026-05-21T03:27:22.818" v="300" actId="14100"/>
          <ac:spMkLst>
            <pc:docMk/>
            <pc:sldMk cId="1652585755" sldId="273"/>
            <ac:spMk id="2" creationId="{E81123F6-77D1-B144-F9E4-7F67AA239BC1}"/>
          </ac:spMkLst>
        </pc:spChg>
        <pc:spChg chg="mod">
          <ac:chgData name="REIMONDO NAHUEL ALEJO" userId="S::nreimondo@uade.edu.ar::6321e4ea-f963-4ffe-8417-f757321f65f7" providerId="AD" clId="Web-{081DA93F-B17B-CEE1-20B5-9F047B918B08}" dt="2026-05-21T03:33:33.202" v="635" actId="20577"/>
          <ac:spMkLst>
            <pc:docMk/>
            <pc:sldMk cId="1652585755" sldId="273"/>
            <ac:spMk id="3" creationId="{290543A1-E1E5-2D98-B1CF-E7EA053A003D}"/>
          </ac:spMkLst>
        </pc:spChg>
      </pc:sldChg>
      <pc:sldChg chg="modSp add ord replId">
        <pc:chgData name="REIMONDO NAHUEL ALEJO" userId="S::nreimondo@uade.edu.ar::6321e4ea-f963-4ffe-8417-f757321f65f7" providerId="AD" clId="Web-{081DA93F-B17B-CEE1-20B5-9F047B918B08}" dt="2026-05-21T03:40:08.011" v="993" actId="20577"/>
        <pc:sldMkLst>
          <pc:docMk/>
          <pc:sldMk cId="3801332351" sldId="274"/>
        </pc:sldMkLst>
        <pc:spChg chg="mod">
          <ac:chgData name="REIMONDO NAHUEL ALEJO" userId="S::nreimondo@uade.edu.ar::6321e4ea-f963-4ffe-8417-f757321f65f7" providerId="AD" clId="Web-{081DA93F-B17B-CEE1-20B5-9F047B918B08}" dt="2026-05-21T03:37:18.346" v="795" actId="20577"/>
          <ac:spMkLst>
            <pc:docMk/>
            <pc:sldMk cId="3801332351" sldId="274"/>
            <ac:spMk id="2" creationId="{D86307C5-3612-7BE4-3482-BF7D0687CEA1}"/>
          </ac:spMkLst>
        </pc:spChg>
        <pc:spChg chg="mod">
          <ac:chgData name="REIMONDO NAHUEL ALEJO" userId="S::nreimondo@uade.edu.ar::6321e4ea-f963-4ffe-8417-f757321f65f7" providerId="AD" clId="Web-{081DA93F-B17B-CEE1-20B5-9F047B918B08}" dt="2026-05-21T03:40:08.011" v="993" actId="20577"/>
          <ac:spMkLst>
            <pc:docMk/>
            <pc:sldMk cId="3801332351" sldId="274"/>
            <ac:spMk id="3" creationId="{5E9994D1-8CFF-C465-952F-6A2E61413F3D}"/>
          </ac:spMkLst>
        </pc:spChg>
      </pc:sldChg>
      <pc:sldChg chg="modSp add replId">
        <pc:chgData name="REIMONDO NAHUEL ALEJO" userId="S::nreimondo@uade.edu.ar::6321e4ea-f963-4ffe-8417-f757321f65f7" providerId="AD" clId="Web-{081DA93F-B17B-CEE1-20B5-9F047B918B08}" dt="2026-05-21T03:37:11.112" v="789" actId="20577"/>
        <pc:sldMkLst>
          <pc:docMk/>
          <pc:sldMk cId="1604616523" sldId="275"/>
        </pc:sldMkLst>
        <pc:spChg chg="mod">
          <ac:chgData name="REIMONDO NAHUEL ALEJO" userId="S::nreimondo@uade.edu.ar::6321e4ea-f963-4ffe-8417-f757321f65f7" providerId="AD" clId="Web-{081DA93F-B17B-CEE1-20B5-9F047B918B08}" dt="2026-05-21T03:37:11.112" v="789" actId="20577"/>
          <ac:spMkLst>
            <pc:docMk/>
            <pc:sldMk cId="1604616523" sldId="275"/>
            <ac:spMk id="3" creationId="{DCD8AAF4-A81D-A96A-1912-9BAE53B40299}"/>
          </ac:spMkLst>
        </pc:spChg>
      </pc:sldChg>
      <pc:sldChg chg="modSp add replId">
        <pc:chgData name="REIMONDO NAHUEL ALEJO" userId="S::nreimondo@uade.edu.ar::6321e4ea-f963-4ffe-8417-f757321f65f7" providerId="AD" clId="Web-{081DA93F-B17B-CEE1-20B5-9F047B918B08}" dt="2026-05-21T03:44:46.335" v="1318" actId="20577"/>
        <pc:sldMkLst>
          <pc:docMk/>
          <pc:sldMk cId="2074732954" sldId="276"/>
        </pc:sldMkLst>
        <pc:spChg chg="mod">
          <ac:chgData name="REIMONDO NAHUEL ALEJO" userId="S::nreimondo@uade.edu.ar::6321e4ea-f963-4ffe-8417-f757321f65f7" providerId="AD" clId="Web-{081DA93F-B17B-CEE1-20B5-9F047B918B08}" dt="2026-05-21T03:40:28.309" v="998" actId="20577"/>
          <ac:spMkLst>
            <pc:docMk/>
            <pc:sldMk cId="2074732954" sldId="276"/>
            <ac:spMk id="2" creationId="{7F7A5A35-447A-F877-4BF5-BE6F60C39629}"/>
          </ac:spMkLst>
        </pc:spChg>
        <pc:spChg chg="mod">
          <ac:chgData name="REIMONDO NAHUEL ALEJO" userId="S::nreimondo@uade.edu.ar::6321e4ea-f963-4ffe-8417-f757321f65f7" providerId="AD" clId="Web-{081DA93F-B17B-CEE1-20B5-9F047B918B08}" dt="2026-05-21T03:44:46.335" v="1318" actId="20577"/>
          <ac:spMkLst>
            <pc:docMk/>
            <pc:sldMk cId="2074732954" sldId="276"/>
            <ac:spMk id="3" creationId="{BE25BD30-4903-1DC7-2845-3B799AC45F48}"/>
          </ac:spMkLst>
        </pc:spChg>
      </pc:sldChg>
      <pc:sldChg chg="modSp add replId">
        <pc:chgData name="REIMONDO NAHUEL ALEJO" userId="S::nreimondo@uade.edu.ar::6321e4ea-f963-4ffe-8417-f757321f65f7" providerId="AD" clId="Web-{081DA93F-B17B-CEE1-20B5-9F047B918B08}" dt="2026-05-21T03:48:47.783" v="1441" actId="20577"/>
        <pc:sldMkLst>
          <pc:docMk/>
          <pc:sldMk cId="2368161100" sldId="277"/>
        </pc:sldMkLst>
        <pc:spChg chg="mod">
          <ac:chgData name="REIMONDO NAHUEL ALEJO" userId="S::nreimondo@uade.edu.ar::6321e4ea-f963-4ffe-8417-f757321f65f7" providerId="AD" clId="Web-{081DA93F-B17B-CEE1-20B5-9F047B918B08}" dt="2026-05-21T03:46:42.150" v="1320" actId="20577"/>
          <ac:spMkLst>
            <pc:docMk/>
            <pc:sldMk cId="2368161100" sldId="277"/>
            <ac:spMk id="2" creationId="{FC020517-7508-F270-6CC5-182DB0AE1F2E}"/>
          </ac:spMkLst>
        </pc:spChg>
        <pc:spChg chg="mod">
          <ac:chgData name="REIMONDO NAHUEL ALEJO" userId="S::nreimondo@uade.edu.ar::6321e4ea-f963-4ffe-8417-f757321f65f7" providerId="AD" clId="Web-{081DA93F-B17B-CEE1-20B5-9F047B918B08}" dt="2026-05-21T03:48:47.783" v="1441" actId="20577"/>
          <ac:spMkLst>
            <pc:docMk/>
            <pc:sldMk cId="2368161100" sldId="277"/>
            <ac:spMk id="3" creationId="{2B2F4EB1-6AC4-98A9-EA97-663D06D991A6}"/>
          </ac:spMkLst>
        </pc:spChg>
      </pc:sldChg>
      <pc:sldChg chg="modSp add replId">
        <pc:chgData name="REIMONDO NAHUEL ALEJO" userId="S::nreimondo@uade.edu.ar::6321e4ea-f963-4ffe-8417-f757321f65f7" providerId="AD" clId="Web-{081DA93F-B17B-CEE1-20B5-9F047B918B08}" dt="2026-05-21T03:51:16.036" v="1692" actId="20577"/>
        <pc:sldMkLst>
          <pc:docMk/>
          <pc:sldMk cId="2690972893" sldId="278"/>
        </pc:sldMkLst>
        <pc:spChg chg="mod">
          <ac:chgData name="REIMONDO NAHUEL ALEJO" userId="S::nreimondo@uade.edu.ar::6321e4ea-f963-4ffe-8417-f757321f65f7" providerId="AD" clId="Web-{081DA93F-B17B-CEE1-20B5-9F047B918B08}" dt="2026-05-21T03:51:16.036" v="1692" actId="20577"/>
          <ac:spMkLst>
            <pc:docMk/>
            <pc:sldMk cId="2690972893" sldId="278"/>
            <ac:spMk id="3" creationId="{A28634AB-3019-55A7-B98B-2B28FFF1EEE2}"/>
          </ac:spMkLst>
        </pc:spChg>
      </pc:sldChg>
      <pc:sldChg chg="addSp delSp modSp add replId">
        <pc:chgData name="REIMONDO NAHUEL ALEJO" userId="S::nreimondo@uade.edu.ar::6321e4ea-f963-4ffe-8417-f757321f65f7" providerId="AD" clId="Web-{081DA93F-B17B-CEE1-20B5-9F047B918B08}" dt="2026-05-21T04:10:08.070" v="2661"/>
        <pc:sldMkLst>
          <pc:docMk/>
          <pc:sldMk cId="3998576986" sldId="279"/>
        </pc:sldMkLst>
        <pc:spChg chg="mod">
          <ac:chgData name="REIMONDO NAHUEL ALEJO" userId="S::nreimondo@uade.edu.ar::6321e4ea-f963-4ffe-8417-f757321f65f7" providerId="AD" clId="Web-{081DA93F-B17B-CEE1-20B5-9F047B918B08}" dt="2026-05-21T03:53:15.648" v="1740" actId="20577"/>
          <ac:spMkLst>
            <pc:docMk/>
            <pc:sldMk cId="3998576986" sldId="279"/>
            <ac:spMk id="3" creationId="{9B340881-AAD9-0801-6092-1616232DF15A}"/>
          </ac:spMkLst>
        </pc:spChg>
        <pc:spChg chg="add del mod">
          <ac:chgData name="REIMONDO NAHUEL ALEJO" userId="S::nreimondo@uade.edu.ar::6321e4ea-f963-4ffe-8417-f757321f65f7" providerId="AD" clId="Web-{081DA93F-B17B-CEE1-20B5-9F047B918B08}" dt="2026-05-21T04:10:08.070" v="2661"/>
          <ac:spMkLst>
            <pc:docMk/>
            <pc:sldMk cId="3998576986" sldId="279"/>
            <ac:spMk id="4" creationId="{217B493C-2B57-33B1-1FB0-EDFED9D5D643}"/>
          </ac:spMkLst>
        </pc:spChg>
      </pc:sldChg>
      <pc:sldChg chg="modSp add replId">
        <pc:chgData name="REIMONDO NAHUEL ALEJO" userId="S::nreimondo@uade.edu.ar::6321e4ea-f963-4ffe-8417-f757321f65f7" providerId="AD" clId="Web-{081DA93F-B17B-CEE1-20B5-9F047B918B08}" dt="2026-05-21T04:00:03.587" v="2029" actId="20577"/>
        <pc:sldMkLst>
          <pc:docMk/>
          <pc:sldMk cId="802803345" sldId="280"/>
        </pc:sldMkLst>
        <pc:spChg chg="mod">
          <ac:chgData name="REIMONDO NAHUEL ALEJO" userId="S::nreimondo@uade.edu.ar::6321e4ea-f963-4ffe-8417-f757321f65f7" providerId="AD" clId="Web-{081DA93F-B17B-CEE1-20B5-9F047B918B08}" dt="2026-05-21T03:56:33.327" v="1744" actId="20577"/>
          <ac:spMkLst>
            <pc:docMk/>
            <pc:sldMk cId="802803345" sldId="280"/>
            <ac:spMk id="2" creationId="{4A42FA0C-AADA-A995-AA82-A203DFAADEBE}"/>
          </ac:spMkLst>
        </pc:spChg>
        <pc:spChg chg="mod">
          <ac:chgData name="REIMONDO NAHUEL ALEJO" userId="S::nreimondo@uade.edu.ar::6321e4ea-f963-4ffe-8417-f757321f65f7" providerId="AD" clId="Web-{081DA93F-B17B-CEE1-20B5-9F047B918B08}" dt="2026-05-21T04:00:03.587" v="2029" actId="20577"/>
          <ac:spMkLst>
            <pc:docMk/>
            <pc:sldMk cId="802803345" sldId="280"/>
            <ac:spMk id="3" creationId="{9739CEC4-6A60-62FA-D819-C5CF7D511066}"/>
          </ac:spMkLst>
        </pc:spChg>
      </pc:sldChg>
      <pc:sldChg chg="add">
        <pc:chgData name="REIMONDO NAHUEL ALEJO" userId="S::nreimondo@uade.edu.ar::6321e4ea-f963-4ffe-8417-f757321f65f7" providerId="AD" clId="Web-{081DA93F-B17B-CEE1-20B5-9F047B918B08}" dt="2026-05-21T03:53:57.211" v="1742"/>
        <pc:sldMkLst>
          <pc:docMk/>
          <pc:sldMk cId="1660435953" sldId="283"/>
        </pc:sldMkLst>
      </pc:sldChg>
      <pc:sldChg chg="modSp add replId">
        <pc:chgData name="REIMONDO NAHUEL ALEJO" userId="S::nreimondo@uade.edu.ar::6321e4ea-f963-4ffe-8417-f757321f65f7" providerId="AD" clId="Web-{081DA93F-B17B-CEE1-20B5-9F047B918B08}" dt="2026-05-21T04:03:02.030" v="2212" actId="20577"/>
        <pc:sldMkLst>
          <pc:docMk/>
          <pc:sldMk cId="165797049" sldId="284"/>
        </pc:sldMkLst>
        <pc:spChg chg="mod">
          <ac:chgData name="REIMONDO NAHUEL ALEJO" userId="S::nreimondo@uade.edu.ar::6321e4ea-f963-4ffe-8417-f757321f65f7" providerId="AD" clId="Web-{081DA93F-B17B-CEE1-20B5-9F047B918B08}" dt="2026-05-21T04:00:33.291" v="2046" actId="20577"/>
          <ac:spMkLst>
            <pc:docMk/>
            <pc:sldMk cId="165797049" sldId="284"/>
            <ac:spMk id="2" creationId="{8AB43354-D556-4898-D453-8B3D434DE36C}"/>
          </ac:spMkLst>
        </pc:spChg>
        <pc:spChg chg="mod">
          <ac:chgData name="REIMONDO NAHUEL ALEJO" userId="S::nreimondo@uade.edu.ar::6321e4ea-f963-4ffe-8417-f757321f65f7" providerId="AD" clId="Web-{081DA93F-B17B-CEE1-20B5-9F047B918B08}" dt="2026-05-21T04:03:02.030" v="2212" actId="20577"/>
          <ac:spMkLst>
            <pc:docMk/>
            <pc:sldMk cId="165797049" sldId="284"/>
            <ac:spMk id="3" creationId="{EA6A5A53-5FA4-3F8C-74D8-50C14C1A8326}"/>
          </ac:spMkLst>
        </pc:spChg>
      </pc:sldChg>
      <pc:sldChg chg="modSp add replId">
        <pc:chgData name="REIMONDO NAHUEL ALEJO" userId="S::nreimondo@uade.edu.ar::6321e4ea-f963-4ffe-8417-f757321f65f7" providerId="AD" clId="Web-{081DA93F-B17B-CEE1-20B5-9F047B918B08}" dt="2026-05-21T04:05:14.423" v="2321" actId="20577"/>
        <pc:sldMkLst>
          <pc:docMk/>
          <pc:sldMk cId="1378611869" sldId="285"/>
        </pc:sldMkLst>
        <pc:spChg chg="mod">
          <ac:chgData name="REIMONDO NAHUEL ALEJO" userId="S::nreimondo@uade.edu.ar::6321e4ea-f963-4ffe-8417-f757321f65f7" providerId="AD" clId="Web-{081DA93F-B17B-CEE1-20B5-9F047B918B08}" dt="2026-05-21T04:03:33.812" v="2216" actId="20577"/>
          <ac:spMkLst>
            <pc:docMk/>
            <pc:sldMk cId="1378611869" sldId="285"/>
            <ac:spMk id="2" creationId="{5821ACF7-EB36-0DE3-4C28-C49D3EF1314B}"/>
          </ac:spMkLst>
        </pc:spChg>
        <pc:spChg chg="mod">
          <ac:chgData name="REIMONDO NAHUEL ALEJO" userId="S::nreimondo@uade.edu.ar::6321e4ea-f963-4ffe-8417-f757321f65f7" providerId="AD" clId="Web-{081DA93F-B17B-CEE1-20B5-9F047B918B08}" dt="2026-05-21T04:05:14.423" v="2321" actId="20577"/>
          <ac:spMkLst>
            <pc:docMk/>
            <pc:sldMk cId="1378611869" sldId="285"/>
            <ac:spMk id="3" creationId="{F205959C-04D3-E8B9-3042-9F3BD3158E90}"/>
          </ac:spMkLst>
        </pc:spChg>
      </pc:sldChg>
      <pc:sldChg chg="modSp add replId">
        <pc:chgData name="REIMONDO NAHUEL ALEJO" userId="S::nreimondo@uade.edu.ar::6321e4ea-f963-4ffe-8417-f757321f65f7" providerId="AD" clId="Web-{081DA93F-B17B-CEE1-20B5-9F047B918B08}" dt="2026-05-21T04:08:50.678" v="2652" actId="20577"/>
        <pc:sldMkLst>
          <pc:docMk/>
          <pc:sldMk cId="3931013472" sldId="286"/>
        </pc:sldMkLst>
        <pc:spChg chg="mod">
          <ac:chgData name="REIMONDO NAHUEL ALEJO" userId="S::nreimondo@uade.edu.ar::6321e4ea-f963-4ffe-8417-f757321f65f7" providerId="AD" clId="Web-{081DA93F-B17B-CEE1-20B5-9F047B918B08}" dt="2026-05-21T04:05:22.017" v="2323" actId="20577"/>
          <ac:spMkLst>
            <pc:docMk/>
            <pc:sldMk cId="3931013472" sldId="286"/>
            <ac:spMk id="2" creationId="{93B6F5BC-07E2-C6E5-BBD5-2A4775667BD1}"/>
          </ac:spMkLst>
        </pc:spChg>
        <pc:spChg chg="mod">
          <ac:chgData name="REIMONDO NAHUEL ALEJO" userId="S::nreimondo@uade.edu.ar::6321e4ea-f963-4ffe-8417-f757321f65f7" providerId="AD" clId="Web-{081DA93F-B17B-CEE1-20B5-9F047B918B08}" dt="2026-05-21T04:08:50.678" v="2652" actId="20577"/>
          <ac:spMkLst>
            <pc:docMk/>
            <pc:sldMk cId="3931013472" sldId="286"/>
            <ac:spMk id="3" creationId="{9788D1C2-C22B-3303-99E2-CE4FEEB48744}"/>
          </ac:spMkLst>
        </pc:spChg>
      </pc:sldChg>
      <pc:sldMasterChg chg="add addSldLayout">
        <pc:chgData name="REIMONDO NAHUEL ALEJO" userId="S::nreimondo@uade.edu.ar::6321e4ea-f963-4ffe-8417-f757321f65f7" providerId="AD" clId="Web-{081DA93F-B17B-CEE1-20B5-9F047B918B08}" dt="2026-05-21T03:16:40.076" v="7"/>
        <pc:sldMasterMkLst>
          <pc:docMk/>
          <pc:sldMasterMk cId="4091618591" sldId="2147483660"/>
        </pc:sldMasterMkLst>
        <pc:sldLayoutChg chg="add">
          <pc:chgData name="REIMONDO NAHUEL ALEJO" userId="S::nreimondo@uade.edu.ar::6321e4ea-f963-4ffe-8417-f757321f65f7" providerId="AD" clId="Web-{081DA93F-B17B-CEE1-20B5-9F047B918B08}" dt="2026-05-21T03:16:40.076" v="7"/>
          <pc:sldLayoutMkLst>
            <pc:docMk/>
            <pc:sldMasterMk cId="4091618591" sldId="2147483660"/>
            <pc:sldLayoutMk cId="583372267" sldId="2147483661"/>
          </pc:sldLayoutMkLst>
        </pc:sldLayoutChg>
        <pc:sldLayoutChg chg="add">
          <pc:chgData name="REIMONDO NAHUEL ALEJO" userId="S::nreimondo@uade.edu.ar::6321e4ea-f963-4ffe-8417-f757321f65f7" providerId="AD" clId="Web-{081DA93F-B17B-CEE1-20B5-9F047B918B08}" dt="2026-05-21T03:16:40.076" v="7"/>
          <pc:sldLayoutMkLst>
            <pc:docMk/>
            <pc:sldMasterMk cId="4091618591" sldId="2147483660"/>
            <pc:sldLayoutMk cId="2514837126" sldId="2147483662"/>
          </pc:sldLayoutMkLst>
        </pc:sldLayoutChg>
        <pc:sldLayoutChg chg="add">
          <pc:chgData name="REIMONDO NAHUEL ALEJO" userId="S::nreimondo@uade.edu.ar::6321e4ea-f963-4ffe-8417-f757321f65f7" providerId="AD" clId="Web-{081DA93F-B17B-CEE1-20B5-9F047B918B08}" dt="2026-05-21T03:16:40.076" v="7"/>
          <pc:sldLayoutMkLst>
            <pc:docMk/>
            <pc:sldMasterMk cId="4091618591" sldId="2147483660"/>
            <pc:sldLayoutMk cId="1195217195" sldId="2147483663"/>
          </pc:sldLayoutMkLst>
        </pc:sldLayoutChg>
        <pc:sldLayoutChg chg="add">
          <pc:chgData name="REIMONDO NAHUEL ALEJO" userId="S::nreimondo@uade.edu.ar::6321e4ea-f963-4ffe-8417-f757321f65f7" providerId="AD" clId="Web-{081DA93F-B17B-CEE1-20B5-9F047B918B08}" dt="2026-05-21T03:16:40.076" v="7"/>
          <pc:sldLayoutMkLst>
            <pc:docMk/>
            <pc:sldMasterMk cId="4091618591" sldId="2147483660"/>
            <pc:sldLayoutMk cId="1111033124" sldId="2147483664"/>
          </pc:sldLayoutMkLst>
        </pc:sldLayoutChg>
        <pc:sldLayoutChg chg="add">
          <pc:chgData name="REIMONDO NAHUEL ALEJO" userId="S::nreimondo@uade.edu.ar::6321e4ea-f963-4ffe-8417-f757321f65f7" providerId="AD" clId="Web-{081DA93F-B17B-CEE1-20B5-9F047B918B08}" dt="2026-05-21T03:16:40.076" v="7"/>
          <pc:sldLayoutMkLst>
            <pc:docMk/>
            <pc:sldMasterMk cId="4091618591" sldId="2147483660"/>
            <pc:sldLayoutMk cId="1150684844" sldId="2147483665"/>
          </pc:sldLayoutMkLst>
        </pc:sldLayoutChg>
        <pc:sldLayoutChg chg="add">
          <pc:chgData name="REIMONDO NAHUEL ALEJO" userId="S::nreimondo@uade.edu.ar::6321e4ea-f963-4ffe-8417-f757321f65f7" providerId="AD" clId="Web-{081DA93F-B17B-CEE1-20B5-9F047B918B08}" dt="2026-05-21T03:16:40.076" v="7"/>
          <pc:sldLayoutMkLst>
            <pc:docMk/>
            <pc:sldMasterMk cId="4091618591" sldId="2147483660"/>
            <pc:sldLayoutMk cId="3234067899" sldId="2147483666"/>
          </pc:sldLayoutMkLst>
        </pc:sldLayoutChg>
        <pc:sldLayoutChg chg="add">
          <pc:chgData name="REIMONDO NAHUEL ALEJO" userId="S::nreimondo@uade.edu.ar::6321e4ea-f963-4ffe-8417-f757321f65f7" providerId="AD" clId="Web-{081DA93F-B17B-CEE1-20B5-9F047B918B08}" dt="2026-05-21T03:16:40.076" v="7"/>
          <pc:sldLayoutMkLst>
            <pc:docMk/>
            <pc:sldMasterMk cId="4091618591" sldId="2147483660"/>
            <pc:sldLayoutMk cId="2812389127" sldId="2147483667"/>
          </pc:sldLayoutMkLst>
        </pc:sldLayoutChg>
        <pc:sldLayoutChg chg="add">
          <pc:chgData name="REIMONDO NAHUEL ALEJO" userId="S::nreimondo@uade.edu.ar::6321e4ea-f963-4ffe-8417-f757321f65f7" providerId="AD" clId="Web-{081DA93F-B17B-CEE1-20B5-9F047B918B08}" dt="2026-05-21T03:16:40.076" v="7"/>
          <pc:sldLayoutMkLst>
            <pc:docMk/>
            <pc:sldMasterMk cId="4091618591" sldId="2147483660"/>
            <pc:sldLayoutMk cId="139312560" sldId="2147483668"/>
          </pc:sldLayoutMkLst>
        </pc:sldLayoutChg>
        <pc:sldLayoutChg chg="add">
          <pc:chgData name="REIMONDO NAHUEL ALEJO" userId="S::nreimondo@uade.edu.ar::6321e4ea-f963-4ffe-8417-f757321f65f7" providerId="AD" clId="Web-{081DA93F-B17B-CEE1-20B5-9F047B918B08}" dt="2026-05-21T03:16:40.076" v="7"/>
          <pc:sldLayoutMkLst>
            <pc:docMk/>
            <pc:sldMasterMk cId="4091618591" sldId="2147483660"/>
            <pc:sldLayoutMk cId="462536072" sldId="2147483669"/>
          </pc:sldLayoutMkLst>
        </pc:sldLayoutChg>
        <pc:sldLayoutChg chg="add">
          <pc:chgData name="REIMONDO NAHUEL ALEJO" userId="S::nreimondo@uade.edu.ar::6321e4ea-f963-4ffe-8417-f757321f65f7" providerId="AD" clId="Web-{081DA93F-B17B-CEE1-20B5-9F047B918B08}" dt="2026-05-21T03:16:40.076" v="7"/>
          <pc:sldLayoutMkLst>
            <pc:docMk/>
            <pc:sldMasterMk cId="4091618591" sldId="2147483660"/>
            <pc:sldLayoutMk cId="3896447101" sldId="2147483670"/>
          </pc:sldLayoutMkLst>
        </pc:sldLayoutChg>
        <pc:sldLayoutChg chg="add">
          <pc:chgData name="REIMONDO NAHUEL ALEJO" userId="S::nreimondo@uade.edu.ar::6321e4ea-f963-4ffe-8417-f757321f65f7" providerId="AD" clId="Web-{081DA93F-B17B-CEE1-20B5-9F047B918B08}" dt="2026-05-21T03:16:40.076" v="7"/>
          <pc:sldLayoutMkLst>
            <pc:docMk/>
            <pc:sldMasterMk cId="4091618591" sldId="2147483660"/>
            <pc:sldLayoutMk cId="4019616996" sldId="2147483671"/>
          </pc:sldLayoutMkLst>
        </pc:sldLayoutChg>
      </pc:sldMasterChg>
    </pc:docChg>
  </pc:docChgLst>
  <pc:docChgLst>
    <pc:chgData name="REIMONDO NAHUEL ALEJO" userId="S::nreimondo@uade.edu.ar::6321e4ea-f963-4ffe-8417-f757321f65f7" providerId="AD" clId="Web-{B3856187-36B3-3BC2-DDE9-20D94DCBD1CA}"/>
    <pc:docChg chg="addSld delSld modSld sldOrd">
      <pc:chgData name="REIMONDO NAHUEL ALEJO" userId="S::nreimondo@uade.edu.ar::6321e4ea-f963-4ffe-8417-f757321f65f7" providerId="AD" clId="Web-{B3856187-36B3-3BC2-DDE9-20D94DCBD1CA}" dt="2026-05-21T17:36:43.726" v="4531" actId="20577"/>
      <pc:docMkLst>
        <pc:docMk/>
      </pc:docMkLst>
      <pc:sldChg chg="modSp add replId">
        <pc:chgData name="REIMONDO NAHUEL ALEJO" userId="S::nreimondo@uade.edu.ar::6321e4ea-f963-4ffe-8417-f757321f65f7" providerId="AD" clId="Web-{B3856187-36B3-3BC2-DDE9-20D94DCBD1CA}" dt="2026-05-21T12:34:37.322" v="176" actId="20577"/>
        <pc:sldMkLst>
          <pc:docMk/>
          <pc:sldMk cId="3171220336" sldId="287"/>
        </pc:sldMkLst>
        <pc:spChg chg="mod">
          <ac:chgData name="REIMONDO NAHUEL ALEJO" userId="S::nreimondo@uade.edu.ar::6321e4ea-f963-4ffe-8417-f757321f65f7" providerId="AD" clId="Web-{B3856187-36B3-3BC2-DDE9-20D94DCBD1CA}" dt="2026-05-21T12:33:02.287" v="6" actId="20577"/>
          <ac:spMkLst>
            <pc:docMk/>
            <pc:sldMk cId="3171220336" sldId="287"/>
            <ac:spMk id="2" creationId="{00BA2302-13B3-66DB-B966-29D72AAB0297}"/>
          </ac:spMkLst>
        </pc:spChg>
        <pc:spChg chg="mod">
          <ac:chgData name="REIMONDO NAHUEL ALEJO" userId="S::nreimondo@uade.edu.ar::6321e4ea-f963-4ffe-8417-f757321f65f7" providerId="AD" clId="Web-{B3856187-36B3-3BC2-DDE9-20D94DCBD1CA}" dt="2026-05-21T12:34:37.322" v="176" actId="20577"/>
          <ac:spMkLst>
            <pc:docMk/>
            <pc:sldMk cId="3171220336" sldId="287"/>
            <ac:spMk id="3" creationId="{FE5ABBCA-8697-4EAF-209D-2192C04C606C}"/>
          </ac:spMkLst>
        </pc:spChg>
      </pc:sldChg>
      <pc:sldChg chg="modSp add replId">
        <pc:chgData name="REIMONDO NAHUEL ALEJO" userId="S::nreimondo@uade.edu.ar::6321e4ea-f963-4ffe-8417-f757321f65f7" providerId="AD" clId="Web-{B3856187-36B3-3BC2-DDE9-20D94DCBD1CA}" dt="2026-05-21T12:56:23.728" v="285" actId="20577"/>
        <pc:sldMkLst>
          <pc:docMk/>
          <pc:sldMk cId="2305244042" sldId="288"/>
        </pc:sldMkLst>
        <pc:spChg chg="mod">
          <ac:chgData name="REIMONDO NAHUEL ALEJO" userId="S::nreimondo@uade.edu.ar::6321e4ea-f963-4ffe-8417-f757321f65f7" providerId="AD" clId="Web-{B3856187-36B3-3BC2-DDE9-20D94DCBD1CA}" dt="2026-05-21T12:56:23.728" v="285" actId="20577"/>
          <ac:spMkLst>
            <pc:docMk/>
            <pc:sldMk cId="2305244042" sldId="288"/>
            <ac:spMk id="3" creationId="{DA99243C-9B17-D08E-2050-4EDEB9E879DA}"/>
          </ac:spMkLst>
        </pc:spChg>
      </pc:sldChg>
      <pc:sldChg chg="addSp modSp add replId">
        <pc:chgData name="REIMONDO NAHUEL ALEJO" userId="S::nreimondo@uade.edu.ar::6321e4ea-f963-4ffe-8417-f757321f65f7" providerId="AD" clId="Web-{B3856187-36B3-3BC2-DDE9-20D94DCBD1CA}" dt="2026-05-21T13:27:54.376" v="307" actId="14100"/>
        <pc:sldMkLst>
          <pc:docMk/>
          <pc:sldMk cId="4022931730" sldId="289"/>
        </pc:sldMkLst>
        <pc:spChg chg="mod">
          <ac:chgData name="REIMONDO NAHUEL ALEJO" userId="S::nreimondo@uade.edu.ar::6321e4ea-f963-4ffe-8417-f757321f65f7" providerId="AD" clId="Web-{B3856187-36B3-3BC2-DDE9-20D94DCBD1CA}" dt="2026-05-21T13:27:39.298" v="304" actId="20577"/>
          <ac:spMkLst>
            <pc:docMk/>
            <pc:sldMk cId="4022931730" sldId="289"/>
            <ac:spMk id="3" creationId="{5947950D-7707-FF1B-EA37-ACE79929A7CD}"/>
          </ac:spMkLst>
        </pc:spChg>
        <pc:picChg chg="add mod">
          <ac:chgData name="REIMONDO NAHUEL ALEJO" userId="S::nreimondo@uade.edu.ar::6321e4ea-f963-4ffe-8417-f757321f65f7" providerId="AD" clId="Web-{B3856187-36B3-3BC2-DDE9-20D94DCBD1CA}" dt="2026-05-21T13:27:54.376" v="307" actId="14100"/>
          <ac:picMkLst>
            <pc:docMk/>
            <pc:sldMk cId="4022931730" sldId="289"/>
            <ac:picMk id="4" creationId="{A36263FC-F34D-73B2-8914-EA624CC8BC6E}"/>
          </ac:picMkLst>
        </pc:picChg>
      </pc:sldChg>
      <pc:sldChg chg="delSp modSp add replId">
        <pc:chgData name="REIMONDO NAHUEL ALEJO" userId="S::nreimondo@uade.edu.ar::6321e4ea-f963-4ffe-8417-f757321f65f7" providerId="AD" clId="Web-{B3856187-36B3-3BC2-DDE9-20D94DCBD1CA}" dt="2026-05-21T13:32:03.383" v="477" actId="20577"/>
        <pc:sldMkLst>
          <pc:docMk/>
          <pc:sldMk cId="2424179374" sldId="290"/>
        </pc:sldMkLst>
        <pc:spChg chg="mod">
          <ac:chgData name="REIMONDO NAHUEL ALEJO" userId="S::nreimondo@uade.edu.ar::6321e4ea-f963-4ffe-8417-f757321f65f7" providerId="AD" clId="Web-{B3856187-36B3-3BC2-DDE9-20D94DCBD1CA}" dt="2026-05-21T13:28:06.595" v="313" actId="20577"/>
          <ac:spMkLst>
            <pc:docMk/>
            <pc:sldMk cId="2424179374" sldId="290"/>
            <ac:spMk id="2" creationId="{92E7F777-4809-88B3-FC25-D810CDC1505F}"/>
          </ac:spMkLst>
        </pc:spChg>
        <pc:spChg chg="mod">
          <ac:chgData name="REIMONDO NAHUEL ALEJO" userId="S::nreimondo@uade.edu.ar::6321e4ea-f963-4ffe-8417-f757321f65f7" providerId="AD" clId="Web-{B3856187-36B3-3BC2-DDE9-20D94DCBD1CA}" dt="2026-05-21T13:32:03.383" v="477" actId="20577"/>
          <ac:spMkLst>
            <pc:docMk/>
            <pc:sldMk cId="2424179374" sldId="290"/>
            <ac:spMk id="3" creationId="{9C209B01-5CA7-B244-9D59-6B85DE5A0E34}"/>
          </ac:spMkLst>
        </pc:spChg>
        <pc:picChg chg="del">
          <ac:chgData name="REIMONDO NAHUEL ALEJO" userId="S::nreimondo@uade.edu.ar::6321e4ea-f963-4ffe-8417-f757321f65f7" providerId="AD" clId="Web-{B3856187-36B3-3BC2-DDE9-20D94DCBD1CA}" dt="2026-05-21T13:28:01.955" v="309"/>
          <ac:picMkLst>
            <pc:docMk/>
            <pc:sldMk cId="2424179374" sldId="290"/>
            <ac:picMk id="4" creationId="{FCB1429F-83D5-0404-EA30-F3FED70E57D4}"/>
          </ac:picMkLst>
        </pc:picChg>
      </pc:sldChg>
      <pc:sldChg chg="modSp add replId">
        <pc:chgData name="REIMONDO NAHUEL ALEJO" userId="S::nreimondo@uade.edu.ar::6321e4ea-f963-4ffe-8417-f757321f65f7" providerId="AD" clId="Web-{B3856187-36B3-3BC2-DDE9-20D94DCBD1CA}" dt="2026-05-21T13:41:41.528" v="687" actId="20577"/>
        <pc:sldMkLst>
          <pc:docMk/>
          <pc:sldMk cId="2332917294" sldId="291"/>
        </pc:sldMkLst>
        <pc:spChg chg="mod">
          <ac:chgData name="REIMONDO NAHUEL ALEJO" userId="S::nreimondo@uade.edu.ar::6321e4ea-f963-4ffe-8417-f757321f65f7" providerId="AD" clId="Web-{B3856187-36B3-3BC2-DDE9-20D94DCBD1CA}" dt="2026-05-21T13:32:27.228" v="484" actId="20577"/>
          <ac:spMkLst>
            <pc:docMk/>
            <pc:sldMk cId="2332917294" sldId="291"/>
            <ac:spMk id="2" creationId="{3286C43D-9036-C727-6400-D6D997CF76AC}"/>
          </ac:spMkLst>
        </pc:spChg>
        <pc:spChg chg="mod">
          <ac:chgData name="REIMONDO NAHUEL ALEJO" userId="S::nreimondo@uade.edu.ar::6321e4ea-f963-4ffe-8417-f757321f65f7" providerId="AD" clId="Web-{B3856187-36B3-3BC2-DDE9-20D94DCBD1CA}" dt="2026-05-21T13:41:41.528" v="687" actId="20577"/>
          <ac:spMkLst>
            <pc:docMk/>
            <pc:sldMk cId="2332917294" sldId="291"/>
            <ac:spMk id="3" creationId="{FA4922E8-5B3C-B2FB-5F76-B566C4D43D9C}"/>
          </ac:spMkLst>
        </pc:spChg>
      </pc:sldChg>
      <pc:sldChg chg="add ord replId">
        <pc:chgData name="REIMONDO NAHUEL ALEJO" userId="S::nreimondo@uade.edu.ar::6321e4ea-f963-4ffe-8417-f757321f65f7" providerId="AD" clId="Web-{B3856187-36B3-3BC2-DDE9-20D94DCBD1CA}" dt="2026-05-21T13:32:38.244" v="486"/>
        <pc:sldMkLst>
          <pc:docMk/>
          <pc:sldMk cId="735407482" sldId="292"/>
        </pc:sldMkLst>
      </pc:sldChg>
      <pc:sldChg chg="modSp add replId">
        <pc:chgData name="REIMONDO NAHUEL ALEJO" userId="S::nreimondo@uade.edu.ar::6321e4ea-f963-4ffe-8417-f757321f65f7" providerId="AD" clId="Web-{B3856187-36B3-3BC2-DDE9-20D94DCBD1CA}" dt="2026-05-21T13:49:21.478" v="772" actId="20577"/>
        <pc:sldMkLst>
          <pc:docMk/>
          <pc:sldMk cId="4093112337" sldId="293"/>
        </pc:sldMkLst>
        <pc:spChg chg="mod">
          <ac:chgData name="REIMONDO NAHUEL ALEJO" userId="S::nreimondo@uade.edu.ar::6321e4ea-f963-4ffe-8417-f757321f65f7" providerId="AD" clId="Web-{B3856187-36B3-3BC2-DDE9-20D94DCBD1CA}" dt="2026-05-21T13:49:21.478" v="772" actId="20577"/>
          <ac:spMkLst>
            <pc:docMk/>
            <pc:sldMk cId="4093112337" sldId="293"/>
            <ac:spMk id="3" creationId="{E263CA4F-88A6-C5A7-0B2C-B262286EDF9C}"/>
          </ac:spMkLst>
        </pc:spChg>
      </pc:sldChg>
      <pc:sldChg chg="addSp delSp modSp add replId">
        <pc:chgData name="REIMONDO NAHUEL ALEJO" userId="S::nreimondo@uade.edu.ar::6321e4ea-f963-4ffe-8417-f757321f65f7" providerId="AD" clId="Web-{B3856187-36B3-3BC2-DDE9-20D94DCBD1CA}" dt="2026-05-21T13:49:55.057" v="777" actId="14100"/>
        <pc:sldMkLst>
          <pc:docMk/>
          <pc:sldMk cId="3485625948" sldId="294"/>
        </pc:sldMkLst>
        <pc:spChg chg="del">
          <ac:chgData name="REIMONDO NAHUEL ALEJO" userId="S::nreimondo@uade.edu.ar::6321e4ea-f963-4ffe-8417-f757321f65f7" providerId="AD" clId="Web-{B3856187-36B3-3BC2-DDE9-20D94DCBD1CA}" dt="2026-05-21T13:49:31.806" v="774"/>
          <ac:spMkLst>
            <pc:docMk/>
            <pc:sldMk cId="3485625948" sldId="294"/>
            <ac:spMk id="3" creationId="{F154729C-2651-A469-3FE5-1BE720A65000}"/>
          </ac:spMkLst>
        </pc:spChg>
        <pc:spChg chg="add del mod">
          <ac:chgData name="REIMONDO NAHUEL ALEJO" userId="S::nreimondo@uade.edu.ar::6321e4ea-f963-4ffe-8417-f757321f65f7" providerId="AD" clId="Web-{B3856187-36B3-3BC2-DDE9-20D94DCBD1CA}" dt="2026-05-21T13:49:49.760" v="775"/>
          <ac:spMkLst>
            <pc:docMk/>
            <pc:sldMk cId="3485625948" sldId="294"/>
            <ac:spMk id="5" creationId="{2D3AB372-6243-1356-19DA-6CC6F07DBADF}"/>
          </ac:spMkLst>
        </pc:spChg>
        <pc:picChg chg="add mod ord">
          <ac:chgData name="REIMONDO NAHUEL ALEJO" userId="S::nreimondo@uade.edu.ar::6321e4ea-f963-4ffe-8417-f757321f65f7" providerId="AD" clId="Web-{B3856187-36B3-3BC2-DDE9-20D94DCBD1CA}" dt="2026-05-21T13:49:55.057" v="777" actId="14100"/>
          <ac:picMkLst>
            <pc:docMk/>
            <pc:sldMk cId="3485625948" sldId="294"/>
            <ac:picMk id="6" creationId="{86803E87-EE01-6F8D-A324-A8D6D5CE75AE}"/>
          </ac:picMkLst>
        </pc:picChg>
      </pc:sldChg>
      <pc:sldChg chg="addSp delSp modSp add replId">
        <pc:chgData name="REIMONDO NAHUEL ALEJO" userId="S::nreimondo@uade.edu.ar::6321e4ea-f963-4ffe-8417-f757321f65f7" providerId="AD" clId="Web-{B3856187-36B3-3BC2-DDE9-20D94DCBD1CA}" dt="2026-05-21T13:50:22.417" v="782" actId="14100"/>
        <pc:sldMkLst>
          <pc:docMk/>
          <pc:sldMk cId="2702625137" sldId="295"/>
        </pc:sldMkLst>
        <pc:spChg chg="add del mod">
          <ac:chgData name="REIMONDO NAHUEL ALEJO" userId="S::nreimondo@uade.edu.ar::6321e4ea-f963-4ffe-8417-f757321f65f7" providerId="AD" clId="Web-{B3856187-36B3-3BC2-DDE9-20D94DCBD1CA}" dt="2026-05-21T13:50:16.370" v="780"/>
          <ac:spMkLst>
            <pc:docMk/>
            <pc:sldMk cId="2702625137" sldId="295"/>
            <ac:spMk id="4" creationId="{19ECE2F6-570E-4615-6736-9847C753D842}"/>
          </ac:spMkLst>
        </pc:spChg>
        <pc:picChg chg="add mod ord">
          <ac:chgData name="REIMONDO NAHUEL ALEJO" userId="S::nreimondo@uade.edu.ar::6321e4ea-f963-4ffe-8417-f757321f65f7" providerId="AD" clId="Web-{B3856187-36B3-3BC2-DDE9-20D94DCBD1CA}" dt="2026-05-21T13:50:22.417" v="782" actId="14100"/>
          <ac:picMkLst>
            <pc:docMk/>
            <pc:sldMk cId="2702625137" sldId="295"/>
            <ac:picMk id="5" creationId="{67F4857A-DE10-D6E2-0542-604DCBBFAF02}"/>
          </ac:picMkLst>
        </pc:picChg>
        <pc:picChg chg="del">
          <ac:chgData name="REIMONDO NAHUEL ALEJO" userId="S::nreimondo@uade.edu.ar::6321e4ea-f963-4ffe-8417-f757321f65f7" providerId="AD" clId="Web-{B3856187-36B3-3BC2-DDE9-20D94DCBD1CA}" dt="2026-05-21T13:50:00.713" v="779"/>
          <ac:picMkLst>
            <pc:docMk/>
            <pc:sldMk cId="2702625137" sldId="295"/>
            <ac:picMk id="6" creationId="{637B2714-2C91-0D42-CCE1-7F37C80C1636}"/>
          </ac:picMkLst>
        </pc:picChg>
      </pc:sldChg>
      <pc:sldChg chg="addSp delSp modSp add del replId">
        <pc:chgData name="REIMONDO NAHUEL ALEJO" userId="S::nreimondo@uade.edu.ar::6321e4ea-f963-4ffe-8417-f757321f65f7" providerId="AD" clId="Web-{B3856187-36B3-3BC2-DDE9-20D94DCBD1CA}" dt="2026-05-21T13:51:52.544" v="820"/>
        <pc:sldMkLst>
          <pc:docMk/>
          <pc:sldMk cId="3227761339" sldId="296"/>
        </pc:sldMkLst>
        <pc:spChg chg="add mod">
          <ac:chgData name="REIMONDO NAHUEL ALEJO" userId="S::nreimondo@uade.edu.ar::6321e4ea-f963-4ffe-8417-f757321f65f7" providerId="AD" clId="Web-{B3856187-36B3-3BC2-DDE9-20D94DCBD1CA}" dt="2026-05-21T13:50:35.339" v="784"/>
          <ac:spMkLst>
            <pc:docMk/>
            <pc:sldMk cId="3227761339" sldId="296"/>
            <ac:spMk id="4" creationId="{E5FDEE7E-1673-5E45-3B5D-F6F338A342C1}"/>
          </ac:spMkLst>
        </pc:spChg>
        <pc:picChg chg="del">
          <ac:chgData name="REIMONDO NAHUEL ALEJO" userId="S::nreimondo@uade.edu.ar::6321e4ea-f963-4ffe-8417-f757321f65f7" providerId="AD" clId="Web-{B3856187-36B3-3BC2-DDE9-20D94DCBD1CA}" dt="2026-05-21T13:50:35.339" v="784"/>
          <ac:picMkLst>
            <pc:docMk/>
            <pc:sldMk cId="3227761339" sldId="296"/>
            <ac:picMk id="5" creationId="{DD2DC789-5B05-85DB-CA56-E3245E73C9B3}"/>
          </ac:picMkLst>
        </pc:picChg>
      </pc:sldChg>
      <pc:sldChg chg="addSp modSp add ord replId">
        <pc:chgData name="REIMONDO NAHUEL ALEJO" userId="S::nreimondo@uade.edu.ar::6321e4ea-f963-4ffe-8417-f757321f65f7" providerId="AD" clId="Web-{B3856187-36B3-3BC2-DDE9-20D94DCBD1CA}" dt="2026-05-21T13:51:43.684" v="819" actId="14100"/>
        <pc:sldMkLst>
          <pc:docMk/>
          <pc:sldMk cId="1155059694" sldId="297"/>
        </pc:sldMkLst>
        <pc:spChg chg="mod">
          <ac:chgData name="REIMONDO NAHUEL ALEJO" userId="S::nreimondo@uade.edu.ar::6321e4ea-f963-4ffe-8417-f757321f65f7" providerId="AD" clId="Web-{B3856187-36B3-3BC2-DDE9-20D94DCBD1CA}" dt="2026-05-21T13:51:32.950" v="816" actId="20577"/>
          <ac:spMkLst>
            <pc:docMk/>
            <pc:sldMk cId="1155059694" sldId="297"/>
            <ac:spMk id="3" creationId="{00FC6988-4788-DF0B-ED3B-1D32080A27A8}"/>
          </ac:spMkLst>
        </pc:spChg>
        <pc:picChg chg="add mod">
          <ac:chgData name="REIMONDO NAHUEL ALEJO" userId="S::nreimondo@uade.edu.ar::6321e4ea-f963-4ffe-8417-f757321f65f7" providerId="AD" clId="Web-{B3856187-36B3-3BC2-DDE9-20D94DCBD1CA}" dt="2026-05-21T13:51:43.684" v="819" actId="14100"/>
          <ac:picMkLst>
            <pc:docMk/>
            <pc:sldMk cId="1155059694" sldId="297"/>
            <ac:picMk id="4" creationId="{95B53F82-3D73-4BA9-37AD-6D70739FC224}"/>
          </ac:picMkLst>
        </pc:picChg>
      </pc:sldChg>
      <pc:sldChg chg="addSp delSp modSp add replId">
        <pc:chgData name="REIMONDO NAHUEL ALEJO" userId="S::nreimondo@uade.edu.ar::6321e4ea-f963-4ffe-8417-f757321f65f7" providerId="AD" clId="Web-{B3856187-36B3-3BC2-DDE9-20D94DCBD1CA}" dt="2026-05-21T13:53:02.093" v="856" actId="1076"/>
        <pc:sldMkLst>
          <pc:docMk/>
          <pc:sldMk cId="1827194492" sldId="298"/>
        </pc:sldMkLst>
        <pc:spChg chg="mod">
          <ac:chgData name="REIMONDO NAHUEL ALEJO" userId="S::nreimondo@uade.edu.ar::6321e4ea-f963-4ffe-8417-f757321f65f7" providerId="AD" clId="Web-{B3856187-36B3-3BC2-DDE9-20D94DCBD1CA}" dt="2026-05-21T13:52:18.185" v="853" actId="20577"/>
          <ac:spMkLst>
            <pc:docMk/>
            <pc:sldMk cId="1827194492" sldId="298"/>
            <ac:spMk id="3" creationId="{812EC998-E712-7754-A618-ECD1E848276D}"/>
          </ac:spMkLst>
        </pc:spChg>
        <pc:picChg chg="del">
          <ac:chgData name="REIMONDO NAHUEL ALEJO" userId="S::nreimondo@uade.edu.ar::6321e4ea-f963-4ffe-8417-f757321f65f7" providerId="AD" clId="Web-{B3856187-36B3-3BC2-DDE9-20D94DCBD1CA}" dt="2026-05-21T13:51:55.231" v="822"/>
          <ac:picMkLst>
            <pc:docMk/>
            <pc:sldMk cId="1827194492" sldId="298"/>
            <ac:picMk id="4" creationId="{BE2A5EAB-756E-9F70-E218-3A8C83C84F41}"/>
          </ac:picMkLst>
        </pc:picChg>
        <pc:picChg chg="add mod">
          <ac:chgData name="REIMONDO NAHUEL ALEJO" userId="S::nreimondo@uade.edu.ar::6321e4ea-f963-4ffe-8417-f757321f65f7" providerId="AD" clId="Web-{B3856187-36B3-3BC2-DDE9-20D94DCBD1CA}" dt="2026-05-21T13:53:02.093" v="856" actId="1076"/>
          <ac:picMkLst>
            <pc:docMk/>
            <pc:sldMk cId="1827194492" sldId="298"/>
            <ac:picMk id="5" creationId="{6B4B43FE-6073-A37E-4EB3-A7939B824326}"/>
          </ac:picMkLst>
        </pc:picChg>
      </pc:sldChg>
      <pc:sldChg chg="delSp modSp add replId">
        <pc:chgData name="REIMONDO NAHUEL ALEJO" userId="S::nreimondo@uade.edu.ar::6321e4ea-f963-4ffe-8417-f757321f65f7" providerId="AD" clId="Web-{B3856187-36B3-3BC2-DDE9-20D94DCBD1CA}" dt="2026-05-21T14:33:08.190" v="1080" actId="20577"/>
        <pc:sldMkLst>
          <pc:docMk/>
          <pc:sldMk cId="4177949758" sldId="299"/>
        </pc:sldMkLst>
        <pc:spChg chg="mod">
          <ac:chgData name="REIMONDO NAHUEL ALEJO" userId="S::nreimondo@uade.edu.ar::6321e4ea-f963-4ffe-8417-f757321f65f7" providerId="AD" clId="Web-{B3856187-36B3-3BC2-DDE9-20D94DCBD1CA}" dt="2026-05-21T14:27:55.865" v="881" actId="20577"/>
          <ac:spMkLst>
            <pc:docMk/>
            <pc:sldMk cId="4177949758" sldId="299"/>
            <ac:spMk id="2" creationId="{B5D98F21-38CB-CEFC-3CA7-6DB98205E51A}"/>
          </ac:spMkLst>
        </pc:spChg>
        <pc:spChg chg="mod">
          <ac:chgData name="REIMONDO NAHUEL ALEJO" userId="S::nreimondo@uade.edu.ar::6321e4ea-f963-4ffe-8417-f757321f65f7" providerId="AD" clId="Web-{B3856187-36B3-3BC2-DDE9-20D94DCBD1CA}" dt="2026-05-21T14:33:08.190" v="1080" actId="20577"/>
          <ac:spMkLst>
            <pc:docMk/>
            <pc:sldMk cId="4177949758" sldId="299"/>
            <ac:spMk id="3" creationId="{45B9695C-4B19-D08F-AEA1-0C5C022CB69D}"/>
          </ac:spMkLst>
        </pc:spChg>
        <pc:picChg chg="del">
          <ac:chgData name="REIMONDO NAHUEL ALEJO" userId="S::nreimondo@uade.edu.ar::6321e4ea-f963-4ffe-8417-f757321f65f7" providerId="AD" clId="Web-{B3856187-36B3-3BC2-DDE9-20D94DCBD1CA}" dt="2026-05-21T14:21:45.713" v="858"/>
          <ac:picMkLst>
            <pc:docMk/>
            <pc:sldMk cId="4177949758" sldId="299"/>
            <ac:picMk id="5" creationId="{0B50AA6A-3990-4099-F6D0-DB7E2A1E918C}"/>
          </ac:picMkLst>
        </pc:picChg>
      </pc:sldChg>
      <pc:sldChg chg="modSp add replId">
        <pc:chgData name="REIMONDO NAHUEL ALEJO" userId="S::nreimondo@uade.edu.ar::6321e4ea-f963-4ffe-8417-f757321f65f7" providerId="AD" clId="Web-{B3856187-36B3-3BC2-DDE9-20D94DCBD1CA}" dt="2026-05-21T14:37:15.635" v="1282" actId="20577"/>
        <pc:sldMkLst>
          <pc:docMk/>
          <pc:sldMk cId="3418653236" sldId="300"/>
        </pc:sldMkLst>
        <pc:spChg chg="mod">
          <ac:chgData name="REIMONDO NAHUEL ALEJO" userId="S::nreimondo@uade.edu.ar::6321e4ea-f963-4ffe-8417-f757321f65f7" providerId="AD" clId="Web-{B3856187-36B3-3BC2-DDE9-20D94DCBD1CA}" dt="2026-05-21T14:33:54.457" v="1087" actId="14100"/>
          <ac:spMkLst>
            <pc:docMk/>
            <pc:sldMk cId="3418653236" sldId="300"/>
            <ac:spMk id="2" creationId="{60730D56-9CB7-EA4F-1C24-B2CCFC994288}"/>
          </ac:spMkLst>
        </pc:spChg>
        <pc:spChg chg="mod">
          <ac:chgData name="REIMONDO NAHUEL ALEJO" userId="S::nreimondo@uade.edu.ar::6321e4ea-f963-4ffe-8417-f757321f65f7" providerId="AD" clId="Web-{B3856187-36B3-3BC2-DDE9-20D94DCBD1CA}" dt="2026-05-21T14:37:15.635" v="1282" actId="20577"/>
          <ac:spMkLst>
            <pc:docMk/>
            <pc:sldMk cId="3418653236" sldId="300"/>
            <ac:spMk id="3" creationId="{E152A1DB-A88F-EBA5-064A-DC38BD3CD446}"/>
          </ac:spMkLst>
        </pc:spChg>
      </pc:sldChg>
      <pc:sldChg chg="modSp add replId">
        <pc:chgData name="REIMONDO NAHUEL ALEJO" userId="S::nreimondo@uade.edu.ar::6321e4ea-f963-4ffe-8417-f757321f65f7" providerId="AD" clId="Web-{B3856187-36B3-3BC2-DDE9-20D94DCBD1CA}" dt="2026-05-21T14:41:57.954" v="1492" actId="20577"/>
        <pc:sldMkLst>
          <pc:docMk/>
          <pc:sldMk cId="3492146640" sldId="301"/>
        </pc:sldMkLst>
        <pc:spChg chg="mod">
          <ac:chgData name="REIMONDO NAHUEL ALEJO" userId="S::nreimondo@uade.edu.ar::6321e4ea-f963-4ffe-8417-f757321f65f7" providerId="AD" clId="Web-{B3856187-36B3-3BC2-DDE9-20D94DCBD1CA}" dt="2026-05-21T14:41:57.954" v="1492" actId="20577"/>
          <ac:spMkLst>
            <pc:docMk/>
            <pc:sldMk cId="3492146640" sldId="301"/>
            <ac:spMk id="3" creationId="{3DDA99E7-C129-D6B9-22A0-673452B6B945}"/>
          </ac:spMkLst>
        </pc:spChg>
      </pc:sldChg>
      <pc:sldChg chg="addSp modSp add replId">
        <pc:chgData name="REIMONDO NAHUEL ALEJO" userId="S::nreimondo@uade.edu.ar::6321e4ea-f963-4ffe-8417-f757321f65f7" providerId="AD" clId="Web-{B3856187-36B3-3BC2-DDE9-20D94DCBD1CA}" dt="2026-05-21T14:44:08.708" v="1616" actId="20577"/>
        <pc:sldMkLst>
          <pc:docMk/>
          <pc:sldMk cId="1347671217" sldId="302"/>
        </pc:sldMkLst>
        <pc:spChg chg="mod">
          <ac:chgData name="REIMONDO NAHUEL ALEJO" userId="S::nreimondo@uade.edu.ar::6321e4ea-f963-4ffe-8417-f757321f65f7" providerId="AD" clId="Web-{B3856187-36B3-3BC2-DDE9-20D94DCBD1CA}" dt="2026-05-21T14:44:08.708" v="1616" actId="20577"/>
          <ac:spMkLst>
            <pc:docMk/>
            <pc:sldMk cId="1347671217" sldId="302"/>
            <ac:spMk id="3" creationId="{32737751-08E4-FB2C-47C4-CE221FBF74DD}"/>
          </ac:spMkLst>
        </pc:spChg>
        <pc:picChg chg="add mod">
          <ac:chgData name="REIMONDO NAHUEL ALEJO" userId="S::nreimondo@uade.edu.ar::6321e4ea-f963-4ffe-8417-f757321f65f7" providerId="AD" clId="Web-{B3856187-36B3-3BC2-DDE9-20D94DCBD1CA}" dt="2026-05-21T14:42:54.237" v="1532" actId="1076"/>
          <ac:picMkLst>
            <pc:docMk/>
            <pc:sldMk cId="1347671217" sldId="302"/>
            <ac:picMk id="4" creationId="{7C992D81-7CF2-58CE-A821-9242F34721C0}"/>
          </ac:picMkLst>
        </pc:picChg>
      </pc:sldChg>
      <pc:sldChg chg="addSp delSp modSp add replId">
        <pc:chgData name="REIMONDO NAHUEL ALEJO" userId="S::nreimondo@uade.edu.ar::6321e4ea-f963-4ffe-8417-f757321f65f7" providerId="AD" clId="Web-{B3856187-36B3-3BC2-DDE9-20D94DCBD1CA}" dt="2026-05-21T14:49:02.002" v="1744" actId="20577"/>
        <pc:sldMkLst>
          <pc:docMk/>
          <pc:sldMk cId="1424435528" sldId="303"/>
        </pc:sldMkLst>
        <pc:spChg chg="mod">
          <ac:chgData name="REIMONDO NAHUEL ALEJO" userId="S::nreimondo@uade.edu.ar::6321e4ea-f963-4ffe-8417-f757321f65f7" providerId="AD" clId="Web-{B3856187-36B3-3BC2-DDE9-20D94DCBD1CA}" dt="2026-05-21T14:49:02.002" v="1744" actId="20577"/>
          <ac:spMkLst>
            <pc:docMk/>
            <pc:sldMk cId="1424435528" sldId="303"/>
            <ac:spMk id="3" creationId="{6A5EBC8D-237D-0C6D-A715-9B561278CDEA}"/>
          </ac:spMkLst>
        </pc:spChg>
        <pc:picChg chg="del">
          <ac:chgData name="REIMONDO NAHUEL ALEJO" userId="S::nreimondo@uade.edu.ar::6321e4ea-f963-4ffe-8417-f757321f65f7" providerId="AD" clId="Web-{B3856187-36B3-3BC2-DDE9-20D94DCBD1CA}" dt="2026-05-21T14:46:18.042" v="1619"/>
          <ac:picMkLst>
            <pc:docMk/>
            <pc:sldMk cId="1424435528" sldId="303"/>
            <ac:picMk id="4" creationId="{63A8607E-A41E-A0A7-A3A0-FB5EE12650AF}"/>
          </ac:picMkLst>
        </pc:picChg>
        <pc:picChg chg="add mod">
          <ac:chgData name="REIMONDO NAHUEL ALEJO" userId="S::nreimondo@uade.edu.ar::6321e4ea-f963-4ffe-8417-f757321f65f7" providerId="AD" clId="Web-{B3856187-36B3-3BC2-DDE9-20D94DCBD1CA}" dt="2026-05-21T14:46:30.293" v="1621" actId="1076"/>
          <ac:picMkLst>
            <pc:docMk/>
            <pc:sldMk cId="1424435528" sldId="303"/>
            <ac:picMk id="5" creationId="{AD44219F-091C-35D0-73A1-1B244932F8DF}"/>
          </ac:picMkLst>
        </pc:picChg>
      </pc:sldChg>
      <pc:sldChg chg="delSp modSp add replId">
        <pc:chgData name="REIMONDO NAHUEL ALEJO" userId="S::nreimondo@uade.edu.ar::6321e4ea-f963-4ffe-8417-f757321f65f7" providerId="AD" clId="Web-{B3856187-36B3-3BC2-DDE9-20D94DCBD1CA}" dt="2026-05-21T14:53:08.400" v="1947" actId="20577"/>
        <pc:sldMkLst>
          <pc:docMk/>
          <pc:sldMk cId="682530167" sldId="304"/>
        </pc:sldMkLst>
        <pc:spChg chg="mod">
          <ac:chgData name="REIMONDO NAHUEL ALEJO" userId="S::nreimondo@uade.edu.ar::6321e4ea-f963-4ffe-8417-f757321f65f7" providerId="AD" clId="Web-{B3856187-36B3-3BC2-DDE9-20D94DCBD1CA}" dt="2026-05-21T14:53:08.400" v="1947" actId="20577"/>
          <ac:spMkLst>
            <pc:docMk/>
            <pc:sldMk cId="682530167" sldId="304"/>
            <ac:spMk id="3" creationId="{FEC5C879-27F0-7282-EFA7-414AFE461C6B}"/>
          </ac:spMkLst>
        </pc:spChg>
        <pc:picChg chg="del">
          <ac:chgData name="REIMONDO NAHUEL ALEJO" userId="S::nreimondo@uade.edu.ar::6321e4ea-f963-4ffe-8417-f757321f65f7" providerId="AD" clId="Web-{B3856187-36B3-3BC2-DDE9-20D94DCBD1CA}" dt="2026-05-21T14:49:09.580" v="1746"/>
          <ac:picMkLst>
            <pc:docMk/>
            <pc:sldMk cId="682530167" sldId="304"/>
            <ac:picMk id="5" creationId="{4B45582F-0FBA-CEDA-7302-6EDF026E4FFA}"/>
          </ac:picMkLst>
        </pc:picChg>
      </pc:sldChg>
      <pc:sldChg chg="addSp modSp add replId">
        <pc:chgData name="REIMONDO NAHUEL ALEJO" userId="S::nreimondo@uade.edu.ar::6321e4ea-f963-4ffe-8417-f757321f65f7" providerId="AD" clId="Web-{B3856187-36B3-3BC2-DDE9-20D94DCBD1CA}" dt="2026-05-21T14:53:47.183" v="1957" actId="14100"/>
        <pc:sldMkLst>
          <pc:docMk/>
          <pc:sldMk cId="1184483608" sldId="305"/>
        </pc:sldMkLst>
        <pc:spChg chg="mod">
          <ac:chgData name="REIMONDO NAHUEL ALEJO" userId="S::nreimondo@uade.edu.ar::6321e4ea-f963-4ffe-8417-f757321f65f7" providerId="AD" clId="Web-{B3856187-36B3-3BC2-DDE9-20D94DCBD1CA}" dt="2026-05-21T14:53:21.994" v="1955" actId="20577"/>
          <ac:spMkLst>
            <pc:docMk/>
            <pc:sldMk cId="1184483608" sldId="305"/>
            <ac:spMk id="3" creationId="{79817F0C-8F9F-339B-E2D1-94F78DDBFE01}"/>
          </ac:spMkLst>
        </pc:spChg>
        <pc:picChg chg="add mod">
          <ac:chgData name="REIMONDO NAHUEL ALEJO" userId="S::nreimondo@uade.edu.ar::6321e4ea-f963-4ffe-8417-f757321f65f7" providerId="AD" clId="Web-{B3856187-36B3-3BC2-DDE9-20D94DCBD1CA}" dt="2026-05-21T14:53:47.183" v="1957" actId="14100"/>
          <ac:picMkLst>
            <pc:docMk/>
            <pc:sldMk cId="1184483608" sldId="305"/>
            <ac:picMk id="4" creationId="{0430469C-275F-7346-FFE2-7A0447396529}"/>
          </ac:picMkLst>
        </pc:picChg>
      </pc:sldChg>
      <pc:sldChg chg="addSp delSp modSp add replId">
        <pc:chgData name="REIMONDO NAHUEL ALEJO" userId="S::nreimondo@uade.edu.ar::6321e4ea-f963-4ffe-8417-f757321f65f7" providerId="AD" clId="Web-{B3856187-36B3-3BC2-DDE9-20D94DCBD1CA}" dt="2026-05-21T14:54:59.700" v="2021" actId="20577"/>
        <pc:sldMkLst>
          <pc:docMk/>
          <pc:sldMk cId="2231217645" sldId="306"/>
        </pc:sldMkLst>
        <pc:spChg chg="mod">
          <ac:chgData name="REIMONDO NAHUEL ALEJO" userId="S::nreimondo@uade.edu.ar::6321e4ea-f963-4ffe-8417-f757321f65f7" providerId="AD" clId="Web-{B3856187-36B3-3BC2-DDE9-20D94DCBD1CA}" dt="2026-05-21T14:54:59.700" v="2021" actId="20577"/>
          <ac:spMkLst>
            <pc:docMk/>
            <pc:sldMk cId="2231217645" sldId="306"/>
            <ac:spMk id="3" creationId="{E7DDD0AE-42FC-5BC8-9C2C-90662E1FFD3E}"/>
          </ac:spMkLst>
        </pc:spChg>
        <pc:picChg chg="del">
          <ac:chgData name="REIMONDO NAHUEL ALEJO" userId="S::nreimondo@uade.edu.ar::6321e4ea-f963-4ffe-8417-f757321f65f7" providerId="AD" clId="Web-{B3856187-36B3-3BC2-DDE9-20D94DCBD1CA}" dt="2026-05-21T14:53:52.183" v="1959"/>
          <ac:picMkLst>
            <pc:docMk/>
            <pc:sldMk cId="2231217645" sldId="306"/>
            <ac:picMk id="4" creationId="{A2FAE0AF-674D-313E-1006-14BAB302C614}"/>
          </ac:picMkLst>
        </pc:picChg>
        <pc:picChg chg="add mod">
          <ac:chgData name="REIMONDO NAHUEL ALEJO" userId="S::nreimondo@uade.edu.ar::6321e4ea-f963-4ffe-8417-f757321f65f7" providerId="AD" clId="Web-{B3856187-36B3-3BC2-DDE9-20D94DCBD1CA}" dt="2026-05-21T14:54:23.684" v="1963" actId="1076"/>
          <ac:picMkLst>
            <pc:docMk/>
            <pc:sldMk cId="2231217645" sldId="306"/>
            <ac:picMk id="5" creationId="{E4CF7474-785B-EC0C-8491-D1F01C4FDCB1}"/>
          </ac:picMkLst>
        </pc:picChg>
      </pc:sldChg>
      <pc:sldChg chg="addSp delSp modSp add replId">
        <pc:chgData name="REIMONDO NAHUEL ALEJO" userId="S::nreimondo@uade.edu.ar::6321e4ea-f963-4ffe-8417-f757321f65f7" providerId="AD" clId="Web-{B3856187-36B3-3BC2-DDE9-20D94DCBD1CA}" dt="2026-05-21T14:56:17.999" v="2038" actId="14100"/>
        <pc:sldMkLst>
          <pc:docMk/>
          <pc:sldMk cId="3476886469" sldId="307"/>
        </pc:sldMkLst>
        <pc:spChg chg="mod">
          <ac:chgData name="REIMONDO NAHUEL ALEJO" userId="S::nreimondo@uade.edu.ar::6321e4ea-f963-4ffe-8417-f757321f65f7" providerId="AD" clId="Web-{B3856187-36B3-3BC2-DDE9-20D94DCBD1CA}" dt="2026-05-21T14:56:04.561" v="2034" actId="20577"/>
          <ac:spMkLst>
            <pc:docMk/>
            <pc:sldMk cId="3476886469" sldId="307"/>
            <ac:spMk id="3" creationId="{67C8B751-98AE-FA3B-0B8D-B75A7C77E1F2}"/>
          </ac:spMkLst>
        </pc:spChg>
        <pc:picChg chg="add mod">
          <ac:chgData name="REIMONDO NAHUEL ALEJO" userId="S::nreimondo@uade.edu.ar::6321e4ea-f963-4ffe-8417-f757321f65f7" providerId="AD" clId="Web-{B3856187-36B3-3BC2-DDE9-20D94DCBD1CA}" dt="2026-05-21T14:56:17.999" v="2038" actId="14100"/>
          <ac:picMkLst>
            <pc:docMk/>
            <pc:sldMk cId="3476886469" sldId="307"/>
            <ac:picMk id="4" creationId="{19579279-B517-94FD-3B1F-1E502940067D}"/>
          </ac:picMkLst>
        </pc:picChg>
        <pc:picChg chg="del">
          <ac:chgData name="REIMONDO NAHUEL ALEJO" userId="S::nreimondo@uade.edu.ar::6321e4ea-f963-4ffe-8417-f757321f65f7" providerId="AD" clId="Web-{B3856187-36B3-3BC2-DDE9-20D94DCBD1CA}" dt="2026-05-21T14:55:03.279" v="2023"/>
          <ac:picMkLst>
            <pc:docMk/>
            <pc:sldMk cId="3476886469" sldId="307"/>
            <ac:picMk id="5" creationId="{3655D6E8-A310-F8F7-A601-49BBB2F4B9D3}"/>
          </ac:picMkLst>
        </pc:picChg>
      </pc:sldChg>
      <pc:sldChg chg="addSp delSp modSp add replId">
        <pc:chgData name="REIMONDO NAHUEL ALEJO" userId="S::nreimondo@uade.edu.ar::6321e4ea-f963-4ffe-8417-f757321f65f7" providerId="AD" clId="Web-{B3856187-36B3-3BC2-DDE9-20D94DCBD1CA}" dt="2026-05-21T14:56:59.563" v="2052" actId="20577"/>
        <pc:sldMkLst>
          <pc:docMk/>
          <pc:sldMk cId="247814179" sldId="308"/>
        </pc:sldMkLst>
        <pc:spChg chg="mod">
          <ac:chgData name="REIMONDO NAHUEL ALEJO" userId="S::nreimondo@uade.edu.ar::6321e4ea-f963-4ffe-8417-f757321f65f7" providerId="AD" clId="Web-{B3856187-36B3-3BC2-DDE9-20D94DCBD1CA}" dt="2026-05-21T14:56:59.563" v="2052" actId="20577"/>
          <ac:spMkLst>
            <pc:docMk/>
            <pc:sldMk cId="247814179" sldId="308"/>
            <ac:spMk id="3" creationId="{1C88F30E-B788-7139-F188-2536B669559F}"/>
          </ac:spMkLst>
        </pc:spChg>
        <pc:picChg chg="del">
          <ac:chgData name="REIMONDO NAHUEL ALEJO" userId="S::nreimondo@uade.edu.ar::6321e4ea-f963-4ffe-8417-f757321f65f7" providerId="AD" clId="Web-{B3856187-36B3-3BC2-DDE9-20D94DCBD1CA}" dt="2026-05-21T14:56:22.984" v="2040"/>
          <ac:picMkLst>
            <pc:docMk/>
            <pc:sldMk cId="247814179" sldId="308"/>
            <ac:picMk id="4" creationId="{57DE8155-708F-8AFF-0F2B-DED4388EBD23}"/>
          </ac:picMkLst>
        </pc:picChg>
        <pc:picChg chg="add mod">
          <ac:chgData name="REIMONDO NAHUEL ALEJO" userId="S::nreimondo@uade.edu.ar::6321e4ea-f963-4ffe-8417-f757321f65f7" providerId="AD" clId="Web-{B3856187-36B3-3BC2-DDE9-20D94DCBD1CA}" dt="2026-05-21T14:56:49.703" v="2044" actId="1076"/>
          <ac:picMkLst>
            <pc:docMk/>
            <pc:sldMk cId="247814179" sldId="308"/>
            <ac:picMk id="5" creationId="{391EDC1E-345D-FD56-56CF-8CEA702BF8D1}"/>
          </ac:picMkLst>
        </pc:picChg>
      </pc:sldChg>
      <pc:sldChg chg="addSp delSp modSp add replId">
        <pc:chgData name="REIMONDO NAHUEL ALEJO" userId="S::nreimondo@uade.edu.ar::6321e4ea-f963-4ffe-8417-f757321f65f7" providerId="AD" clId="Web-{B3856187-36B3-3BC2-DDE9-20D94DCBD1CA}" dt="2026-05-21T16:07:47.342" v="2249" actId="20577"/>
        <pc:sldMkLst>
          <pc:docMk/>
          <pc:sldMk cId="2899207301" sldId="309"/>
        </pc:sldMkLst>
        <pc:spChg chg="mod">
          <ac:chgData name="REIMONDO NAHUEL ALEJO" userId="S::nreimondo@uade.edu.ar::6321e4ea-f963-4ffe-8417-f757321f65f7" providerId="AD" clId="Web-{B3856187-36B3-3BC2-DDE9-20D94DCBD1CA}" dt="2026-05-21T16:04:27.070" v="2058" actId="20577"/>
          <ac:spMkLst>
            <pc:docMk/>
            <pc:sldMk cId="2899207301" sldId="309"/>
            <ac:spMk id="2" creationId="{1C920A70-7777-CF75-4AB0-28BF68B5DB75}"/>
          </ac:spMkLst>
        </pc:spChg>
        <pc:spChg chg="mod">
          <ac:chgData name="REIMONDO NAHUEL ALEJO" userId="S::nreimondo@uade.edu.ar::6321e4ea-f963-4ffe-8417-f757321f65f7" providerId="AD" clId="Web-{B3856187-36B3-3BC2-DDE9-20D94DCBD1CA}" dt="2026-05-21T16:07:47.342" v="2249" actId="20577"/>
          <ac:spMkLst>
            <pc:docMk/>
            <pc:sldMk cId="2899207301" sldId="309"/>
            <ac:spMk id="3" creationId="{F1D5D27E-7C95-96F3-8102-82CDAE191260}"/>
          </ac:spMkLst>
        </pc:spChg>
        <pc:picChg chg="add mod">
          <ac:chgData name="REIMONDO NAHUEL ALEJO" userId="S::nreimondo@uade.edu.ar::6321e4ea-f963-4ffe-8417-f757321f65f7" providerId="AD" clId="Web-{B3856187-36B3-3BC2-DDE9-20D94DCBD1CA}" dt="2026-05-21T16:06:52.653" v="2166" actId="1076"/>
          <ac:picMkLst>
            <pc:docMk/>
            <pc:sldMk cId="2899207301" sldId="309"/>
            <ac:picMk id="4" creationId="{BCED2116-3C00-282B-C47B-B5B3A0BEC6C8}"/>
          </ac:picMkLst>
        </pc:picChg>
        <pc:picChg chg="del">
          <ac:chgData name="REIMONDO NAHUEL ALEJO" userId="S::nreimondo@uade.edu.ar::6321e4ea-f963-4ffe-8417-f757321f65f7" providerId="AD" clId="Web-{B3856187-36B3-3BC2-DDE9-20D94DCBD1CA}" dt="2026-05-21T16:04:30.992" v="2059"/>
          <ac:picMkLst>
            <pc:docMk/>
            <pc:sldMk cId="2899207301" sldId="309"/>
            <ac:picMk id="5" creationId="{B981841F-6413-BDC4-2703-F6A35B8ECBA6}"/>
          </ac:picMkLst>
        </pc:picChg>
      </pc:sldChg>
      <pc:sldChg chg="delSp modSp add replId">
        <pc:chgData name="REIMONDO NAHUEL ALEJO" userId="S::nreimondo@uade.edu.ar::6321e4ea-f963-4ffe-8417-f757321f65f7" providerId="AD" clId="Web-{B3856187-36B3-3BC2-DDE9-20D94DCBD1CA}" dt="2026-05-21T16:11:40.900" v="2479" actId="20577"/>
        <pc:sldMkLst>
          <pc:docMk/>
          <pc:sldMk cId="4127938488" sldId="310"/>
        </pc:sldMkLst>
        <pc:spChg chg="mod">
          <ac:chgData name="REIMONDO NAHUEL ALEJO" userId="S::nreimondo@uade.edu.ar::6321e4ea-f963-4ffe-8417-f757321f65f7" providerId="AD" clId="Web-{B3856187-36B3-3BC2-DDE9-20D94DCBD1CA}" dt="2026-05-21T16:11:40.900" v="2479" actId="20577"/>
          <ac:spMkLst>
            <pc:docMk/>
            <pc:sldMk cId="4127938488" sldId="310"/>
            <ac:spMk id="3" creationId="{681F6624-2A43-8318-0DCC-2A033C29B5C2}"/>
          </ac:spMkLst>
        </pc:spChg>
        <pc:picChg chg="del">
          <ac:chgData name="REIMONDO NAHUEL ALEJO" userId="S::nreimondo@uade.edu.ar::6321e4ea-f963-4ffe-8417-f757321f65f7" providerId="AD" clId="Web-{B3856187-36B3-3BC2-DDE9-20D94DCBD1CA}" dt="2026-05-21T16:07:54.389" v="2251"/>
          <ac:picMkLst>
            <pc:docMk/>
            <pc:sldMk cId="4127938488" sldId="310"/>
            <ac:picMk id="4" creationId="{CB3D50CB-B0D4-6DCD-7FEA-344F884CB922}"/>
          </ac:picMkLst>
        </pc:picChg>
      </pc:sldChg>
      <pc:sldChg chg="addSp modSp add replId">
        <pc:chgData name="REIMONDO NAHUEL ALEJO" userId="S::nreimondo@uade.edu.ar::6321e4ea-f963-4ffe-8417-f757321f65f7" providerId="AD" clId="Web-{B3856187-36B3-3BC2-DDE9-20D94DCBD1CA}" dt="2026-05-21T16:16:51.773" v="2554" actId="20577"/>
        <pc:sldMkLst>
          <pc:docMk/>
          <pc:sldMk cId="3393414353" sldId="311"/>
        </pc:sldMkLst>
        <pc:spChg chg="mod">
          <ac:chgData name="REIMONDO NAHUEL ALEJO" userId="S::nreimondo@uade.edu.ar::6321e4ea-f963-4ffe-8417-f757321f65f7" providerId="AD" clId="Web-{B3856187-36B3-3BC2-DDE9-20D94DCBD1CA}" dt="2026-05-21T16:16:51.773" v="2554" actId="20577"/>
          <ac:spMkLst>
            <pc:docMk/>
            <pc:sldMk cId="3393414353" sldId="311"/>
            <ac:spMk id="3" creationId="{A0690E40-2E03-C255-37C0-EA0D93306483}"/>
          </ac:spMkLst>
        </pc:spChg>
        <pc:picChg chg="add mod">
          <ac:chgData name="REIMONDO NAHUEL ALEJO" userId="S::nreimondo@uade.edu.ar::6321e4ea-f963-4ffe-8417-f757321f65f7" providerId="AD" clId="Web-{B3856187-36B3-3BC2-DDE9-20D94DCBD1CA}" dt="2026-05-21T16:16:20.335" v="2497" actId="14100"/>
          <ac:picMkLst>
            <pc:docMk/>
            <pc:sldMk cId="3393414353" sldId="311"/>
            <ac:picMk id="4" creationId="{F0D5BEB2-31AC-24BB-0A0A-4F019FF60326}"/>
          </ac:picMkLst>
        </pc:picChg>
      </pc:sldChg>
      <pc:sldChg chg="addSp delSp modSp add replId">
        <pc:chgData name="REIMONDO NAHUEL ALEJO" userId="S::nreimondo@uade.edu.ar::6321e4ea-f963-4ffe-8417-f757321f65f7" providerId="AD" clId="Web-{B3856187-36B3-3BC2-DDE9-20D94DCBD1CA}" dt="2026-05-21T16:18:48.903" v="2602" actId="1076"/>
        <pc:sldMkLst>
          <pc:docMk/>
          <pc:sldMk cId="505267795" sldId="312"/>
        </pc:sldMkLst>
        <pc:spChg chg="mod">
          <ac:chgData name="REIMONDO NAHUEL ALEJO" userId="S::nreimondo@uade.edu.ar::6321e4ea-f963-4ffe-8417-f757321f65f7" providerId="AD" clId="Web-{B3856187-36B3-3BC2-DDE9-20D94DCBD1CA}" dt="2026-05-21T16:18:06.995" v="2596" actId="20577"/>
          <ac:spMkLst>
            <pc:docMk/>
            <pc:sldMk cId="505267795" sldId="312"/>
            <ac:spMk id="3" creationId="{A5BA3B07-CF11-344D-02A2-73168F53E01B}"/>
          </ac:spMkLst>
        </pc:spChg>
        <pc:picChg chg="del">
          <ac:chgData name="REIMONDO NAHUEL ALEJO" userId="S::nreimondo@uade.edu.ar::6321e4ea-f963-4ffe-8417-f757321f65f7" providerId="AD" clId="Web-{B3856187-36B3-3BC2-DDE9-20D94DCBD1CA}" dt="2026-05-21T16:17:25.603" v="2556"/>
          <ac:picMkLst>
            <pc:docMk/>
            <pc:sldMk cId="505267795" sldId="312"/>
            <ac:picMk id="4" creationId="{A35B7561-47BF-7409-BC36-A51D1FF427D4}"/>
          </ac:picMkLst>
        </pc:picChg>
        <pc:picChg chg="add mod">
          <ac:chgData name="REIMONDO NAHUEL ALEJO" userId="S::nreimondo@uade.edu.ar::6321e4ea-f963-4ffe-8417-f757321f65f7" providerId="AD" clId="Web-{B3856187-36B3-3BC2-DDE9-20D94DCBD1CA}" dt="2026-05-21T16:18:48.903" v="2602" actId="1076"/>
          <ac:picMkLst>
            <pc:docMk/>
            <pc:sldMk cId="505267795" sldId="312"/>
            <ac:picMk id="5" creationId="{D1EDC5E4-CC27-D588-D7D6-A1540EEC58DB}"/>
          </ac:picMkLst>
        </pc:picChg>
      </pc:sldChg>
      <pc:sldChg chg="delSp modSp add replId">
        <pc:chgData name="REIMONDO NAHUEL ALEJO" userId="S::nreimondo@uade.edu.ar::6321e4ea-f963-4ffe-8417-f757321f65f7" providerId="AD" clId="Web-{B3856187-36B3-3BC2-DDE9-20D94DCBD1CA}" dt="2026-05-21T16:25:56.276" v="2872" actId="20577"/>
        <pc:sldMkLst>
          <pc:docMk/>
          <pc:sldMk cId="3695621282" sldId="313"/>
        </pc:sldMkLst>
        <pc:spChg chg="mod">
          <ac:chgData name="REIMONDO NAHUEL ALEJO" userId="S::nreimondo@uade.edu.ar::6321e4ea-f963-4ffe-8417-f757321f65f7" providerId="AD" clId="Web-{B3856187-36B3-3BC2-DDE9-20D94DCBD1CA}" dt="2026-05-21T16:25:56.276" v="2872" actId="20577"/>
          <ac:spMkLst>
            <pc:docMk/>
            <pc:sldMk cId="3695621282" sldId="313"/>
            <ac:spMk id="3" creationId="{460D228D-322A-C895-BC85-D9FAD4E01CC5}"/>
          </ac:spMkLst>
        </pc:spChg>
        <pc:picChg chg="del">
          <ac:chgData name="REIMONDO NAHUEL ALEJO" userId="S::nreimondo@uade.edu.ar::6321e4ea-f963-4ffe-8417-f757321f65f7" providerId="AD" clId="Web-{B3856187-36B3-3BC2-DDE9-20D94DCBD1CA}" dt="2026-05-21T16:19:01.325" v="2604"/>
          <ac:picMkLst>
            <pc:docMk/>
            <pc:sldMk cId="3695621282" sldId="313"/>
            <ac:picMk id="5" creationId="{6B95C0FC-2792-C643-1663-1C002826DCCC}"/>
          </ac:picMkLst>
        </pc:picChg>
      </pc:sldChg>
      <pc:sldChg chg="modSp add replId">
        <pc:chgData name="REIMONDO NAHUEL ALEJO" userId="S::nreimondo@uade.edu.ar::6321e4ea-f963-4ffe-8417-f757321f65f7" providerId="AD" clId="Web-{B3856187-36B3-3BC2-DDE9-20D94DCBD1CA}" dt="2026-05-21T17:04:32.216" v="3111" actId="20577"/>
        <pc:sldMkLst>
          <pc:docMk/>
          <pc:sldMk cId="2155831977" sldId="314"/>
        </pc:sldMkLst>
        <pc:spChg chg="mod">
          <ac:chgData name="REIMONDO NAHUEL ALEJO" userId="S::nreimondo@uade.edu.ar::6321e4ea-f963-4ffe-8417-f757321f65f7" providerId="AD" clId="Web-{B3856187-36B3-3BC2-DDE9-20D94DCBD1CA}" dt="2026-05-21T16:26:19.167" v="2886" actId="20577"/>
          <ac:spMkLst>
            <pc:docMk/>
            <pc:sldMk cId="2155831977" sldId="314"/>
            <ac:spMk id="2" creationId="{AE325298-6825-DC6F-AC4D-4BEE3D701168}"/>
          </ac:spMkLst>
        </pc:spChg>
        <pc:spChg chg="mod">
          <ac:chgData name="REIMONDO NAHUEL ALEJO" userId="S::nreimondo@uade.edu.ar::6321e4ea-f963-4ffe-8417-f757321f65f7" providerId="AD" clId="Web-{B3856187-36B3-3BC2-DDE9-20D94DCBD1CA}" dt="2026-05-21T17:04:32.216" v="3111" actId="20577"/>
          <ac:spMkLst>
            <pc:docMk/>
            <pc:sldMk cId="2155831977" sldId="314"/>
            <ac:spMk id="3" creationId="{8AAE691A-01CC-9DD6-1451-3D733743B914}"/>
          </ac:spMkLst>
        </pc:spChg>
      </pc:sldChg>
      <pc:sldChg chg="modSp add replId">
        <pc:chgData name="REIMONDO NAHUEL ALEJO" userId="S::nreimondo@uade.edu.ar::6321e4ea-f963-4ffe-8417-f757321f65f7" providerId="AD" clId="Web-{B3856187-36B3-3BC2-DDE9-20D94DCBD1CA}" dt="2026-05-21T17:08:20.094" v="3322" actId="20577"/>
        <pc:sldMkLst>
          <pc:docMk/>
          <pc:sldMk cId="4041094903" sldId="315"/>
        </pc:sldMkLst>
        <pc:spChg chg="mod">
          <ac:chgData name="REIMONDO NAHUEL ALEJO" userId="S::nreimondo@uade.edu.ar::6321e4ea-f963-4ffe-8417-f757321f65f7" providerId="AD" clId="Web-{B3856187-36B3-3BC2-DDE9-20D94DCBD1CA}" dt="2026-05-21T17:05:13.500" v="3118" actId="20577"/>
          <ac:spMkLst>
            <pc:docMk/>
            <pc:sldMk cId="4041094903" sldId="315"/>
            <ac:spMk id="2" creationId="{2F5C991E-8620-F2DB-BB9A-00DE3404E99C}"/>
          </ac:spMkLst>
        </pc:spChg>
        <pc:spChg chg="mod">
          <ac:chgData name="REIMONDO NAHUEL ALEJO" userId="S::nreimondo@uade.edu.ar::6321e4ea-f963-4ffe-8417-f757321f65f7" providerId="AD" clId="Web-{B3856187-36B3-3BC2-DDE9-20D94DCBD1CA}" dt="2026-05-21T17:08:20.094" v="3322" actId="20577"/>
          <ac:spMkLst>
            <pc:docMk/>
            <pc:sldMk cId="4041094903" sldId="315"/>
            <ac:spMk id="3" creationId="{15CFF2D5-402D-C0ED-577A-A752EA3F186E}"/>
          </ac:spMkLst>
        </pc:spChg>
      </pc:sldChg>
      <pc:sldChg chg="modSp add replId">
        <pc:chgData name="REIMONDO NAHUEL ALEJO" userId="S::nreimondo@uade.edu.ar::6321e4ea-f963-4ffe-8417-f757321f65f7" providerId="AD" clId="Web-{B3856187-36B3-3BC2-DDE9-20D94DCBD1CA}" dt="2026-05-21T17:12:08.363" v="3588" actId="20577"/>
        <pc:sldMkLst>
          <pc:docMk/>
          <pc:sldMk cId="3493077055" sldId="316"/>
        </pc:sldMkLst>
        <pc:spChg chg="mod">
          <ac:chgData name="REIMONDO NAHUEL ALEJO" userId="S::nreimondo@uade.edu.ar::6321e4ea-f963-4ffe-8417-f757321f65f7" providerId="AD" clId="Web-{B3856187-36B3-3BC2-DDE9-20D94DCBD1CA}" dt="2026-05-21T17:08:26.079" v="3325" actId="20577"/>
          <ac:spMkLst>
            <pc:docMk/>
            <pc:sldMk cId="3493077055" sldId="316"/>
            <ac:spMk id="2" creationId="{C9BB2BBA-AF01-E33A-B4F2-2C6037695E43}"/>
          </ac:spMkLst>
        </pc:spChg>
        <pc:spChg chg="mod">
          <ac:chgData name="REIMONDO NAHUEL ALEJO" userId="S::nreimondo@uade.edu.ar::6321e4ea-f963-4ffe-8417-f757321f65f7" providerId="AD" clId="Web-{B3856187-36B3-3BC2-DDE9-20D94DCBD1CA}" dt="2026-05-21T17:12:08.363" v="3588" actId="20577"/>
          <ac:spMkLst>
            <pc:docMk/>
            <pc:sldMk cId="3493077055" sldId="316"/>
            <ac:spMk id="3" creationId="{786ACE1C-A7F1-D0AE-557A-2473766AB189}"/>
          </ac:spMkLst>
        </pc:spChg>
      </pc:sldChg>
      <pc:sldChg chg="modSp add replId">
        <pc:chgData name="REIMONDO NAHUEL ALEJO" userId="S::nreimondo@uade.edu.ar::6321e4ea-f963-4ffe-8417-f757321f65f7" providerId="AD" clId="Web-{B3856187-36B3-3BC2-DDE9-20D94DCBD1CA}" dt="2026-05-21T17:15:04.079" v="3820" actId="20577"/>
        <pc:sldMkLst>
          <pc:docMk/>
          <pc:sldMk cId="2395006425" sldId="317"/>
        </pc:sldMkLst>
        <pc:spChg chg="mod">
          <ac:chgData name="REIMONDO NAHUEL ALEJO" userId="S::nreimondo@uade.edu.ar::6321e4ea-f963-4ffe-8417-f757321f65f7" providerId="AD" clId="Web-{B3856187-36B3-3BC2-DDE9-20D94DCBD1CA}" dt="2026-05-21T17:12:17.692" v="3603" actId="20577"/>
          <ac:spMkLst>
            <pc:docMk/>
            <pc:sldMk cId="2395006425" sldId="317"/>
            <ac:spMk id="2" creationId="{6F53B737-F522-BA36-29E1-B28DD6F6588F}"/>
          </ac:spMkLst>
        </pc:spChg>
        <pc:spChg chg="mod">
          <ac:chgData name="REIMONDO NAHUEL ALEJO" userId="S::nreimondo@uade.edu.ar::6321e4ea-f963-4ffe-8417-f757321f65f7" providerId="AD" clId="Web-{B3856187-36B3-3BC2-DDE9-20D94DCBD1CA}" dt="2026-05-21T17:15:04.079" v="3820" actId="20577"/>
          <ac:spMkLst>
            <pc:docMk/>
            <pc:sldMk cId="2395006425" sldId="317"/>
            <ac:spMk id="3" creationId="{3DDB5581-AB09-78E2-FE48-61A9EBA18C4C}"/>
          </ac:spMkLst>
        </pc:spChg>
      </pc:sldChg>
      <pc:sldChg chg="modSp add replId">
        <pc:chgData name="REIMONDO NAHUEL ALEJO" userId="S::nreimondo@uade.edu.ar::6321e4ea-f963-4ffe-8417-f757321f65f7" providerId="AD" clId="Web-{B3856187-36B3-3BC2-DDE9-20D94DCBD1CA}" dt="2026-05-21T17:27:10.268" v="4083" actId="20577"/>
        <pc:sldMkLst>
          <pc:docMk/>
          <pc:sldMk cId="2730784153" sldId="318"/>
        </pc:sldMkLst>
        <pc:spChg chg="mod">
          <ac:chgData name="REIMONDO NAHUEL ALEJO" userId="S::nreimondo@uade.edu.ar::6321e4ea-f963-4ffe-8417-f757321f65f7" providerId="AD" clId="Web-{B3856187-36B3-3BC2-DDE9-20D94DCBD1CA}" dt="2026-05-21T17:17:58.042" v="3823" actId="14100"/>
          <ac:spMkLst>
            <pc:docMk/>
            <pc:sldMk cId="2730784153" sldId="318"/>
            <ac:spMk id="2" creationId="{3366CFDD-8D6A-256D-1F10-70C5AB019F1C}"/>
          </ac:spMkLst>
        </pc:spChg>
        <pc:spChg chg="mod">
          <ac:chgData name="REIMONDO NAHUEL ALEJO" userId="S::nreimondo@uade.edu.ar::6321e4ea-f963-4ffe-8417-f757321f65f7" providerId="AD" clId="Web-{B3856187-36B3-3BC2-DDE9-20D94DCBD1CA}" dt="2026-05-21T17:27:10.268" v="4083" actId="20577"/>
          <ac:spMkLst>
            <pc:docMk/>
            <pc:sldMk cId="2730784153" sldId="318"/>
            <ac:spMk id="3" creationId="{65F30C71-5F2A-95F8-7361-E0D6B64311E0}"/>
          </ac:spMkLst>
        </pc:spChg>
      </pc:sldChg>
      <pc:sldChg chg="modSp add replId">
        <pc:chgData name="REIMONDO NAHUEL ALEJO" userId="S::nreimondo@uade.edu.ar::6321e4ea-f963-4ffe-8417-f757321f65f7" providerId="AD" clId="Web-{B3856187-36B3-3BC2-DDE9-20D94DCBD1CA}" dt="2026-05-21T17:29:44.030" v="4279" actId="20577"/>
        <pc:sldMkLst>
          <pc:docMk/>
          <pc:sldMk cId="1220524773" sldId="319"/>
        </pc:sldMkLst>
        <pc:spChg chg="mod">
          <ac:chgData name="REIMONDO NAHUEL ALEJO" userId="S::nreimondo@uade.edu.ar::6321e4ea-f963-4ffe-8417-f757321f65f7" providerId="AD" clId="Web-{B3856187-36B3-3BC2-DDE9-20D94DCBD1CA}" dt="2026-05-21T17:29:44.030" v="4279" actId="20577"/>
          <ac:spMkLst>
            <pc:docMk/>
            <pc:sldMk cId="1220524773" sldId="319"/>
            <ac:spMk id="3" creationId="{B1159D4D-239E-FF10-D7C2-AF3AB61B21DC}"/>
          </ac:spMkLst>
        </pc:spChg>
      </pc:sldChg>
      <pc:sldChg chg="modSp add replId">
        <pc:chgData name="REIMONDO NAHUEL ALEJO" userId="S::nreimondo@uade.edu.ar::6321e4ea-f963-4ffe-8417-f757321f65f7" providerId="AD" clId="Web-{B3856187-36B3-3BC2-DDE9-20D94DCBD1CA}" dt="2026-05-21T17:35:20.316" v="4403" actId="20577"/>
        <pc:sldMkLst>
          <pc:docMk/>
          <pc:sldMk cId="3958571422" sldId="320"/>
        </pc:sldMkLst>
        <pc:spChg chg="mod">
          <ac:chgData name="REIMONDO NAHUEL ALEJO" userId="S::nreimondo@uade.edu.ar::6321e4ea-f963-4ffe-8417-f757321f65f7" providerId="AD" clId="Web-{B3856187-36B3-3BC2-DDE9-20D94DCBD1CA}" dt="2026-05-21T17:35:20.316" v="4403" actId="20577"/>
          <ac:spMkLst>
            <pc:docMk/>
            <pc:sldMk cId="3958571422" sldId="320"/>
            <ac:spMk id="3" creationId="{CBF73706-5A4C-329C-134B-E1CBE766ECAE}"/>
          </ac:spMkLst>
        </pc:spChg>
      </pc:sldChg>
      <pc:sldChg chg="modSp add replId">
        <pc:chgData name="REIMONDO NAHUEL ALEJO" userId="S::nreimondo@uade.edu.ar::6321e4ea-f963-4ffe-8417-f757321f65f7" providerId="AD" clId="Web-{B3856187-36B3-3BC2-DDE9-20D94DCBD1CA}" dt="2026-05-21T17:36:43.726" v="4531" actId="20577"/>
        <pc:sldMkLst>
          <pc:docMk/>
          <pc:sldMk cId="3104616717" sldId="321"/>
        </pc:sldMkLst>
        <pc:spChg chg="mod">
          <ac:chgData name="REIMONDO NAHUEL ALEJO" userId="S::nreimondo@uade.edu.ar::6321e4ea-f963-4ffe-8417-f757321f65f7" providerId="AD" clId="Web-{B3856187-36B3-3BC2-DDE9-20D94DCBD1CA}" dt="2026-05-21T17:36:43.726" v="4531" actId="20577"/>
          <ac:spMkLst>
            <pc:docMk/>
            <pc:sldMk cId="3104616717" sldId="321"/>
            <ac:spMk id="3" creationId="{170B01CF-3602-B77C-4483-E3530C1B9D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72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37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217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33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84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67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89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2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360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471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616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21/05/2026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61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744045-6B2A-E256-85A5-5DF14D852F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80" r="909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r>
              <a:rPr lang="es-ES" sz="6000">
                <a:solidFill>
                  <a:srgbClr val="FFFFFF"/>
                </a:solidFill>
              </a:rPr>
              <a:t>Juegos en Red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r>
              <a:rPr lang="es-ES" sz="2000" err="1">
                <a:solidFill>
                  <a:srgbClr val="FFFFFF"/>
                </a:solidFill>
              </a:rPr>
              <a:t>Caracteristicas</a:t>
            </a:r>
            <a:r>
              <a:rPr lang="es-ES" sz="2000">
                <a:solidFill>
                  <a:srgbClr val="FFFFFF"/>
                </a:solidFill>
              </a:rPr>
              <a:t> de </a:t>
            </a:r>
            <a:r>
              <a:rPr lang="es-ES" sz="2000" err="1">
                <a:solidFill>
                  <a:srgbClr val="FFFFFF"/>
                </a:solidFill>
              </a:rPr>
              <a:t>REd</a:t>
            </a:r>
            <a:endParaRPr lang="en-US" dirty="0" err="1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5211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247CA-3BA6-8CE0-2A03-CC99C31CD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Contenido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E8B45-DA18-519A-D53B-F5CDCDAAD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Características de una red  conexión</a:t>
            </a:r>
            <a:endParaRPr lang="es-AR" b="1" dirty="0">
              <a:latin typeface="Grandview Display"/>
            </a:endParaRPr>
          </a:p>
          <a:p>
            <a:r>
              <a:rPr lang="es-AR" b="1" dirty="0" err="1">
                <a:latin typeface="Grandview Display"/>
              </a:rPr>
              <a:t>Lag</a:t>
            </a:r>
          </a:p>
          <a:p>
            <a:r>
              <a:rPr lang="es-AR" b="1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</a:t>
            </a:r>
            <a:r>
              <a:rPr lang="es-AR" b="1" err="1">
                <a:latin typeface="Grandview Display"/>
              </a:rPr>
              <a:t>Lag</a:t>
            </a:r>
            <a:r>
              <a:rPr lang="es-AR" b="1">
                <a:latin typeface="Grandview Display"/>
              </a:rPr>
              <a:t> Simulator</a:t>
            </a:r>
          </a:p>
          <a:p>
            <a:r>
              <a:rPr lang="es-AR" b="1" dirty="0" err="1">
                <a:latin typeface="Grandview Display"/>
              </a:rPr>
              <a:t>Lag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compensation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72092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7264DA-9C56-7D1E-740D-C3FD77D47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4FD30-69A4-F051-EF2D-705734672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283380" cy="4144684"/>
          </a:xfrm>
        </p:spPr>
        <p:txBody>
          <a:bodyPr anchor="t">
            <a:normAutofit/>
          </a:bodyPr>
          <a:lstStyle/>
          <a:p>
            <a:r>
              <a:rPr lang="es-AR"/>
              <a:t>Red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98982-91A4-7262-7295-3B0BB65C7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Ya vimos varias características importantes de </a:t>
            </a:r>
            <a:r>
              <a:rPr lang="es-AR" b="1">
                <a:latin typeface="Grandview Display"/>
              </a:rPr>
              <a:t>una conexión o red, cómo topología, o protocolos.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Pero a la hora de trabajar dentro de nuestro juego hay algunos factores más a</a:t>
            </a:r>
            <a:r>
              <a:rPr lang="es-AR" b="1">
                <a:latin typeface="Grandview Display"/>
              </a:rPr>
              <a:t> tener en cuenta;</a:t>
            </a:r>
          </a:p>
          <a:p>
            <a:pPr marL="457200" indent="-457200"/>
            <a:r>
              <a:rPr lang="es-AR" b="1">
                <a:latin typeface="Grandview Display"/>
              </a:rPr>
              <a:t>Ancho de Banda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 dirty="0">
                <a:latin typeface="Grandview Display"/>
              </a:rPr>
              <a:t>Tick Rate o </a:t>
            </a:r>
            <a:r>
              <a:rPr lang="es-AR" b="1" err="1">
                <a:latin typeface="Grandview Display"/>
              </a:rPr>
              <a:t>fecuencia</a:t>
            </a:r>
            <a:r>
              <a:rPr lang="es-AR" b="1">
                <a:latin typeface="Grandview Display"/>
              </a:rPr>
              <a:t> /tasa de envío</a:t>
            </a:r>
          </a:p>
          <a:p>
            <a:pPr marL="457200" indent="-457200"/>
            <a:r>
              <a:rPr lang="es-AR" b="1">
                <a:latin typeface="Grandview Display"/>
              </a:rPr>
              <a:t>Qué pasa con los paquetes en el mundo real</a:t>
            </a: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620317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3E5F5-29FE-F2FA-F3E5-05651A623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123F6-77D1-B144-F9E4-7F67AA239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Ancho de Banda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543A1-E1E5-2D98-B1CF-E7EA053A0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La cantidad máxima de datos que una conexión puede transmitir o recibir en un segundo. Se mide en BITS por segundo, o Megabits (</a:t>
            </a:r>
            <a:r>
              <a:rPr lang="es-AR" b="1" dirty="0" err="1">
                <a:latin typeface="Grandview Display"/>
              </a:rPr>
              <a:t>mbps</a:t>
            </a:r>
            <a:r>
              <a:rPr lang="es-AR" b="1" dirty="0">
                <a:latin typeface="Grandview Display"/>
              </a:rPr>
              <a:t>).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Si buscamos una analogía con el mundo real, podemos pensar en una autopista. El ancho de banda es la cantidad de carriles que tiene esa </a:t>
            </a:r>
            <a:r>
              <a:rPr lang="es-AR" b="1">
                <a:latin typeface="Grandview Display"/>
              </a:rPr>
              <a:t>autopista. 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Es un límite físico.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Es una restricción que vamos a tener por dispositivo y por aplicación, o incluso </a:t>
            </a:r>
            <a:r>
              <a:rPr lang="es-AR" b="1">
                <a:latin typeface="Grandview Display"/>
              </a:rPr>
              <a:t>otras</a:t>
            </a:r>
            <a:r>
              <a:rPr lang="es-AR" b="1" dirty="0">
                <a:latin typeface="Grandview Display"/>
              </a:rPr>
              <a:t> capas.</a:t>
            </a:r>
          </a:p>
        </p:txBody>
      </p:sp>
    </p:spTree>
    <p:extLst>
      <p:ext uri="{BB962C8B-B14F-4D97-AF65-F5344CB8AC3E}">
        <p14:creationId xmlns:p14="http://schemas.microsoft.com/office/powerpoint/2010/main" val="1652585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9F608-7A89-B1F2-D9F1-E2BD1B23A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1CCEF-2EEA-ED36-273D-0FF9C8691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Tick Rate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8AAF4-A81D-A96A-1912-9BAE53B40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La frecuencia con la cual se "actualiza" la simulación. Las veces que el juego procesa la </a:t>
            </a:r>
            <a:r>
              <a:rPr lang="es-AR" b="1">
                <a:latin typeface="Grandview Display"/>
              </a:rPr>
              <a:t>lógica de red.</a:t>
            </a:r>
            <a:endParaRPr lang="en-US" dirty="0">
              <a:latin typeface="Aptos" panose="020B0004020202020204"/>
            </a:endParaRP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Puede medirse en HZ, 30HZ o 60HZ.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Sin embargo, solemos enfocarnos en otra </a:t>
            </a:r>
            <a:r>
              <a:rPr lang="es-AR" b="1" dirty="0" err="1">
                <a:latin typeface="Grandview Display"/>
              </a:rPr>
              <a:t>caracterstica</a:t>
            </a:r>
            <a:r>
              <a:rPr lang="es-AR" b="1" dirty="0">
                <a:latin typeface="Grandview Display"/>
              </a:rPr>
              <a:t> similar...</a:t>
            </a:r>
          </a:p>
        </p:txBody>
      </p:sp>
    </p:spTree>
    <p:extLst>
      <p:ext uri="{BB962C8B-B14F-4D97-AF65-F5344CB8AC3E}">
        <p14:creationId xmlns:p14="http://schemas.microsoft.com/office/powerpoint/2010/main" val="1604616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30864E-A291-00A7-550F-B89114A3F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307C5-3612-7BE4-3482-BF7D0687C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Send Rate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994D1-8CFF-C465-952F-6A2E61413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Cuantas veces por segundo se envían paquetes (por lo general </a:t>
            </a:r>
            <a:r>
              <a:rPr lang="es-AR" b="1">
                <a:latin typeface="Grandview Display"/>
              </a:rPr>
              <a:t>saliendo del cliente).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En PUN lo vimos como </a:t>
            </a:r>
            <a:r>
              <a:rPr lang="es-AR" b="1" err="1">
                <a:latin typeface="Grandview Display"/>
              </a:rPr>
              <a:t>SendRate</a:t>
            </a:r>
            <a:r>
              <a:rPr lang="es-AR" b="1" dirty="0">
                <a:latin typeface="Grandview Display"/>
              </a:rPr>
              <a:t> o </a:t>
            </a:r>
            <a:r>
              <a:rPr lang="es-AR" b="1" err="1">
                <a:latin typeface="Grandview Display"/>
              </a:rPr>
              <a:t>SerializationRate</a:t>
            </a:r>
            <a:r>
              <a:rPr lang="es-AR" b="1">
                <a:latin typeface="Grandview Display"/>
              </a:rPr>
              <a:t>.</a:t>
            </a:r>
          </a:p>
          <a:p>
            <a:pPr marL="0" indent="0">
              <a:buNone/>
            </a:pPr>
            <a:r>
              <a:rPr lang="es-AR" b="1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automatiza las </a:t>
            </a:r>
            <a:r>
              <a:rPr lang="es-AR" b="1" err="1">
                <a:latin typeface="Grandview Display"/>
              </a:rPr>
              <a:t>views</a:t>
            </a:r>
            <a:r>
              <a:rPr lang="es-AR" b="1" dirty="0">
                <a:latin typeface="Grandview Display"/>
              </a:rPr>
              <a:t> para funcionar a esta velocidad o frecuencia, todo lo que la </a:t>
            </a:r>
            <a:r>
              <a:rPr lang="es-AR" b="1" err="1">
                <a:latin typeface="Grandview Display"/>
              </a:rPr>
              <a:t>view</a:t>
            </a:r>
            <a:r>
              <a:rPr lang="es-AR" b="1" dirty="0">
                <a:latin typeface="Grandview Display"/>
              </a:rPr>
              <a:t> tenga que sincroni</a:t>
            </a:r>
            <a:r>
              <a:rPr lang="es-AR" b="1">
                <a:latin typeface="Grandview Display"/>
              </a:rPr>
              <a:t>zar se envía en esos pulsos.</a:t>
            </a: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801332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AB4E12-23A6-DA75-63F1-F29BF1070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A5A35-447A-F877-4BF5-BE6F60C3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Entonces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5BD30-4903-1DC7-2845-3B799AC45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Es importante que seamos </a:t>
            </a:r>
            <a:r>
              <a:rPr lang="es-AR" b="1">
                <a:latin typeface="Grandview Display"/>
              </a:rPr>
              <a:t>conscientes</a:t>
            </a:r>
            <a:r>
              <a:rPr lang="es-AR" b="1" dirty="0">
                <a:latin typeface="Grandview Display"/>
              </a:rPr>
              <a:t> de qué estamos enviando y con qué frecuencia lo hacemos.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Cada mensaje que "enviamos" desde </a:t>
            </a:r>
            <a:r>
              <a:rPr lang="es-AR" b="1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tiene que pasar por todas las demás capas. Si no entran de una vez en esa autopista, hay que mandar otra oleada de datos. Esto termina desencadenando demoras a la hora de enviar los mensajes, o de </a:t>
            </a:r>
            <a:r>
              <a:rPr lang="es-AR" b="1">
                <a:latin typeface="Grandview Display"/>
              </a:rPr>
              <a:t>recibirlos en el extremo contrario.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Por eso hacemos hincapié en no sincronizar datos innecesarios, u optimizar lo más que podamos el uso de la red. Sobre </a:t>
            </a:r>
            <a:r>
              <a:rPr lang="es-AR" b="1">
                <a:latin typeface="Grandview Display"/>
              </a:rPr>
              <a:t>todo, en juego grandes.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074732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36C892-A452-3F7B-DE84-EE688FE56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20517-7508-F270-6CC5-182DB0AE1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Paquetes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F4EB1-6AC4-98A9-EA97-663D06D99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Ya vimos que </a:t>
            </a:r>
            <a:r>
              <a:rPr lang="es-AR" b="1">
                <a:latin typeface="Grandview Display"/>
              </a:rPr>
              <a:t>los datos que enviamos por la red se estructuran de una determinada manera, se "empaquetan".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Pero veamos un poco más en profundidad qué sucede con ellos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368161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22ED42-11DF-9658-88DE-E1B69129F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A8889-7BDD-C6E5-421B-292E4D326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Paquetes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634AB-3019-55A7-B98B-2B28FFF1E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No vamos a ver cómo está compuesto u ordenado un paquete, porque eso puede variar y hay diversas formas de estructurarlos, mientras el emisor y el receptor sepan </a:t>
            </a:r>
            <a:r>
              <a:rPr lang="es-AR" b="1">
                <a:latin typeface="Grandview Display"/>
              </a:rPr>
              <a:t>qué</a:t>
            </a:r>
            <a:r>
              <a:rPr lang="es-AR" b="1" dirty="0">
                <a:latin typeface="Grandview Display"/>
              </a:rPr>
              <a:t> hacer con ellos, todo puede variar.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Pero veamos qué pasa en el mundo real, el paso a paso, el camino que hacen los datos desde que el </a:t>
            </a:r>
            <a:r>
              <a:rPr lang="es-AR" b="1">
                <a:latin typeface="Grandview Display"/>
              </a:rPr>
              <a:t>usuario realiza una acción, hasta</a:t>
            </a:r>
            <a:r>
              <a:rPr lang="es-AR" b="1" dirty="0">
                <a:latin typeface="Grandview Display"/>
              </a:rPr>
              <a:t> que son interpretados por el receptor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690972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64DBD3-C085-7C44-2ED5-EDB8FE789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B1B47-C001-132D-76F1-91F153F66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Paquetes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40881-AAD9-0801-6092-1616232DF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514350" indent="-514350">
              <a:buAutoNum type="arabicPeriod"/>
            </a:pPr>
            <a:r>
              <a:rPr lang="es-AR" dirty="0">
                <a:ea typeface="+mn-lt"/>
                <a:cs typeface="+mn-lt"/>
              </a:rPr>
              <a:t>La entrada se procesa en el cliente (input </a:t>
            </a:r>
            <a:r>
              <a:rPr lang="es-AR" dirty="0" err="1">
                <a:ea typeface="+mn-lt"/>
                <a:cs typeface="+mn-lt"/>
              </a:rPr>
              <a:t>lag</a:t>
            </a:r>
            <a:r>
              <a:rPr lang="es-AR" dirty="0">
                <a:ea typeface="+mn-lt"/>
                <a:cs typeface="+mn-lt"/>
              </a:rPr>
              <a:t>).</a:t>
            </a:r>
            <a:endParaRPr lang="en-US" dirty="0"/>
          </a:p>
          <a:p>
            <a:pPr marL="514350" indent="-514350">
              <a:buAutoNum type="arabicPeriod"/>
            </a:pPr>
            <a:r>
              <a:rPr lang="es-AR">
                <a:ea typeface="+mn-lt"/>
                <a:cs typeface="+mn-lt"/>
              </a:rPr>
              <a:t>El motor del juego empaqueta el evento.</a:t>
            </a:r>
            <a:endParaRPr lang="es-AR"/>
          </a:p>
          <a:p>
            <a:pPr marL="514350" indent="-514350">
              <a:buAutoNum type="arabicPeriod"/>
            </a:pPr>
            <a:r>
              <a:rPr lang="es-AR" dirty="0">
                <a:ea typeface="+mn-lt"/>
                <a:cs typeface="+mn-lt"/>
              </a:rPr>
              <a:t>El sistema operativo le agrega los </a:t>
            </a:r>
            <a:r>
              <a:rPr lang="es-AR" dirty="0" err="1">
                <a:ea typeface="+mn-lt"/>
                <a:cs typeface="+mn-lt"/>
              </a:rPr>
              <a:t>headers</a:t>
            </a:r>
            <a:r>
              <a:rPr lang="es-AR" dirty="0">
                <a:ea typeface="+mn-lt"/>
                <a:cs typeface="+mn-lt"/>
              </a:rPr>
              <a:t> de red (IP, UDP, </a:t>
            </a:r>
            <a:r>
              <a:rPr lang="es-AR" dirty="0" err="1">
                <a:ea typeface="+mn-lt"/>
                <a:cs typeface="+mn-lt"/>
              </a:rPr>
              <a:t>Photon</a:t>
            </a:r>
            <a:r>
              <a:rPr lang="es-AR" dirty="0">
                <a:ea typeface="+mn-lt"/>
                <a:cs typeface="+mn-lt"/>
              </a:rPr>
              <a:t> </a:t>
            </a:r>
            <a:r>
              <a:rPr lang="es-AR" dirty="0" err="1">
                <a:ea typeface="+mn-lt"/>
                <a:cs typeface="+mn-lt"/>
              </a:rPr>
              <a:t>headers</a:t>
            </a:r>
            <a:r>
              <a:rPr lang="es-AR" dirty="0">
                <a:ea typeface="+mn-lt"/>
                <a:cs typeface="+mn-lt"/>
              </a:rPr>
              <a:t>, </a:t>
            </a:r>
            <a:r>
              <a:rPr lang="es-AR" dirty="0" err="1">
                <a:ea typeface="+mn-lt"/>
                <a:cs typeface="+mn-lt"/>
              </a:rPr>
              <a:t>etc</a:t>
            </a:r>
            <a:r>
              <a:rPr lang="es-AR" dirty="0">
                <a:ea typeface="+mn-lt"/>
                <a:cs typeface="+mn-lt"/>
              </a:rPr>
              <a:t>).</a:t>
            </a:r>
            <a:endParaRPr lang="es-AR"/>
          </a:p>
          <a:p>
            <a:pPr marL="514350" indent="-514350">
              <a:buAutoNum type="arabicPeriod"/>
            </a:pPr>
            <a:r>
              <a:rPr lang="es-AR" dirty="0">
                <a:ea typeface="+mn-lt"/>
                <a:cs typeface="+mn-lt"/>
              </a:rPr>
              <a:t>El paquete viaja físicamente por fibra óptica, </a:t>
            </a:r>
            <a:r>
              <a:rPr lang="es-AR" dirty="0" err="1">
                <a:ea typeface="+mn-lt"/>
                <a:cs typeface="+mn-lt"/>
              </a:rPr>
              <a:t>routers</a:t>
            </a:r>
            <a:r>
              <a:rPr lang="es-AR" dirty="0">
                <a:ea typeface="+mn-lt"/>
                <a:cs typeface="+mn-lt"/>
              </a:rPr>
              <a:t>, satélites o </a:t>
            </a:r>
            <a:r>
              <a:rPr lang="es-AR" dirty="0" err="1">
                <a:ea typeface="+mn-lt"/>
                <a:cs typeface="+mn-lt"/>
              </a:rPr>
              <a:t>WiFi</a:t>
            </a:r>
            <a:r>
              <a:rPr lang="es-AR" dirty="0">
                <a:ea typeface="+mn-lt"/>
                <a:cs typeface="+mn-lt"/>
              </a:rPr>
              <a:t> hogareño (en esta etapa puede haber perdida de paquetes).</a:t>
            </a:r>
            <a:endParaRPr lang="es-AR" dirty="0"/>
          </a:p>
          <a:p>
            <a:pPr marL="514350" indent="-514350">
              <a:buAutoNum type="arabicPeriod"/>
            </a:pPr>
            <a:r>
              <a:rPr lang="es-AR">
                <a:ea typeface="+mn-lt"/>
                <a:cs typeface="+mn-lt"/>
              </a:rPr>
              <a:t>Llega al servidor / otro cliente, se </a:t>
            </a:r>
            <a:r>
              <a:rPr lang="es-AR" b="1">
                <a:ea typeface="+mn-lt"/>
                <a:cs typeface="+mn-lt"/>
              </a:rPr>
              <a:t>procesa</a:t>
            </a:r>
            <a:r>
              <a:rPr lang="es-AR">
                <a:ea typeface="+mn-lt"/>
                <a:cs typeface="+mn-lt"/>
              </a:rPr>
              <a:t>, y la respuesta hace el camino de vuelta.</a:t>
            </a:r>
            <a:endParaRPr lang="es-AR"/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998576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257C08-635A-7213-2A5B-6C998E25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59D2E-EB4B-21FF-E277-B1B9871BB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F0EAE-1CD7-D372-FC04-8941A77E5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60435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83316-EF2C-E1C5-2BD9-9E2C582F8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2FA0C-AADA-A995-AA82-A203DFAAD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Latencia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9CEC4-6A60-62FA-D819-C5CF7D511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O "</a:t>
            </a:r>
            <a:r>
              <a:rPr lang="es-AR" b="1" dirty="0" err="1">
                <a:latin typeface="Grandview Display"/>
              </a:rPr>
              <a:t>One</a:t>
            </a:r>
            <a:r>
              <a:rPr lang="es-AR" b="1" dirty="0">
                <a:latin typeface="Grandview Display"/>
              </a:rPr>
              <a:t> Way </a:t>
            </a:r>
            <a:r>
              <a:rPr lang="es-AR" b="1" dirty="0" err="1">
                <a:latin typeface="Grandview Display"/>
              </a:rPr>
              <a:t>Latency</a:t>
            </a:r>
            <a:r>
              <a:rPr lang="es-AR" b="1" dirty="0">
                <a:latin typeface="Grandview Display"/>
              </a:rPr>
              <a:t>", el tiempo que tarde un paquete de datos en viajar, a través de la red, desde el origen a su destino.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Así como el tráfico de autos puede afectar el tiempo que tardamos en llegar a la facultad, lo mismo pasa con los paquetes. Si la red tiene mucho transito, o está ocupada con otra cosa, o no tiene más ancho de banda para mi paquete, tardará más en llegar.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802803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771374-1C28-1BBC-485D-DD1B9E5CD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43354-D556-4898-D453-8B3D434D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RTT,</a:t>
            </a:r>
            <a:br>
              <a:rPr lang="es-AR" dirty="0"/>
            </a:br>
            <a:r>
              <a:rPr lang="en-US"/>
              <a:t>Round Trip Time: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A5A53-5FA4-3F8C-74D8-50C14C1A8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El tiempo que tarde un paquete en "ir y volver".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Suele estar más relacionada a la infraestructura de la red, pero también suele incluir el </a:t>
            </a:r>
            <a:r>
              <a:rPr lang="es-AR" b="1">
                <a:latin typeface="Grandview Display"/>
              </a:rPr>
              <a:t>procesamiento del mensaje antes de responder.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Suele </a:t>
            </a:r>
            <a:r>
              <a:rPr lang="es-AR" b="1">
                <a:latin typeface="Grandview Display"/>
              </a:rPr>
              <a:t>calcularse sumando la latencia de ida y la latencia de vuelta.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65797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3A49DB-AE31-9A8D-F8A5-073C59F16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ACF7-EB36-0DE3-4C28-C49D3EF13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 err="1"/>
              <a:t>Lag</a:t>
            </a:r>
            <a:r>
              <a:rPr lang="es-AR"/>
              <a:t>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5959C-04D3-E8B9-3042-9F3BD3158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Este término hace referencia a la </a:t>
            </a:r>
            <a:r>
              <a:rPr lang="es-AR" b="1">
                <a:latin typeface="Grandview Display"/>
              </a:rPr>
              <a:t>experiencia</a:t>
            </a:r>
            <a:r>
              <a:rPr lang="es-AR" b="1" dirty="0">
                <a:latin typeface="Grandview Display"/>
              </a:rPr>
              <a:t> del </a:t>
            </a:r>
            <a:r>
              <a:rPr lang="es-AR" b="1">
                <a:latin typeface="Grandview Display"/>
              </a:rPr>
              <a:t>usuario. No es una métrica de la red. </a:t>
            </a:r>
            <a:endParaRPr lang="en-US" dirty="0"/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Suele ser un síntoma de otros problemas, alta </a:t>
            </a:r>
            <a:r>
              <a:rPr lang="es-AR" b="1">
                <a:latin typeface="Grandview Display"/>
              </a:rPr>
              <a:t>latencia, RTT alto, pérdida de paquetes, etc.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378611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F6A83-6987-0D46-F23A-DE939905A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6F5BC-07E2-C6E5-BBD5-2A477566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Entonces</a:t>
            </a:r>
            <a:r>
              <a:rPr lang="es-AR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8D1C2-C22B-3303-99E2-CE4FEEB48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Como desarrolladores no vamos a tener mucho control sobre la calidad o estructura de la red. No </a:t>
            </a:r>
            <a:r>
              <a:rPr lang="es-AR" b="1">
                <a:latin typeface="Grandview Display"/>
              </a:rPr>
              <a:t>podemos solucionar todos los problemas físicos que puedan existir.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No podemos eliminar la latencia. Pero podemos hacer lo posible para hacer que el jugador no experimente </a:t>
            </a:r>
            <a:r>
              <a:rPr lang="es-AR" b="1" err="1">
                <a:latin typeface="Grandview Display"/>
              </a:rPr>
              <a:t>Lag</a:t>
            </a:r>
            <a:r>
              <a:rPr lang="es-AR" b="1">
                <a:latin typeface="Grandview Display"/>
              </a:rPr>
              <a:t> en nuestro juego.</a:t>
            </a:r>
          </a:p>
          <a:p>
            <a:pPr marL="457200" indent="-457200"/>
            <a:r>
              <a:rPr lang="es-AR" dirty="0"/>
              <a:t>Ocultarlo si ya </a:t>
            </a:r>
            <a:r>
              <a:rPr lang="es-AR"/>
              <a:t>sucedió</a:t>
            </a:r>
            <a:endParaRPr lang="es-AR" dirty="0"/>
          </a:p>
          <a:p>
            <a:pPr marL="457200" indent="-457200"/>
            <a:r>
              <a:rPr lang="es-AR">
                <a:latin typeface="Aptos" panose="020B0004020202020204"/>
              </a:rPr>
              <a:t>Predecirlo si estamos a tiempo</a:t>
            </a:r>
            <a:endParaRPr lang="es-AR" dirty="0">
              <a:latin typeface="Aptos" panose="020B0004020202020204"/>
            </a:endParaRPr>
          </a:p>
          <a:p>
            <a:pPr marL="457200" indent="-457200"/>
            <a:r>
              <a:rPr lang="es-AR">
                <a:latin typeface="Aptos" panose="020B0004020202020204"/>
              </a:rPr>
              <a:t>Ser amigable con el jugador y la experiencia de juego.</a:t>
            </a:r>
            <a:endParaRPr lang="es-AR" dirty="0">
              <a:latin typeface="Aptos" panose="020B0004020202020204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931013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1471AE-90B6-33A6-B8DC-5F16E3A4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A2302-13B3-66DB-B966-29D72AAB0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En PUN</a:t>
            </a:r>
            <a:r>
              <a:rPr lang="es-AR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ABBCA-8697-4EAF-209D-2192C04C6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Desde Unity podemos medir varias de estas cosas para tenerlas en cuenta a la hora de aplicar lógica en nuestro juego. Podemos usar diversos paquetes para hacerlo, pero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>
                <a:latin typeface="Grandview Display"/>
              </a:rPr>
              <a:t> ya nos da algunas herramientas útiles que suelen ser suficiente.</a:t>
            </a:r>
            <a:endParaRPr lang="en-US"/>
          </a:p>
          <a:p>
            <a:pPr marL="0" indent="0">
              <a:buNone/>
            </a:pPr>
            <a:endParaRPr lang="es-AR" b="1">
              <a:latin typeface="Grandview Display"/>
            </a:endParaRPr>
          </a:p>
          <a:p>
            <a:pPr marL="0" indent="0">
              <a:buNone/>
            </a:pPr>
            <a:r>
              <a:rPr lang="es-AR" b="1" dirty="0" err="1">
                <a:latin typeface="Grandview Display"/>
              </a:rPr>
              <a:t>PhotonNetwork.GetPing</a:t>
            </a:r>
            <a:r>
              <a:rPr lang="es-AR" b="1" dirty="0">
                <a:latin typeface="Grandview Display"/>
              </a:rPr>
              <a:t>(), nos devuelve el RTT en milisegundos.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171220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3C26D5-A3FE-0CC3-376F-572967FAF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DE232-8D9D-DC80-9762-403499910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En PUN</a:t>
            </a:r>
            <a:r>
              <a:rPr lang="es-AR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9243C-9B17-D08E-2050-4EDEB9E87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También, para calcular la latencia real de un mensaje recibido ( ya sea por RPC o </a:t>
            </a:r>
            <a:r>
              <a:rPr lang="es-AR" b="1" err="1">
                <a:latin typeface="Grandview Display"/>
              </a:rPr>
              <a:t>ONPhotonSerializeView</a:t>
            </a:r>
            <a:r>
              <a:rPr lang="es-AR" b="1" dirty="0">
                <a:latin typeface="Grandview Display"/>
              </a:rPr>
              <a:t>), podemos usar el </a:t>
            </a:r>
            <a:r>
              <a:rPr lang="es-AR" b="1" err="1">
                <a:latin typeface="Grandview Display"/>
              </a:rPr>
              <a:t>Timestamps</a:t>
            </a:r>
            <a:r>
              <a:rPr lang="es-AR" b="1" dirty="0">
                <a:latin typeface="Grandview Display"/>
              </a:rPr>
              <a:t> de </a:t>
            </a:r>
            <a:r>
              <a:rPr lang="es-AR" b="1" err="1">
                <a:latin typeface="Grandview Display"/>
              </a:rPr>
              <a:t>Photon</a:t>
            </a:r>
            <a:r>
              <a:rPr lang="es-AR" b="1">
                <a:latin typeface="Grandview Display"/>
              </a:rPr>
              <a:t>, cómo vimos anteriormente.</a:t>
            </a: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305244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F36A0A-DF3B-3115-DF83-89BB138BF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17DA7-DC40-72AE-20E3-F25BCBBFC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En PUN</a:t>
            </a:r>
            <a:r>
              <a:rPr lang="es-AR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7950D-7707-FF1B-EA37-ACE79929A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El script quedaría algo así...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6263FC-F34D-73B2-8914-EA624CC8B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755" y="1547552"/>
            <a:ext cx="7997476" cy="514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31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AB83DC-805D-96FD-4253-A60890A7F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7F777-4809-88B3-FC25-D810CDC15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Nota: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09B01-5CA7-B244-9D59-6B85DE5A0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Recuerden </a:t>
            </a:r>
            <a:r>
              <a:rPr lang="es-AR" b="1" dirty="0" err="1">
                <a:latin typeface="Grandview Display"/>
              </a:rPr>
              <a:t>qu</a:t>
            </a:r>
            <a:r>
              <a:rPr lang="es-AR" b="1" dirty="0">
                <a:latin typeface="Grandview Display"/>
              </a:rPr>
              <a:t> el </a:t>
            </a:r>
            <a:r>
              <a:rPr lang="es-AR" b="1" dirty="0" err="1">
                <a:latin typeface="Grandview Display"/>
              </a:rPr>
              <a:t>PhotonNetwork.Time</a:t>
            </a:r>
            <a:r>
              <a:rPr lang="es-AR" b="1" dirty="0">
                <a:latin typeface="Grandview Display"/>
              </a:rPr>
              <a:t> devuelve el tiempo de juego en segundos.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Cuando hacemos:</a:t>
            </a:r>
          </a:p>
          <a:p>
            <a:pPr marL="0" indent="0">
              <a:buNone/>
            </a:pPr>
            <a:r>
              <a:rPr lang="es-AR" b="1" dirty="0" err="1">
                <a:latin typeface="Grandview Display"/>
              </a:rPr>
              <a:t>PhotonNetwork.Time</a:t>
            </a:r>
            <a:r>
              <a:rPr lang="es-AR" b="1" dirty="0">
                <a:latin typeface="Grandview Display"/>
              </a:rPr>
              <a:t> - </a:t>
            </a:r>
            <a:r>
              <a:rPr lang="es-AR" b="1" dirty="0" err="1">
                <a:latin typeface="Grandview Display"/>
              </a:rPr>
              <a:t>info.SentServerTime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Podemos obtener la latencia específica de un </a:t>
            </a:r>
            <a:r>
              <a:rPr lang="es-AR" b="1">
                <a:latin typeface="Grandview Display"/>
              </a:rPr>
              <a:t>mensaje o paquete.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Esto va a ser fundamental para los métodos de </a:t>
            </a:r>
            <a:r>
              <a:rPr lang="es-AR" b="1">
                <a:latin typeface="Grandview Display"/>
              </a:rPr>
              <a:t>compensación que veremos más adelante.</a:t>
            </a: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424179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C5E7D7-DD02-A48D-5742-CD02E9911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0D3E8-012A-797E-67D7-4104D13B0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76AA6-F28A-8036-73E0-D1BE4DA53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35407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D64F7-E824-CD6A-3080-D06C9648A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6C43D-9036-C727-6400-D6D997CF7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Network Simulator: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922E8-5B3C-B2FB-5F76-B566C4D43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Para facilitar las pruebas o simular condiciones específicas, tenemos varias herramientas cómo </a:t>
            </a:r>
            <a:r>
              <a:rPr lang="es-AR" b="1" dirty="0" err="1">
                <a:latin typeface="Grandview Display"/>
              </a:rPr>
              <a:t>Clumsy</a:t>
            </a:r>
            <a:r>
              <a:rPr lang="es-AR" b="1" dirty="0">
                <a:latin typeface="Grandview Display"/>
              </a:rPr>
              <a:t>, Network Link </a:t>
            </a:r>
            <a:r>
              <a:rPr lang="es-AR" b="1" dirty="0" err="1">
                <a:latin typeface="Grandview Display"/>
              </a:rPr>
              <a:t>Conditioner</a:t>
            </a:r>
            <a:r>
              <a:rPr lang="es-AR" b="1" dirty="0">
                <a:latin typeface="Grandview Display"/>
              </a:rPr>
              <a:t>, Charles, etc.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Sin embargo, también tenemos la opción que nos  brinda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El </a:t>
            </a:r>
            <a:r>
              <a:rPr lang="es-AR" b="1" dirty="0" err="1">
                <a:latin typeface="Grandview Display"/>
              </a:rPr>
              <a:t>NetworkSimulation</a:t>
            </a:r>
            <a:r>
              <a:rPr lang="es-AR" b="1" dirty="0">
                <a:latin typeface="Grandview Display"/>
              </a:rPr>
              <a:t> nos permitirá simular </a:t>
            </a:r>
            <a:r>
              <a:rPr lang="es-AR" b="1" dirty="0" err="1">
                <a:latin typeface="Grandview Display"/>
              </a:rPr>
              <a:t>lag</a:t>
            </a:r>
            <a:r>
              <a:rPr lang="es-AR" b="1" dirty="0">
                <a:latin typeface="Grandview Display"/>
              </a:rPr>
              <a:t>, pérdida de paquetes y </a:t>
            </a:r>
            <a:r>
              <a:rPr lang="es-AR" b="1" dirty="0" err="1">
                <a:latin typeface="Grandview Display"/>
              </a:rPr>
              <a:t>jitter</a:t>
            </a:r>
            <a:r>
              <a:rPr lang="es-AR" b="1" dirty="0">
                <a:latin typeface="Grandview Display"/>
              </a:rPr>
              <a:t> (variación en la latencia) directamente desde el Editor de Unity.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Para usarlo tenemos dos caminos...</a:t>
            </a: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332917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E43708-352A-7CF0-76D5-B8D792670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002C4-178A-373B-2184-71F9B522C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Network Simulator: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3CA4F-88A6-C5A7-0B2C-B262286ED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Para usarlo con código </a:t>
            </a:r>
            <a:r>
              <a:rPr lang="es-AR" b="1" dirty="0" err="1">
                <a:latin typeface="Grandview Display"/>
              </a:rPr>
              <a:t>custome</a:t>
            </a:r>
            <a:r>
              <a:rPr lang="es-AR" b="1" dirty="0">
                <a:latin typeface="Grandview Display"/>
              </a:rPr>
              <a:t> podemos acceder  a la clase de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: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PhotonNetwork.NetworkingClient.LoadingBalanci</a:t>
            </a:r>
            <a:r>
              <a:rPr lang="es-AR" b="1">
                <a:latin typeface="Grandview Display"/>
              </a:rPr>
              <a:t>ngPeer.IsSimulationEnabled.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Y creamos un script que juegue con esa clase.</a:t>
            </a: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093112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C8F36B-0484-93A5-D9FB-ED84E1A6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80A7B-9683-61AA-41F4-ABD7AADBB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Network Simulator:</a:t>
            </a:r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803E87-EE01-6F8D-A324-A8D6D5CE75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3499" y="1011433"/>
            <a:ext cx="8607742" cy="558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625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C25958-579E-9A97-9D0D-7D0009A07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F88F6-2702-3B7B-ADC0-067A3A75C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Network Simulator: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F4857A-DE10-D6E2-0542-604DCBBFA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5140" y="917488"/>
            <a:ext cx="8060706" cy="573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625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ECA1B4-2895-7214-0083-2AF0AD16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DD6B5-6A96-70A6-39AC-ECDBB0EF5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Network Simulator: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C6988-4788-DF0B-ED3B-1D32080A2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La otra manera es simplemente usar el GUI que ofrece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B53F82-3D73-4BA9-37AD-6D70739FC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308" y="3083882"/>
            <a:ext cx="7647139" cy="332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0596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08C6BB-E1BD-CF3D-D6C1-38E611932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931B1-0514-02EA-11CE-89FFDDE85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58218" cy="4144684"/>
          </a:xfrm>
        </p:spPr>
        <p:txBody>
          <a:bodyPr anchor="t">
            <a:normAutofit/>
          </a:bodyPr>
          <a:lstStyle/>
          <a:p>
            <a:r>
              <a:rPr lang="es-AR"/>
              <a:t>Network Simulator: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EC998-E712-7754-A618-ECD1E8482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822" y="1051559"/>
            <a:ext cx="800218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Y esto activara un cuadro de dialogo en </a:t>
            </a:r>
            <a:r>
              <a:rPr lang="es-AR" b="1">
                <a:latin typeface="Grandview Display"/>
              </a:rPr>
              <a:t>nuestra escena.</a:t>
            </a:r>
            <a:endParaRPr lang="es-AR" b="1" dirty="0">
              <a:latin typeface="Grandview Display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4B43FE-6073-A37E-4EB3-A7939B824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264" y="2317315"/>
            <a:ext cx="3531556" cy="414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1944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2E0F6-A23C-F43D-A790-587295046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98F21-38CB-CEFC-3CA7-6DB98205E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3074520" cy="4029666"/>
          </a:xfrm>
        </p:spPr>
        <p:txBody>
          <a:bodyPr anchor="t">
            <a:normAutofit/>
          </a:bodyPr>
          <a:lstStyle/>
          <a:p>
            <a:r>
              <a:rPr lang="es-AR" dirty="0" err="1"/>
              <a:t>Trilema</a:t>
            </a:r>
            <a:r>
              <a:rPr lang="es-AR" dirty="0"/>
              <a:t> de </a:t>
            </a:r>
            <a:r>
              <a:rPr lang="es-AR" dirty="0" err="1"/>
              <a:t>Netcode</a:t>
            </a:r>
            <a:r>
              <a:rPr lang="es-AR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9695C-4B19-D08F-AEA1-0C5C022CB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Cómo siempre, cuando apuntamos a "mejorar algo" tiene un precio, siempre es un </a:t>
            </a:r>
            <a:r>
              <a:rPr lang="es-AR" b="1" dirty="0" err="1">
                <a:latin typeface="Grandview Display"/>
              </a:rPr>
              <a:t>trade</a:t>
            </a:r>
            <a:r>
              <a:rPr lang="es-AR" b="1" dirty="0">
                <a:latin typeface="Grandview Display"/>
              </a:rPr>
              <a:t> off.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EN juegos online o </a:t>
            </a:r>
            <a:r>
              <a:rPr lang="es-AR" b="1" dirty="0" err="1">
                <a:latin typeface="Grandview Display"/>
              </a:rPr>
              <a:t>networking</a:t>
            </a:r>
            <a:r>
              <a:rPr lang="es-AR" b="1" dirty="0">
                <a:latin typeface="Grandview Display"/>
              </a:rPr>
              <a:t> hablamos de un "</a:t>
            </a:r>
            <a:r>
              <a:rPr lang="es-AR" b="1" dirty="0" err="1">
                <a:latin typeface="Grandview Display"/>
              </a:rPr>
              <a:t>trilema</a:t>
            </a:r>
            <a:r>
              <a:rPr lang="es-AR" b="1" dirty="0">
                <a:latin typeface="Grandview Display"/>
              </a:rPr>
              <a:t>" entre 3 opciones.</a:t>
            </a:r>
          </a:p>
          <a:p>
            <a:pPr marL="457200" indent="-457200"/>
            <a:r>
              <a:rPr lang="es-AR" b="1">
                <a:latin typeface="Grandview Display"/>
              </a:rPr>
              <a:t>Consistencia perfecta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 dirty="0">
                <a:latin typeface="Grandview Display"/>
              </a:rPr>
              <a:t>Respuesta </a:t>
            </a:r>
            <a:r>
              <a:rPr lang="es-AR" b="1">
                <a:latin typeface="Grandview Display"/>
              </a:rPr>
              <a:t>instantánea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 dirty="0">
                <a:latin typeface="Grandview Display"/>
              </a:rPr>
              <a:t>Bajo </a:t>
            </a:r>
            <a:r>
              <a:rPr lang="es-AR" b="1">
                <a:latin typeface="Grandview Display"/>
              </a:rPr>
              <a:t>uso de red</a:t>
            </a:r>
          </a:p>
          <a:p>
            <a:pPr marL="457200" indent="-457200"/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Siempre que tocamos uno terminamos impactando en uno o ambos de los otros </a:t>
            </a:r>
            <a:r>
              <a:rPr lang="es-AR" b="1">
                <a:latin typeface="Grandview Display"/>
              </a:rPr>
              <a:t>aspectos. Por eso, hay que negociar...</a:t>
            </a: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177949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33A348-E9FB-3CB0-B3E8-7A77C4F21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30D56-9CB7-EA4F-1C24-B2CCFC994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3477086" cy="4029666"/>
          </a:xfrm>
        </p:spPr>
        <p:txBody>
          <a:bodyPr anchor="t">
            <a:normAutofit/>
          </a:bodyPr>
          <a:lstStyle/>
          <a:p>
            <a:r>
              <a:rPr lang="es-AR"/>
              <a:t>Interpolación: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2A1DB-A88F-EBA5-064A-DC38BD3CD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En este caso apuntamos a suavizar el pasado. El problema ya sucedió, la red ya presentó algún imprevisto. Pero queremos que el jugador note esto lo menos po</a:t>
            </a:r>
            <a:r>
              <a:rPr lang="es-AR" b="1">
                <a:latin typeface="Grandview Display"/>
              </a:rPr>
              <a:t>sible, o no afectemos su experiencia de juego.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Lo más común es aplicarla al mo</a:t>
            </a:r>
            <a:r>
              <a:rPr lang="es-AR" b="1">
                <a:latin typeface="Grandview Display"/>
              </a:rPr>
              <a:t>vimiento de objetos.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Por ejemplo, evitar los saltos o teletransportación de otros jugadores, y reemplazar esto por un mo</a:t>
            </a:r>
            <a:r>
              <a:rPr lang="es-AR" b="1">
                <a:latin typeface="Grandview Display"/>
              </a:rPr>
              <a:t>vimiento lineal. </a:t>
            </a:r>
          </a:p>
        </p:txBody>
      </p:sp>
    </p:spTree>
    <p:extLst>
      <p:ext uri="{BB962C8B-B14F-4D97-AF65-F5344CB8AC3E}">
        <p14:creationId xmlns:p14="http://schemas.microsoft.com/office/powerpoint/2010/main" val="3418653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F2A30-BDF0-007F-9573-3D991A6F7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84007-ACAD-7D79-63A8-173027D6A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3477086" cy="4029666"/>
          </a:xfrm>
        </p:spPr>
        <p:txBody>
          <a:bodyPr anchor="t">
            <a:normAutofit/>
          </a:bodyPr>
          <a:lstStyle/>
          <a:p>
            <a:r>
              <a:rPr lang="es-AR"/>
              <a:t>Interpolación: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A99E7-C129-D6B9-22A0-673452B6B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En síntesis es mover suavemente el objeto entre la penúltima posición recibida y la última.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Sin embargo, hay una pequeña desventaja...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El otro jugador, el remoto, se verá un poco más "atrás" que lo que está "realmente". Por lo general uno o dos </a:t>
            </a:r>
            <a:r>
              <a:rPr lang="es-AR" b="1" dirty="0" err="1">
                <a:latin typeface="Grandview Display"/>
              </a:rPr>
              <a:t>ticks</a:t>
            </a:r>
            <a:r>
              <a:rPr lang="es-AR" b="1" dirty="0">
                <a:latin typeface="Grandview Display"/>
              </a:rPr>
              <a:t> de red (quizás 100ms).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Ya vimos un ejemplo simple, pero </a:t>
            </a:r>
            <a:r>
              <a:rPr lang="es-AR" b="1" dirty="0" err="1">
                <a:latin typeface="Grandview Display"/>
              </a:rPr>
              <a:t>recordemoslo</a:t>
            </a:r>
            <a:r>
              <a:rPr lang="es-AR" b="1" dirty="0">
                <a:latin typeface="Grandview Display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4921466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84A205-78AA-83C3-867F-69F8109B1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F582E-C725-61AF-FD63-7ED0B2DC3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3477086" cy="4029666"/>
          </a:xfrm>
        </p:spPr>
        <p:txBody>
          <a:bodyPr anchor="t">
            <a:normAutofit/>
          </a:bodyPr>
          <a:lstStyle/>
          <a:p>
            <a:r>
              <a:rPr lang="es-AR"/>
              <a:t>Interpolación: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37751-08E4-FB2C-47C4-CE221FBF7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La </a:t>
            </a:r>
            <a:r>
              <a:rPr lang="es-AR" b="1">
                <a:latin typeface="Grandview Display"/>
              </a:rPr>
              <a:t>intención es llegar a algo así;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Ya vimos también, que Photon nos ofrece el </a:t>
            </a:r>
            <a:r>
              <a:rPr lang="es-AR" b="1" dirty="0" err="1">
                <a:latin typeface="Grandview Display"/>
              </a:rPr>
              <a:t>PhotonTransformView</a:t>
            </a:r>
            <a:r>
              <a:rPr lang="es-AR" b="1" dirty="0">
                <a:latin typeface="Grandview Display"/>
              </a:rPr>
              <a:t>, y este tiene varias formas de manejar la sincronización del componente </a:t>
            </a:r>
            <a:r>
              <a:rPr lang="es-AR" b="1" dirty="0" err="1">
                <a:latin typeface="Grandview Display"/>
              </a:rPr>
              <a:t>Transform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Pero también podemos hacerlo a mano.</a:t>
            </a:r>
            <a:endParaRPr lang="es-AR" b="1" dirty="0">
              <a:latin typeface="Grandview Displa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992D81-7CF2-58CE-A821-9242F3472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651" y="2050750"/>
            <a:ext cx="8432320" cy="100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671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D52CD3-E90D-E99D-0C0E-D0999039A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3350E-CB0A-6756-7C1C-EEAFEC79E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3477086" cy="4029666"/>
          </a:xfrm>
        </p:spPr>
        <p:txBody>
          <a:bodyPr anchor="t">
            <a:normAutofit/>
          </a:bodyPr>
          <a:lstStyle/>
          <a:p>
            <a:r>
              <a:rPr lang="es-AR"/>
              <a:t>Interpolación: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EBC8D-237D-0C6D-A715-9B561278C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En el </a:t>
            </a:r>
            <a:r>
              <a:rPr lang="es-AR" b="1" dirty="0" err="1">
                <a:latin typeface="Grandview Display"/>
              </a:rPr>
              <a:t>Update</a:t>
            </a:r>
            <a:r>
              <a:rPr lang="es-AR" b="1" dirty="0">
                <a:latin typeface="Grandview Display"/>
              </a:rPr>
              <a:t>, si no soy el dueño de la </a:t>
            </a:r>
            <a:r>
              <a:rPr lang="es-AR" b="1" dirty="0" err="1">
                <a:latin typeface="Grandview Display"/>
              </a:rPr>
              <a:t>view</a:t>
            </a:r>
            <a:r>
              <a:rPr lang="es-AR" b="1" dirty="0">
                <a:latin typeface="Grandview Display"/>
              </a:rPr>
              <a:t>...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Modificamos la posición para llevarla a la última posición recibida, el </a:t>
            </a:r>
            <a:r>
              <a:rPr lang="es-AR" b="1" dirty="0" err="1">
                <a:latin typeface="Grandview Display"/>
              </a:rPr>
              <a:t>networkPosition</a:t>
            </a:r>
            <a:r>
              <a:rPr lang="es-AR" b="1" dirty="0">
                <a:latin typeface="Grandview Display"/>
              </a:rPr>
              <a:t> (la que recibimos en el </a:t>
            </a:r>
            <a:r>
              <a:rPr lang="es-AR" b="1" dirty="0" err="1">
                <a:latin typeface="Grandview Display"/>
              </a:rPr>
              <a:t>OnPhotonSerializeView</a:t>
            </a:r>
            <a:r>
              <a:rPr lang="es-AR" b="1" dirty="0">
                <a:latin typeface="Grandview Display"/>
              </a:rPr>
              <a:t>)</a:t>
            </a:r>
            <a:endParaRPr lang="es-A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4219F-091C-35D0-73A1-1B244932F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17" y="1840185"/>
            <a:ext cx="10969925" cy="159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4355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03F9B2-CF88-C17A-BAD3-4D6DE5021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F22E6-A6EA-54A5-B638-39F4C901D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3477086" cy="4029666"/>
          </a:xfrm>
        </p:spPr>
        <p:txBody>
          <a:bodyPr anchor="t">
            <a:normAutofit/>
          </a:bodyPr>
          <a:lstStyle/>
          <a:p>
            <a:r>
              <a:rPr lang="es-AR"/>
              <a:t>Interpolación: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5C879-27F0-7282-EFA7-414AFE461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De nuevo, la interpolación es tratar de suavizar los </a:t>
            </a:r>
            <a:r>
              <a:rPr lang="es-AR" b="1">
                <a:latin typeface="Grandview Display"/>
              </a:rPr>
              <a:t>inconvenientes ya ocurridos.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Si la latencia subió, yo tardé más en recibir la posición del otro jugador. Ahí lo llevo a la última posición conocida, pero en vez de </a:t>
            </a:r>
            <a:r>
              <a:rPr lang="es-AR" b="1" dirty="0" err="1">
                <a:latin typeface="Grandview Display"/>
              </a:rPr>
              <a:t>teletrasportarlo</a:t>
            </a:r>
            <a:r>
              <a:rPr lang="es-AR" b="1" dirty="0">
                <a:latin typeface="Grandview Display"/>
              </a:rPr>
              <a:t>, ese movimiento es más suave.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Cuando hablamos de </a:t>
            </a:r>
            <a:r>
              <a:rPr lang="es-AR" b="1" dirty="0" err="1">
                <a:latin typeface="Grandview Display"/>
              </a:rPr>
              <a:t>RBs</a:t>
            </a:r>
            <a:r>
              <a:rPr lang="es-AR" b="1" dirty="0">
                <a:latin typeface="Grandview Display"/>
              </a:rPr>
              <a:t> es muy similar, solo que hay que tener en cuenta algunos detalles.</a:t>
            </a:r>
          </a:p>
        </p:txBody>
      </p:sp>
    </p:spTree>
    <p:extLst>
      <p:ext uri="{BB962C8B-B14F-4D97-AF65-F5344CB8AC3E}">
        <p14:creationId xmlns:p14="http://schemas.microsoft.com/office/powerpoint/2010/main" val="6825301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7C83E0-C0B0-8217-3ADE-1FCCD604A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18C1D-2297-9EE0-A146-9212EEA90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3477086" cy="4029666"/>
          </a:xfrm>
        </p:spPr>
        <p:txBody>
          <a:bodyPr anchor="t">
            <a:normAutofit/>
          </a:bodyPr>
          <a:lstStyle/>
          <a:p>
            <a:r>
              <a:rPr lang="es-AR"/>
              <a:t>Interpolación: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17F0C-8F9F-339B-E2D1-94F78DDBF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Con </a:t>
            </a:r>
            <a:r>
              <a:rPr lang="es-AR" b="1" dirty="0" err="1">
                <a:latin typeface="Grandview Display"/>
              </a:rPr>
              <a:t>RBs</a:t>
            </a:r>
            <a:r>
              <a:rPr lang="es-AR" b="1" dirty="0">
                <a:latin typeface="Grandview Display"/>
              </a:rPr>
              <a:t>..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30469C-275F-7346-FFE2-7A0447396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015" y="1678467"/>
            <a:ext cx="8826800" cy="460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4836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BFFB2-51EF-D2EA-DAA1-D09EC2C0A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D15E5-EC68-8C4D-CB4C-2D775415A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3477086" cy="4029666"/>
          </a:xfrm>
        </p:spPr>
        <p:txBody>
          <a:bodyPr anchor="t">
            <a:normAutofit/>
          </a:bodyPr>
          <a:lstStyle/>
          <a:p>
            <a:r>
              <a:rPr lang="es-AR"/>
              <a:t>Interpolación: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DD0AE-42FC-5BC8-9C2C-90662E1FF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Solemos dejar que las físicas  y colisiones las maneje el </a:t>
            </a:r>
            <a:r>
              <a:rPr lang="es-AR" b="1" dirty="0" err="1">
                <a:latin typeface="Grandview Display"/>
              </a:rPr>
              <a:t>owner</a:t>
            </a:r>
            <a:r>
              <a:rPr lang="es-AR" b="1" dirty="0">
                <a:latin typeface="Grandview Display"/>
              </a:rPr>
              <a:t>. Pero puede variar según requiera el juego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CF7474-785B-EC0C-8491-D1F01C4FD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11" y="2547129"/>
            <a:ext cx="10699092" cy="406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2176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22FEB9-DDC7-8AE8-CD12-7C832DF3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AE38-79AD-0EA1-B3B3-468C3A3F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3477086" cy="4029666"/>
          </a:xfrm>
        </p:spPr>
        <p:txBody>
          <a:bodyPr anchor="t">
            <a:normAutofit/>
          </a:bodyPr>
          <a:lstStyle/>
          <a:p>
            <a:r>
              <a:rPr lang="es-AR"/>
              <a:t>Interpolación: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8B751-98AE-FA3B-0B8D-B75A7C77E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En el </a:t>
            </a:r>
            <a:r>
              <a:rPr lang="es-AR" b="1" dirty="0" err="1">
                <a:latin typeface="Grandview Display"/>
              </a:rPr>
              <a:t>OnPhotonSerializeView</a:t>
            </a:r>
            <a:r>
              <a:rPr lang="es-AR" b="1" dirty="0">
                <a:latin typeface="Grandview Display"/>
              </a:rPr>
              <a:t>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579279-B517-94FD-3B1F-1E5029400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012" y="1684307"/>
            <a:ext cx="8481563" cy="488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8864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04FD58-9104-CD5D-EF70-FF1DAE198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27E06-7B0E-930E-A6EF-83E359C39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3477086" cy="4029666"/>
          </a:xfrm>
        </p:spPr>
        <p:txBody>
          <a:bodyPr anchor="t">
            <a:normAutofit/>
          </a:bodyPr>
          <a:lstStyle/>
          <a:p>
            <a:r>
              <a:rPr lang="es-AR"/>
              <a:t>Interpolación: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8F30E-B788-7139-F188-2536B6695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Y en el </a:t>
            </a:r>
            <a:r>
              <a:rPr lang="es-AR" b="1" dirty="0" err="1">
                <a:latin typeface="Grandview Display"/>
              </a:rPr>
              <a:t>FixedUpdate</a:t>
            </a:r>
            <a:r>
              <a:rPr lang="es-AR" b="1" dirty="0">
                <a:latin typeface="Grandview Display"/>
              </a:rPr>
              <a:t>...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1EDC1E-345D-FD56-56CF-8CEA702BF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43" y="2158759"/>
            <a:ext cx="11358114" cy="451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141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334A9A-62B3-361C-11AE-BED7C1A84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0A70-7777-CF75-4AB0-28BF68B5D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3477086" cy="4029666"/>
          </a:xfrm>
        </p:spPr>
        <p:txBody>
          <a:bodyPr anchor="t">
            <a:normAutofit/>
          </a:bodyPr>
          <a:lstStyle/>
          <a:p>
            <a:r>
              <a:rPr lang="es-AR"/>
              <a:t>Extrapolación: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5D27E-7C95-96F3-8102-82CDAE191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Este es otro método para mitigar el </a:t>
            </a:r>
            <a:r>
              <a:rPr lang="es-AR" b="1" dirty="0" err="1">
                <a:latin typeface="Grandview Display"/>
              </a:rPr>
              <a:t>lag</a:t>
            </a:r>
            <a:r>
              <a:rPr lang="es-AR" b="1" dirty="0">
                <a:latin typeface="Grandview Display"/>
              </a:rPr>
              <a:t> percibido por el jugador.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En este caso "adivinamos" o predecimos dónde estará el objeto basándonos en la </a:t>
            </a:r>
            <a:r>
              <a:rPr lang="es-AR" b="1" dirty="0" err="1">
                <a:latin typeface="Grandview Display"/>
              </a:rPr>
              <a:t>útima</a:t>
            </a:r>
            <a:r>
              <a:rPr lang="es-AR" b="1" dirty="0">
                <a:latin typeface="Grandview Display"/>
              </a:rPr>
              <a:t> posición y su última velocidad.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La nueva posición será la última posición recibida, sumándole la velocidad por la </a:t>
            </a:r>
            <a:r>
              <a:rPr lang="es-AR" b="1">
                <a:latin typeface="Grandview Display"/>
              </a:rPr>
              <a:t>latencia (lo que tardó en llegar el mensaje)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ED2116-3C00-282B-C47B-B5B3A0BEC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652" y="4911576"/>
            <a:ext cx="9189109" cy="140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2073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92EF63-B343-74EF-418B-3FB5FEBBD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DBBCA-F0E6-215B-B23A-17E012A71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3477086" cy="4029666"/>
          </a:xfrm>
        </p:spPr>
        <p:txBody>
          <a:bodyPr anchor="t">
            <a:normAutofit/>
          </a:bodyPr>
          <a:lstStyle/>
          <a:p>
            <a:r>
              <a:rPr lang="es-AR"/>
              <a:t>Extrapolación: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F6624-2A43-8318-0DCC-2A033C29B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Para cosas predecibles, que sabemos que no tendrán muchos cambios en su aceleración o </a:t>
            </a:r>
            <a:r>
              <a:rPr lang="es-AR" b="1">
                <a:latin typeface="Grandview Display"/>
              </a:rPr>
              <a:t>dirección, este método se ajusta perfectamente.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Sin embargo, para situaciones donde no podemos predecir lo que va a suceder, como la posición del jugador, no es tan recomendable. En esos casos tendremos correcciones bruscas cuando haya diferencias con el </a:t>
            </a:r>
            <a:r>
              <a:rPr lang="es-AR" b="1">
                <a:latin typeface="Grandview Display"/>
              </a:rPr>
              <a:t>dato recibido</a:t>
            </a:r>
            <a:r>
              <a:rPr lang="es-AR" b="1" dirty="0">
                <a:latin typeface="Grandview Display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79384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20049E-475B-6891-78E2-455D41FB0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7ED7E-71E1-8271-FB67-A899EE887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3477086" cy="4029666"/>
          </a:xfrm>
        </p:spPr>
        <p:txBody>
          <a:bodyPr anchor="t">
            <a:normAutofit/>
          </a:bodyPr>
          <a:lstStyle/>
          <a:p>
            <a:r>
              <a:rPr lang="es-AR"/>
              <a:t>Extrapolación: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90E40-2E03-C255-37C0-EA0D9330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Necesitamos enviar la velocidad, ya sea de nuestro RB, o la velocidad que </a:t>
            </a:r>
            <a:r>
              <a:rPr lang="es-AR" b="1" dirty="0" err="1">
                <a:latin typeface="Grandview Display"/>
              </a:rPr>
              <a:t>menejemos</a:t>
            </a:r>
            <a:r>
              <a:rPr lang="es-AR" b="1" dirty="0">
                <a:latin typeface="Grandview Display"/>
              </a:rPr>
              <a:t> en nuestros scripts.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D5BEB2-31AC-24BB-0A0A-4F019FF60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98" y="2261914"/>
            <a:ext cx="11473132" cy="420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143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83EB0-DD87-FC2B-814C-9F81CBD34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66CB2-C3B8-D4BA-BBF4-CF3DCE57B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3477086" cy="4029666"/>
          </a:xfrm>
        </p:spPr>
        <p:txBody>
          <a:bodyPr anchor="t">
            <a:normAutofit/>
          </a:bodyPr>
          <a:lstStyle/>
          <a:p>
            <a:r>
              <a:rPr lang="es-AR"/>
              <a:t>Extrapolación: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A3B07-CF11-344D-02A2-73168F53E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Y la extrapolación podemos hacerla en el </a:t>
            </a:r>
            <a:r>
              <a:rPr lang="es-AR" b="1" dirty="0" err="1">
                <a:latin typeface="Grandview Display"/>
              </a:rPr>
              <a:t>Update</a:t>
            </a:r>
            <a:r>
              <a:rPr lang="es-AR" b="1" dirty="0">
                <a:latin typeface="Grandview Display"/>
              </a:rPr>
              <a:t>...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EDC5E4-CC27-D588-D7D6-A1540EEC5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152" y="1921085"/>
            <a:ext cx="10477320" cy="465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2677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798AE3-EB40-E2D6-9E44-B9A4D9463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0725F-4A29-CEA4-D4F9-C508EF9E3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3477086" cy="4029666"/>
          </a:xfrm>
        </p:spPr>
        <p:txBody>
          <a:bodyPr anchor="t">
            <a:normAutofit/>
          </a:bodyPr>
          <a:lstStyle/>
          <a:p>
            <a:r>
              <a:rPr lang="es-AR"/>
              <a:t>Extrapolación: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D228D-322A-C895-BC85-D9FAD4E01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Hasta ahora todo lo que mencionamos es "Client-</a:t>
            </a:r>
            <a:r>
              <a:rPr lang="es-AR" b="1" dirty="0" err="1">
                <a:latin typeface="Grandview Display"/>
              </a:rPr>
              <a:t>Side</a:t>
            </a:r>
            <a:r>
              <a:rPr lang="es-AR" b="1" dirty="0">
                <a:latin typeface="Grandview Display"/>
              </a:rPr>
              <a:t>", o del lado del cliente.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Lo cuál no está mal porque imaginen si dependiéramos de alguien más para mover a nuestro personaje, sería </a:t>
            </a:r>
            <a:r>
              <a:rPr lang="es-AR" b="1" dirty="0" err="1">
                <a:latin typeface="Grandview Display"/>
              </a:rPr>
              <a:t>in-jugable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Por eso nosotros controlamos a nuestro </a:t>
            </a:r>
            <a:r>
              <a:rPr lang="es-AR" b="1">
                <a:latin typeface="Grandview Display"/>
              </a:rPr>
              <a:t>personaje como un "juego normal" off-line, y confiamos que la red trasmita eso de manera aceptable.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Si alguna cuestión depende del Master (o en otro entorno, del servidor) debemos aplicar esos </a:t>
            </a:r>
            <a:r>
              <a:rPr lang="es-AR" b="1">
                <a:latin typeface="Grandview Display"/>
              </a:rPr>
              <a:t>cambios.</a:t>
            </a: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6956212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237EA2-701C-BD50-5B55-68980E47C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25298-6825-DC6F-AC4D-4BEE3D701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3477086" cy="4029666"/>
          </a:xfrm>
        </p:spPr>
        <p:txBody>
          <a:bodyPr anchor="t">
            <a:normAutofit/>
          </a:bodyPr>
          <a:lstStyle/>
          <a:p>
            <a:r>
              <a:rPr lang="es-AR"/>
              <a:t>Conciliación: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E691A-01CC-9DD6-1451-3D733743B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Podemos verificar si las </a:t>
            </a:r>
            <a:r>
              <a:rPr lang="es-AR" b="1">
                <a:latin typeface="Grandview Display"/>
              </a:rPr>
              <a:t>diferencias son muy grandes, o si tenemos limitaciones de algún tipo, y decidir quién tiene la razón.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Por ejemplo, si tengo una habilidad de </a:t>
            </a:r>
            <a:r>
              <a:rPr lang="es-AR" b="1">
                <a:latin typeface="Grandview Display"/>
              </a:rPr>
              <a:t>congelar, que otro jugador me aplica.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Por supuesto voy a invalidar los inputs del usuario congelado. Pero además puedo decirle en qué posición lo </a:t>
            </a:r>
            <a:r>
              <a:rPr lang="es-AR" b="1">
                <a:latin typeface="Grandview Display"/>
              </a:rPr>
              <a:t>congelé. Para que él vuelva a esa posición.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Siempre volvemos al concepto de autoridad.</a:t>
            </a: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1558319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EE1CCD-E252-AE25-153A-39DFF632E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C991E-8620-F2DB-BB9A-00DE3404E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3477086" cy="4029666"/>
          </a:xfrm>
        </p:spPr>
        <p:txBody>
          <a:bodyPr anchor="t">
            <a:normAutofit/>
          </a:bodyPr>
          <a:lstStyle/>
          <a:p>
            <a:r>
              <a:rPr lang="es-AR"/>
              <a:t>Client </a:t>
            </a:r>
            <a:r>
              <a:rPr lang="es-AR" err="1"/>
              <a:t>Side</a:t>
            </a:r>
            <a:r>
              <a:rPr lang="es-AR"/>
              <a:t>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FF2D5-402D-C0ED-577A-A752EA3F1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Hasta ahora casi todo lo que hemos mencionado es Client </a:t>
            </a:r>
            <a:r>
              <a:rPr lang="es-AR" b="1" dirty="0" err="1">
                <a:latin typeface="Grandview Display"/>
              </a:rPr>
              <a:t>Side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Esto también tiene su propio </a:t>
            </a:r>
            <a:r>
              <a:rPr lang="es-AR" b="1" dirty="0" err="1">
                <a:latin typeface="Grandview Display"/>
              </a:rPr>
              <a:t>trade</a:t>
            </a:r>
            <a:r>
              <a:rPr lang="es-AR" b="1" dirty="0">
                <a:latin typeface="Grandview Display"/>
              </a:rPr>
              <a:t>-off.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Por un </a:t>
            </a:r>
            <a:r>
              <a:rPr lang="es-AR" b="1">
                <a:latin typeface="Grandview Display"/>
              </a:rPr>
              <a:t>lado,</a:t>
            </a:r>
            <a:r>
              <a:rPr lang="es-AR" b="1" dirty="0">
                <a:latin typeface="Grandview Display"/>
              </a:rPr>
              <a:t> es más fácil de diseñar y programar, y tenemos menos uso de la red.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Pero por otro, es de los más "fáciles" de </a:t>
            </a:r>
            <a:r>
              <a:rPr lang="es-AR" b="1">
                <a:latin typeface="Grandview Display"/>
              </a:rPr>
              <a:t>engañar. Si el cliente encuentra la forma de pisar su posición, no tenemos forma de contrastar eso, y podrá moverse a donde desee.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0410949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8BB23E-A796-C057-C9BE-49000CD8C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2BBA-AF01-E33A-B4F2-2C6037695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3477086" cy="4029666"/>
          </a:xfrm>
        </p:spPr>
        <p:txBody>
          <a:bodyPr anchor="t">
            <a:normAutofit/>
          </a:bodyPr>
          <a:lstStyle/>
          <a:p>
            <a:r>
              <a:rPr lang="es-AR" dirty="0"/>
              <a:t>Server </a:t>
            </a:r>
            <a:r>
              <a:rPr lang="es-AR" dirty="0" err="1"/>
              <a:t>Side</a:t>
            </a:r>
            <a:r>
              <a:rPr lang="es-AR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ACE1C-A7F1-D0AE-557A-2473766AB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Usando otro tipo de herramientas podremos tener un servidor que verifique la validez de los datos y corrija en casos de </a:t>
            </a:r>
            <a:r>
              <a:rPr lang="es-AR" b="1">
                <a:latin typeface="Grandview Display"/>
              </a:rPr>
              <a:t>rarezas</a:t>
            </a:r>
            <a:r>
              <a:rPr lang="es-AR" b="1" dirty="0">
                <a:latin typeface="Grandview Display"/>
              </a:rPr>
              <a:t> o inconsistencias.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Por ejemplo, para la posición. El servidor puede llevar el rastro de las posiciones todo el tiempo y si de un pulso a otro alguna varía más de lo aceptable, la </a:t>
            </a:r>
            <a:r>
              <a:rPr lang="es-AR" b="1" dirty="0" err="1">
                <a:latin typeface="Grandview Display"/>
              </a:rPr>
              <a:t>sobre-escribe</a:t>
            </a:r>
            <a:r>
              <a:rPr lang="es-AR" b="1" dirty="0">
                <a:latin typeface="Grandview Display"/>
              </a:rPr>
              <a:t> (para todos, el jugador en cuestión y para los demás).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Lo mismo puede pasar con datos importantes del juego.</a:t>
            </a: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4930770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779736-3CF1-6233-154C-AEC43421F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3B737-F522-BA36-29E1-B28DD6F65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3477086" cy="4029666"/>
          </a:xfrm>
        </p:spPr>
        <p:txBody>
          <a:bodyPr anchor="t">
            <a:normAutofit/>
          </a:bodyPr>
          <a:lstStyle/>
          <a:p>
            <a:r>
              <a:rPr lang="es-AR" dirty="0"/>
              <a:t>Master </a:t>
            </a:r>
            <a:r>
              <a:rPr lang="es-AR" dirty="0" err="1"/>
              <a:t>Side</a:t>
            </a:r>
            <a:r>
              <a:rPr lang="es-AR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B5581-AB09-78E2-FE48-61A9EBA18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Sin embargo, en PUN no contamos con un Servidor propiamente dicho para nuestro juego.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Pero si tenemos un Master Client.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Podemos delegar en él CIERTOS controles importantes </a:t>
            </a:r>
            <a:r>
              <a:rPr lang="es-AR" b="1">
                <a:latin typeface="Grandview Display"/>
              </a:rPr>
              <a:t>para nuestro juego.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No vamos a controlar la posición de 50 jugadores todo el tiempo en la máquina de un pobre jugador... Pero podemos controlarla cada x segundos, o controlar los ataques/ </a:t>
            </a:r>
            <a:r>
              <a:rPr lang="es-AR" b="1">
                <a:latin typeface="Grandview Display"/>
              </a:rPr>
              <a:t>daños, o lo que sea que sea importante para nuestro juego.</a:t>
            </a: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3950064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E9456-A8AD-5626-624C-31C7EA658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6CFDD-8D6A-256D-1F10-70C5AB019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2429336" cy="4029666"/>
          </a:xfrm>
        </p:spPr>
        <p:txBody>
          <a:bodyPr anchor="t">
            <a:normAutofit/>
          </a:bodyPr>
          <a:lstStyle/>
          <a:p>
            <a:r>
              <a:rPr lang="es-AR"/>
              <a:t>Actividad: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30C71-5F2A-95F8-7361-E0D6B6431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Vamos a tener una diana, un tiro al blanco. La misma se moverá de izquierda a derecha sobre el eje X. El encargado de moverla será el master </a:t>
            </a:r>
            <a:r>
              <a:rPr lang="es-AR" b="1" dirty="0" err="1">
                <a:latin typeface="Grandview Display"/>
              </a:rPr>
              <a:t>client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El segundo jugador que se una a la </a:t>
            </a:r>
            <a:r>
              <a:rPr lang="es-AR" b="1" dirty="0" err="1">
                <a:latin typeface="Grandview Display"/>
              </a:rPr>
              <a:t>sla</a:t>
            </a:r>
            <a:r>
              <a:rPr lang="es-AR" b="1" dirty="0">
                <a:latin typeface="Grandview Display"/>
              </a:rPr>
              <a:t> podrá disparar a la diana (</a:t>
            </a:r>
            <a:r>
              <a:rPr lang="es-AR" b="1" dirty="0" err="1">
                <a:latin typeface="Grandview Display"/>
              </a:rPr>
              <a:t>raycast</a:t>
            </a:r>
            <a:r>
              <a:rPr lang="es-AR" b="1" dirty="0">
                <a:latin typeface="Grandview Display"/>
              </a:rPr>
              <a:t> desde la cámara, instantáneo). Hagamos que tenga un </a:t>
            </a:r>
            <a:r>
              <a:rPr lang="es-AR" b="1" dirty="0" err="1">
                <a:latin typeface="Grandview Display"/>
              </a:rPr>
              <a:t>fire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rate</a:t>
            </a:r>
            <a:r>
              <a:rPr lang="es-AR" b="1" dirty="0">
                <a:latin typeface="Grandview Display"/>
              </a:rPr>
              <a:t> lento para hacer más claras las cosas.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Si le pego a la diana, la </a:t>
            </a:r>
            <a:r>
              <a:rPr lang="es-AR" b="1" err="1">
                <a:latin typeface="Grandview Display"/>
              </a:rPr>
              <a:t>deten</a:t>
            </a:r>
            <a:r>
              <a:rPr lang="es-AR" b="1" dirty="0">
                <a:latin typeface="Grandview Display"/>
              </a:rPr>
              <a:t>go y muestro las </a:t>
            </a:r>
            <a:r>
              <a:rPr lang="es-AR" b="1">
                <a:latin typeface="Grandview Display"/>
              </a:rPr>
              <a:t>coordenadas del tiro (UI para hacerlo más fácil)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7307841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7D45CC-4F08-1603-D642-25770EE8E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A100B-9496-3364-BF24-930405DFE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2429336" cy="4029666"/>
          </a:xfrm>
        </p:spPr>
        <p:txBody>
          <a:bodyPr anchor="t">
            <a:normAutofit/>
          </a:bodyPr>
          <a:lstStyle/>
          <a:p>
            <a:r>
              <a:rPr lang="es-AR"/>
              <a:t>Actividad: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59D4D-239E-FF10-D7C2-AF3AB61B2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Vamos a realizar los dos caminos.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-Interpolación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-Extrapolación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Y por otro lado. Vamos a alternar entre quien decide.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-El cliente dice dónde le pego, de manera local, y lo informa al master para que este lo muestre en pantalla.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-El master recibe el input del disparo, y dispara el ra</a:t>
            </a:r>
            <a:r>
              <a:rPr lang="es-AR" b="1">
                <a:latin typeface="Grandview Display"/>
              </a:rPr>
              <a:t>yo en la dirección indicada.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2205247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79489-D699-1962-B81C-CF09DC954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4AC47-E47A-7406-B46C-F0E76F665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2429336" cy="4029666"/>
          </a:xfrm>
        </p:spPr>
        <p:txBody>
          <a:bodyPr anchor="t">
            <a:normAutofit/>
          </a:bodyPr>
          <a:lstStyle/>
          <a:p>
            <a:r>
              <a:rPr lang="es-AR"/>
              <a:t>Actividad: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73706-5A4C-329C-134B-E1CBE766E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Veamos que pasa cuando: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-el cliente tiene alta latencia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-el master tiene alta latencia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Mostremos en pantalla la posición de la diana.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En la UI pongamos cual es la coord</a:t>
            </a:r>
            <a:r>
              <a:rPr lang="es-AR" b="1">
                <a:latin typeface="Grandview Display"/>
              </a:rPr>
              <a:t>enada X de la diana a nivel local para cada usuario.</a:t>
            </a: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9585714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049FCB-97ED-B899-3EAE-F55338DDC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14E1-8CE9-75DA-C40F-13EB53B72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29418"/>
            <a:ext cx="2429336" cy="4029666"/>
          </a:xfrm>
        </p:spPr>
        <p:txBody>
          <a:bodyPr anchor="t">
            <a:normAutofit/>
          </a:bodyPr>
          <a:lstStyle/>
          <a:p>
            <a:r>
              <a:rPr lang="es-AR"/>
              <a:t>Actividad: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B01CF-3602-B77C-4483-E3530C1B9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425" y="1037182"/>
            <a:ext cx="7369584" cy="52630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¿Qué opinan de cada una de las experiencias?</a:t>
            </a:r>
            <a:br>
              <a:rPr lang="es-AR" b="1" dirty="0">
                <a:latin typeface="Grandview Display"/>
              </a:rPr>
            </a:br>
            <a:r>
              <a:rPr lang="es-AR" b="1">
                <a:latin typeface="Grandview Display"/>
              </a:rPr>
              <a:t>¿Cuál es la más "justa" para el usuario?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¿Qué se les ocurre que podrían agregar para hacerla más "amigable" o qué tendrían en cuenta?</a:t>
            </a:r>
            <a:endParaRPr lang="es-AR" b="1" u="sng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1046167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1" baseType="lpstr">
      <vt:lpstr>Tema de Office</vt:lpstr>
      <vt:lpstr>DashVTI</vt:lpstr>
      <vt:lpstr>Juegos en Red</vt:lpstr>
      <vt:lpstr>Contenido:</vt:lpstr>
      <vt:lpstr>Red:</vt:lpstr>
      <vt:lpstr>Ancho de Banda:</vt:lpstr>
      <vt:lpstr>Tick Rate:</vt:lpstr>
      <vt:lpstr>Send Rate:</vt:lpstr>
      <vt:lpstr>Entonces:</vt:lpstr>
      <vt:lpstr>Paquetes:</vt:lpstr>
      <vt:lpstr>Paquetes:</vt:lpstr>
      <vt:lpstr>Paquetes:</vt:lpstr>
      <vt:lpstr>¿Preguntas? ¿Consultas? ¿Inquietudes?</vt:lpstr>
      <vt:lpstr>Latencia:</vt:lpstr>
      <vt:lpstr>RTT, Round Trip Time:</vt:lpstr>
      <vt:lpstr>Lag:</vt:lpstr>
      <vt:lpstr>Entonces:</vt:lpstr>
      <vt:lpstr>En PUN:</vt:lpstr>
      <vt:lpstr>En PUN:</vt:lpstr>
      <vt:lpstr>En PUN:</vt:lpstr>
      <vt:lpstr>Nota:</vt:lpstr>
      <vt:lpstr>¿Preguntas? ¿Consultas? ¿Inquietudes?</vt:lpstr>
      <vt:lpstr>Network Simulator:</vt:lpstr>
      <vt:lpstr>Network Simulator:</vt:lpstr>
      <vt:lpstr>Network Simulator:</vt:lpstr>
      <vt:lpstr>Network Simulator:</vt:lpstr>
      <vt:lpstr>Network Simulator:</vt:lpstr>
      <vt:lpstr>Network Simulator:</vt:lpstr>
      <vt:lpstr>Trilema de Netcode:</vt:lpstr>
      <vt:lpstr>Interpolación:</vt:lpstr>
      <vt:lpstr>Interpolación:</vt:lpstr>
      <vt:lpstr>Interpolación:</vt:lpstr>
      <vt:lpstr>Interpolación:</vt:lpstr>
      <vt:lpstr>Interpolación:</vt:lpstr>
      <vt:lpstr>Interpolación:</vt:lpstr>
      <vt:lpstr>Interpolación:</vt:lpstr>
      <vt:lpstr>Interpolación:</vt:lpstr>
      <vt:lpstr>Interpolación:</vt:lpstr>
      <vt:lpstr>Extrapolación:</vt:lpstr>
      <vt:lpstr>Extrapolación:</vt:lpstr>
      <vt:lpstr>Extrapolación:</vt:lpstr>
      <vt:lpstr>Extrapolación:</vt:lpstr>
      <vt:lpstr>Extrapolación:</vt:lpstr>
      <vt:lpstr>Conciliación:</vt:lpstr>
      <vt:lpstr>Client Side:</vt:lpstr>
      <vt:lpstr>Server Side:</vt:lpstr>
      <vt:lpstr>Master Side:</vt:lpstr>
      <vt:lpstr>Actividad:</vt:lpstr>
      <vt:lpstr>Actividad:</vt:lpstr>
      <vt:lpstr>Actividad:</vt:lpstr>
      <vt:lpstr>Actividad: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907</cp:revision>
  <dcterms:created xsi:type="dcterms:W3CDTF">2026-05-21T03:15:20Z</dcterms:created>
  <dcterms:modified xsi:type="dcterms:W3CDTF">2026-05-21T17:36:49Z</dcterms:modified>
</cp:coreProperties>
</file>