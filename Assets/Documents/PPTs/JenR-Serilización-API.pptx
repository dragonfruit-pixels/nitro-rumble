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8" r:id="rId3"/>
    <p:sldId id="258" r:id="rId4"/>
    <p:sldId id="272" r:id="rId5"/>
    <p:sldId id="284" r:id="rId6"/>
    <p:sldId id="287" r:id="rId7"/>
    <p:sldId id="285" r:id="rId8"/>
    <p:sldId id="286" r:id="rId9"/>
    <p:sldId id="295" r:id="rId10"/>
    <p:sldId id="288" r:id="rId11"/>
    <p:sldId id="289" r:id="rId12"/>
    <p:sldId id="290" r:id="rId13"/>
    <p:sldId id="291" r:id="rId14"/>
    <p:sldId id="283" r:id="rId15"/>
    <p:sldId id="292" r:id="rId16"/>
    <p:sldId id="294" r:id="rId17"/>
    <p:sldId id="296" r:id="rId18"/>
    <p:sldId id="297" r:id="rId19"/>
    <p:sldId id="298" r:id="rId20"/>
    <p:sldId id="293" r:id="rId21"/>
    <p:sldId id="300" r:id="rId22"/>
    <p:sldId id="301" r:id="rId23"/>
    <p:sldId id="302" r:id="rId24"/>
    <p:sldId id="303" r:id="rId25"/>
    <p:sldId id="304" r:id="rId26"/>
    <p:sldId id="299" r:id="rId27"/>
    <p:sldId id="306" r:id="rId28"/>
    <p:sldId id="307" r:id="rId29"/>
    <p:sldId id="308" r:id="rId30"/>
    <p:sldId id="309" r:id="rId31"/>
    <p:sldId id="305" r:id="rId32"/>
    <p:sldId id="311" r:id="rId33"/>
    <p:sldId id="312" r:id="rId34"/>
    <p:sldId id="313" r:id="rId35"/>
    <p:sldId id="314" r:id="rId36"/>
    <p:sldId id="315" r:id="rId37"/>
    <p:sldId id="316" r:id="rId38"/>
    <p:sldId id="317" r:id="rId39"/>
    <p:sldId id="318" r:id="rId40"/>
    <p:sldId id="319" r:id="rId41"/>
    <p:sldId id="320" r:id="rId42"/>
    <p:sldId id="310" r:id="rId43"/>
    <p:sldId id="323" r:id="rId44"/>
    <p:sldId id="324" r:id="rId45"/>
    <p:sldId id="325" r:id="rId46"/>
    <p:sldId id="326" r:id="rId47"/>
    <p:sldId id="327" r:id="rId48"/>
    <p:sldId id="328" r:id="rId49"/>
    <p:sldId id="329" r:id="rId50"/>
    <p:sldId id="330" r:id="rId51"/>
    <p:sldId id="331" r:id="rId52"/>
    <p:sldId id="332" r:id="rId53"/>
    <p:sldId id="333" r:id="rId54"/>
    <p:sldId id="334" r:id="rId55"/>
    <p:sldId id="335" r:id="rId56"/>
    <p:sldId id="337" r:id="rId57"/>
    <p:sldId id="336" r:id="rId58"/>
    <p:sldId id="338" r:id="rId59"/>
    <p:sldId id="339" r:id="rId60"/>
    <p:sldId id="321" r:id="rId6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C64DA5-CBAA-DE9B-E9E6-497ED7EA394D}" v="2415" dt="2026-05-25T00:04:20.477"/>
    <p1510:client id="{C4A3CD1C-B4C0-F7DE-9609-70D61D82CAD2}" v="4573" dt="2026-05-26T00:11:19.3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microsoft.com/office/2016/11/relationships/changesInfo" Target="changesInfos/changesInfo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microsoft.com/office/2015/10/relationships/revisionInfo" Target="revisionInfo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IMONDO NAHUEL ALEJO" userId="S::nreimondo@uade.edu.ar::6321e4ea-f963-4ffe-8417-f757321f65f7" providerId="AD" clId="Web-{A5C65932-02AC-0246-53DD-AB0FED6973CA}"/>
    <pc:docChg chg="addSld delSld modSld addMainMaster">
      <pc:chgData name="REIMONDO NAHUEL ALEJO" userId="S::nreimondo@uade.edu.ar::6321e4ea-f963-4ffe-8417-f757321f65f7" providerId="AD" clId="Web-{A5C65932-02AC-0246-53DD-AB0FED6973CA}" dt="2026-05-23T21:28:40.288" v="344" actId="20577"/>
      <pc:docMkLst>
        <pc:docMk/>
      </pc:docMkLst>
      <pc:sldChg chg="modSp add">
        <pc:chgData name="REIMONDO NAHUEL ALEJO" userId="S::nreimondo@uade.edu.ar::6321e4ea-f963-4ffe-8417-f757321f65f7" providerId="AD" clId="Web-{A5C65932-02AC-0246-53DD-AB0FED6973CA}" dt="2026-05-23T21:10:21.954" v="67" actId="20577"/>
        <pc:sldMkLst>
          <pc:docMk/>
          <pc:sldMk cId="3572092852" sldId="258"/>
        </pc:sldMkLst>
        <pc:spChg chg="mod">
          <ac:chgData name="REIMONDO NAHUEL ALEJO" userId="S::nreimondo@uade.edu.ar::6321e4ea-f963-4ffe-8417-f757321f65f7" providerId="AD" clId="Web-{A5C65932-02AC-0246-53DD-AB0FED6973CA}" dt="2026-05-23T21:10:21.954" v="67" actId="20577"/>
          <ac:spMkLst>
            <pc:docMk/>
            <pc:sldMk cId="3572092852" sldId="258"/>
            <ac:spMk id="3" creationId="{3C4E8B45-DA18-519A-D53B-F5CDCDAADE18}"/>
          </ac:spMkLst>
        </pc:spChg>
      </pc:sldChg>
      <pc:sldChg chg="modSp add">
        <pc:chgData name="REIMONDO NAHUEL ALEJO" userId="S::nreimondo@uade.edu.ar::6321e4ea-f963-4ffe-8417-f757321f65f7" providerId="AD" clId="Web-{A5C65932-02AC-0246-53DD-AB0FED6973CA}" dt="2026-05-23T21:09:13.187" v="26" actId="20577"/>
        <pc:sldMkLst>
          <pc:docMk/>
          <pc:sldMk cId="1061521144" sldId="268"/>
        </pc:sldMkLst>
        <pc:spChg chg="mod">
          <ac:chgData name="REIMONDO NAHUEL ALEJO" userId="S::nreimondo@uade.edu.ar::6321e4ea-f963-4ffe-8417-f757321f65f7" providerId="AD" clId="Web-{A5C65932-02AC-0246-53DD-AB0FED6973CA}" dt="2026-05-23T21:09:13.187" v="26" actId="20577"/>
          <ac:spMkLst>
            <pc:docMk/>
            <pc:sldMk cId="1061521144" sldId="268"/>
            <ac:spMk id="3" creationId="{00000000-0000-0000-0000-000000000000}"/>
          </ac:spMkLst>
        </pc:spChg>
      </pc:sldChg>
      <pc:sldChg chg="modSp add">
        <pc:chgData name="REIMONDO NAHUEL ALEJO" userId="S::nreimondo@uade.edu.ar::6321e4ea-f963-4ffe-8417-f757321f65f7" providerId="AD" clId="Web-{A5C65932-02AC-0246-53DD-AB0FED6973CA}" dt="2026-05-23T21:20:12.988" v="245" actId="20577"/>
        <pc:sldMkLst>
          <pc:docMk/>
          <pc:sldMk cId="2620317225" sldId="272"/>
        </pc:sldMkLst>
        <pc:spChg chg="mod">
          <ac:chgData name="REIMONDO NAHUEL ALEJO" userId="S::nreimondo@uade.edu.ar::6321e4ea-f963-4ffe-8417-f757321f65f7" providerId="AD" clId="Web-{A5C65932-02AC-0246-53DD-AB0FED6973CA}" dt="2026-05-23T21:11:20.393" v="77" actId="14100"/>
          <ac:spMkLst>
            <pc:docMk/>
            <pc:sldMk cId="2620317225" sldId="272"/>
            <ac:spMk id="2" creationId="{FE94FD30-69A4-F051-EF2D-70573467240B}"/>
          </ac:spMkLst>
        </pc:spChg>
        <pc:spChg chg="mod">
          <ac:chgData name="REIMONDO NAHUEL ALEJO" userId="S::nreimondo@uade.edu.ar::6321e4ea-f963-4ffe-8417-f757321f65f7" providerId="AD" clId="Web-{A5C65932-02AC-0246-53DD-AB0FED6973CA}" dt="2026-05-23T21:20:12.988" v="245" actId="20577"/>
          <ac:spMkLst>
            <pc:docMk/>
            <pc:sldMk cId="2620317225" sldId="272"/>
            <ac:spMk id="3" creationId="{8FA98982-91A4-7262-7295-3B0BB65C7AE4}"/>
          </ac:spMkLst>
        </pc:spChg>
      </pc:sldChg>
      <pc:sldChg chg="add">
        <pc:chgData name="REIMONDO NAHUEL ALEJO" userId="S::nreimondo@uade.edu.ar::6321e4ea-f963-4ffe-8417-f757321f65f7" providerId="AD" clId="Web-{A5C65932-02AC-0246-53DD-AB0FED6973CA}" dt="2026-05-23T21:06:32.869" v="3"/>
        <pc:sldMkLst>
          <pc:docMk/>
          <pc:sldMk cId="1660435953" sldId="283"/>
        </pc:sldMkLst>
      </pc:sldChg>
      <pc:sldChg chg="modSp add replId">
        <pc:chgData name="REIMONDO NAHUEL ALEJO" userId="S::nreimondo@uade.edu.ar::6321e4ea-f963-4ffe-8417-f757321f65f7" providerId="AD" clId="Web-{A5C65932-02AC-0246-53DD-AB0FED6973CA}" dt="2026-05-23T21:28:29.037" v="340" actId="20577"/>
        <pc:sldMkLst>
          <pc:docMk/>
          <pc:sldMk cId="1459352865" sldId="284"/>
        </pc:sldMkLst>
        <pc:spChg chg="mod">
          <ac:chgData name="REIMONDO NAHUEL ALEJO" userId="S::nreimondo@uade.edu.ar::6321e4ea-f963-4ffe-8417-f757321f65f7" providerId="AD" clId="Web-{A5C65932-02AC-0246-53DD-AB0FED6973CA}" dt="2026-05-23T21:28:29.037" v="340" actId="20577"/>
          <ac:spMkLst>
            <pc:docMk/>
            <pc:sldMk cId="1459352865" sldId="284"/>
            <ac:spMk id="3" creationId="{D9103078-BA69-0716-61FD-28227B902E8B}"/>
          </ac:spMkLst>
        </pc:spChg>
      </pc:sldChg>
      <pc:sldChg chg="modSp add replId">
        <pc:chgData name="REIMONDO NAHUEL ALEJO" userId="S::nreimondo@uade.edu.ar::6321e4ea-f963-4ffe-8417-f757321f65f7" providerId="AD" clId="Web-{A5C65932-02AC-0246-53DD-AB0FED6973CA}" dt="2026-05-23T21:28:40.288" v="344" actId="20577"/>
        <pc:sldMkLst>
          <pc:docMk/>
          <pc:sldMk cId="1903913686" sldId="285"/>
        </pc:sldMkLst>
        <pc:spChg chg="mod">
          <ac:chgData name="REIMONDO NAHUEL ALEJO" userId="S::nreimondo@uade.edu.ar::6321e4ea-f963-4ffe-8417-f757321f65f7" providerId="AD" clId="Web-{A5C65932-02AC-0246-53DD-AB0FED6973CA}" dt="2026-05-23T21:28:34.022" v="342" actId="20577"/>
          <ac:spMkLst>
            <pc:docMk/>
            <pc:sldMk cId="1903913686" sldId="285"/>
            <ac:spMk id="2" creationId="{38F1823D-4110-6607-D28A-A72A728D561B}"/>
          </ac:spMkLst>
        </pc:spChg>
        <pc:spChg chg="mod">
          <ac:chgData name="REIMONDO NAHUEL ALEJO" userId="S::nreimondo@uade.edu.ar::6321e4ea-f963-4ffe-8417-f757321f65f7" providerId="AD" clId="Web-{A5C65932-02AC-0246-53DD-AB0FED6973CA}" dt="2026-05-23T21:28:40.288" v="344" actId="20577"/>
          <ac:spMkLst>
            <pc:docMk/>
            <pc:sldMk cId="1903913686" sldId="285"/>
            <ac:spMk id="3" creationId="{4B909230-4795-874A-8D38-4D1FB68E28F6}"/>
          </ac:spMkLst>
        </pc:spChg>
      </pc:sldChg>
      <pc:sldMasterChg chg="add addSldLayout">
        <pc:chgData name="REIMONDO NAHUEL ALEJO" userId="S::nreimondo@uade.edu.ar::6321e4ea-f963-4ffe-8417-f757321f65f7" providerId="AD" clId="Web-{A5C65932-02AC-0246-53DD-AB0FED6973CA}" dt="2026-05-23T21:06:32.807" v="0"/>
        <pc:sldMasterMkLst>
          <pc:docMk/>
          <pc:sldMasterMk cId="4091618591" sldId="2147483660"/>
        </pc:sldMasterMkLst>
        <pc:sldLayoutChg chg="add">
          <pc:chgData name="REIMONDO NAHUEL ALEJO" userId="S::nreimondo@uade.edu.ar::6321e4ea-f963-4ffe-8417-f757321f65f7" providerId="AD" clId="Web-{A5C65932-02AC-0246-53DD-AB0FED6973CA}" dt="2026-05-23T21:06:32.807" v="0"/>
          <pc:sldLayoutMkLst>
            <pc:docMk/>
            <pc:sldMasterMk cId="4091618591" sldId="2147483660"/>
            <pc:sldLayoutMk cId="583372267" sldId="2147483661"/>
          </pc:sldLayoutMkLst>
        </pc:sldLayoutChg>
        <pc:sldLayoutChg chg="add">
          <pc:chgData name="REIMONDO NAHUEL ALEJO" userId="S::nreimondo@uade.edu.ar::6321e4ea-f963-4ffe-8417-f757321f65f7" providerId="AD" clId="Web-{A5C65932-02AC-0246-53DD-AB0FED6973CA}" dt="2026-05-23T21:06:32.807" v="0"/>
          <pc:sldLayoutMkLst>
            <pc:docMk/>
            <pc:sldMasterMk cId="4091618591" sldId="2147483660"/>
            <pc:sldLayoutMk cId="2514837126" sldId="2147483662"/>
          </pc:sldLayoutMkLst>
        </pc:sldLayoutChg>
        <pc:sldLayoutChg chg="add">
          <pc:chgData name="REIMONDO NAHUEL ALEJO" userId="S::nreimondo@uade.edu.ar::6321e4ea-f963-4ffe-8417-f757321f65f7" providerId="AD" clId="Web-{A5C65932-02AC-0246-53DD-AB0FED6973CA}" dt="2026-05-23T21:06:32.807" v="0"/>
          <pc:sldLayoutMkLst>
            <pc:docMk/>
            <pc:sldMasterMk cId="4091618591" sldId="2147483660"/>
            <pc:sldLayoutMk cId="1195217195" sldId="2147483663"/>
          </pc:sldLayoutMkLst>
        </pc:sldLayoutChg>
        <pc:sldLayoutChg chg="add">
          <pc:chgData name="REIMONDO NAHUEL ALEJO" userId="S::nreimondo@uade.edu.ar::6321e4ea-f963-4ffe-8417-f757321f65f7" providerId="AD" clId="Web-{A5C65932-02AC-0246-53DD-AB0FED6973CA}" dt="2026-05-23T21:06:32.807" v="0"/>
          <pc:sldLayoutMkLst>
            <pc:docMk/>
            <pc:sldMasterMk cId="4091618591" sldId="2147483660"/>
            <pc:sldLayoutMk cId="1111033124" sldId="2147483664"/>
          </pc:sldLayoutMkLst>
        </pc:sldLayoutChg>
        <pc:sldLayoutChg chg="add">
          <pc:chgData name="REIMONDO NAHUEL ALEJO" userId="S::nreimondo@uade.edu.ar::6321e4ea-f963-4ffe-8417-f757321f65f7" providerId="AD" clId="Web-{A5C65932-02AC-0246-53DD-AB0FED6973CA}" dt="2026-05-23T21:06:32.807" v="0"/>
          <pc:sldLayoutMkLst>
            <pc:docMk/>
            <pc:sldMasterMk cId="4091618591" sldId="2147483660"/>
            <pc:sldLayoutMk cId="1150684844" sldId="2147483665"/>
          </pc:sldLayoutMkLst>
        </pc:sldLayoutChg>
        <pc:sldLayoutChg chg="add">
          <pc:chgData name="REIMONDO NAHUEL ALEJO" userId="S::nreimondo@uade.edu.ar::6321e4ea-f963-4ffe-8417-f757321f65f7" providerId="AD" clId="Web-{A5C65932-02AC-0246-53DD-AB0FED6973CA}" dt="2026-05-23T21:06:32.807" v="0"/>
          <pc:sldLayoutMkLst>
            <pc:docMk/>
            <pc:sldMasterMk cId="4091618591" sldId="2147483660"/>
            <pc:sldLayoutMk cId="3234067899" sldId="2147483666"/>
          </pc:sldLayoutMkLst>
        </pc:sldLayoutChg>
        <pc:sldLayoutChg chg="add">
          <pc:chgData name="REIMONDO NAHUEL ALEJO" userId="S::nreimondo@uade.edu.ar::6321e4ea-f963-4ffe-8417-f757321f65f7" providerId="AD" clId="Web-{A5C65932-02AC-0246-53DD-AB0FED6973CA}" dt="2026-05-23T21:06:32.807" v="0"/>
          <pc:sldLayoutMkLst>
            <pc:docMk/>
            <pc:sldMasterMk cId="4091618591" sldId="2147483660"/>
            <pc:sldLayoutMk cId="2812389127" sldId="2147483667"/>
          </pc:sldLayoutMkLst>
        </pc:sldLayoutChg>
        <pc:sldLayoutChg chg="add">
          <pc:chgData name="REIMONDO NAHUEL ALEJO" userId="S::nreimondo@uade.edu.ar::6321e4ea-f963-4ffe-8417-f757321f65f7" providerId="AD" clId="Web-{A5C65932-02AC-0246-53DD-AB0FED6973CA}" dt="2026-05-23T21:06:32.807" v="0"/>
          <pc:sldLayoutMkLst>
            <pc:docMk/>
            <pc:sldMasterMk cId="4091618591" sldId="2147483660"/>
            <pc:sldLayoutMk cId="139312560" sldId="2147483668"/>
          </pc:sldLayoutMkLst>
        </pc:sldLayoutChg>
        <pc:sldLayoutChg chg="add">
          <pc:chgData name="REIMONDO NAHUEL ALEJO" userId="S::nreimondo@uade.edu.ar::6321e4ea-f963-4ffe-8417-f757321f65f7" providerId="AD" clId="Web-{A5C65932-02AC-0246-53DD-AB0FED6973CA}" dt="2026-05-23T21:06:32.807" v="0"/>
          <pc:sldLayoutMkLst>
            <pc:docMk/>
            <pc:sldMasterMk cId="4091618591" sldId="2147483660"/>
            <pc:sldLayoutMk cId="462536072" sldId="2147483669"/>
          </pc:sldLayoutMkLst>
        </pc:sldLayoutChg>
        <pc:sldLayoutChg chg="add">
          <pc:chgData name="REIMONDO NAHUEL ALEJO" userId="S::nreimondo@uade.edu.ar::6321e4ea-f963-4ffe-8417-f757321f65f7" providerId="AD" clId="Web-{A5C65932-02AC-0246-53DD-AB0FED6973CA}" dt="2026-05-23T21:06:32.807" v="0"/>
          <pc:sldLayoutMkLst>
            <pc:docMk/>
            <pc:sldMasterMk cId="4091618591" sldId="2147483660"/>
            <pc:sldLayoutMk cId="3896447101" sldId="2147483670"/>
          </pc:sldLayoutMkLst>
        </pc:sldLayoutChg>
        <pc:sldLayoutChg chg="add">
          <pc:chgData name="REIMONDO NAHUEL ALEJO" userId="S::nreimondo@uade.edu.ar::6321e4ea-f963-4ffe-8417-f757321f65f7" providerId="AD" clId="Web-{A5C65932-02AC-0246-53DD-AB0FED6973CA}" dt="2026-05-23T21:06:32.807" v="0"/>
          <pc:sldLayoutMkLst>
            <pc:docMk/>
            <pc:sldMasterMk cId="4091618591" sldId="2147483660"/>
            <pc:sldLayoutMk cId="4019616996" sldId="2147483671"/>
          </pc:sldLayoutMkLst>
        </pc:sldLayoutChg>
      </pc:sldMasterChg>
    </pc:docChg>
  </pc:docChgLst>
  <pc:docChgLst>
    <pc:chgData name="REIMONDO NAHUEL ALEJO" userId="S::nreimondo@uade.edu.ar::6321e4ea-f963-4ffe-8417-f757321f65f7" providerId="AD" clId="Web-{C4A3CD1C-B4C0-F7DE-9609-70D61D82CAD2}"/>
    <pc:docChg chg="addSld delSld modSld sldOrd">
      <pc:chgData name="REIMONDO NAHUEL ALEJO" userId="S::nreimondo@uade.edu.ar::6321e4ea-f963-4ffe-8417-f757321f65f7" providerId="AD" clId="Web-{C4A3CD1C-B4C0-F7DE-9609-70D61D82CAD2}" dt="2026-05-26T00:11:19.322" v="4562" actId="20577"/>
      <pc:docMkLst>
        <pc:docMk/>
      </pc:docMkLst>
      <pc:sldChg chg="modSp">
        <pc:chgData name="REIMONDO NAHUEL ALEJO" userId="S::nreimondo@uade.edu.ar::6321e4ea-f963-4ffe-8417-f757321f65f7" providerId="AD" clId="Web-{C4A3CD1C-B4C0-F7DE-9609-70D61D82CAD2}" dt="2026-05-25T21:17:59.528" v="2045" actId="20577"/>
        <pc:sldMkLst>
          <pc:docMk/>
          <pc:sldMk cId="3572092852" sldId="258"/>
        </pc:sldMkLst>
        <pc:spChg chg="mod">
          <ac:chgData name="REIMONDO NAHUEL ALEJO" userId="S::nreimondo@uade.edu.ar::6321e4ea-f963-4ffe-8417-f757321f65f7" providerId="AD" clId="Web-{C4A3CD1C-B4C0-F7DE-9609-70D61D82CAD2}" dt="2026-05-25T21:17:59.528" v="2045" actId="20577"/>
          <ac:spMkLst>
            <pc:docMk/>
            <pc:sldMk cId="3572092852" sldId="258"/>
            <ac:spMk id="3" creationId="{3C4E8B45-DA18-519A-D53B-F5CDCDAADE18}"/>
          </ac:spMkLst>
        </pc:spChg>
      </pc:sldChg>
      <pc:sldChg chg="modSp">
        <pc:chgData name="REIMONDO NAHUEL ALEJO" userId="S::nreimondo@uade.edu.ar::6321e4ea-f963-4ffe-8417-f757321f65f7" providerId="AD" clId="Web-{C4A3CD1C-B4C0-F7DE-9609-70D61D82CAD2}" dt="2026-05-25T16:41:10.462" v="327" actId="20577"/>
        <pc:sldMkLst>
          <pc:docMk/>
          <pc:sldMk cId="3585567498" sldId="304"/>
        </pc:sldMkLst>
        <pc:spChg chg="mod">
          <ac:chgData name="REIMONDO NAHUEL ALEJO" userId="S::nreimondo@uade.edu.ar::6321e4ea-f963-4ffe-8417-f757321f65f7" providerId="AD" clId="Web-{C4A3CD1C-B4C0-F7DE-9609-70D61D82CAD2}" dt="2026-05-25T16:36:06.813" v="5" actId="14100"/>
          <ac:spMkLst>
            <pc:docMk/>
            <pc:sldMk cId="3585567498" sldId="304"/>
            <ac:spMk id="2" creationId="{ECBC5CD9-4DD6-969E-40B6-0F85CCD5D648}"/>
          </ac:spMkLst>
        </pc:spChg>
        <pc:spChg chg="mod">
          <ac:chgData name="REIMONDO NAHUEL ALEJO" userId="S::nreimondo@uade.edu.ar::6321e4ea-f963-4ffe-8417-f757321f65f7" providerId="AD" clId="Web-{C4A3CD1C-B4C0-F7DE-9609-70D61D82CAD2}" dt="2026-05-25T16:41:10.462" v="327" actId="20577"/>
          <ac:spMkLst>
            <pc:docMk/>
            <pc:sldMk cId="3585567498" sldId="304"/>
            <ac:spMk id="3" creationId="{B5A73B8A-907C-8BCF-D384-05979BEABD16}"/>
          </ac:spMkLst>
        </pc:spChg>
      </pc:sldChg>
      <pc:sldChg chg="add replId">
        <pc:chgData name="REIMONDO NAHUEL ALEJO" userId="S::nreimondo@uade.edu.ar::6321e4ea-f963-4ffe-8417-f757321f65f7" providerId="AD" clId="Web-{C4A3CD1C-B4C0-F7DE-9609-70D61D82CAD2}" dt="2026-05-25T16:41:15.587" v="328"/>
        <pc:sldMkLst>
          <pc:docMk/>
          <pc:sldMk cId="3217374684" sldId="305"/>
        </pc:sldMkLst>
      </pc:sldChg>
      <pc:sldChg chg="modSp add ord replId">
        <pc:chgData name="REIMONDO NAHUEL ALEJO" userId="S::nreimondo@uade.edu.ar::6321e4ea-f963-4ffe-8417-f757321f65f7" providerId="AD" clId="Web-{C4A3CD1C-B4C0-F7DE-9609-70D61D82CAD2}" dt="2026-05-25T16:42:53.246" v="460" actId="20577"/>
        <pc:sldMkLst>
          <pc:docMk/>
          <pc:sldMk cId="3965707641" sldId="306"/>
        </pc:sldMkLst>
        <pc:spChg chg="mod">
          <ac:chgData name="REIMONDO NAHUEL ALEJO" userId="S::nreimondo@uade.edu.ar::6321e4ea-f963-4ffe-8417-f757321f65f7" providerId="AD" clId="Web-{C4A3CD1C-B4C0-F7DE-9609-70D61D82CAD2}" dt="2026-05-25T16:41:37.228" v="335" actId="14100"/>
          <ac:spMkLst>
            <pc:docMk/>
            <pc:sldMk cId="3965707641" sldId="306"/>
            <ac:spMk id="2" creationId="{C2B89A7F-82F5-BA7B-0CBC-EA52B4688995}"/>
          </ac:spMkLst>
        </pc:spChg>
        <pc:spChg chg="mod">
          <ac:chgData name="REIMONDO NAHUEL ALEJO" userId="S::nreimondo@uade.edu.ar::6321e4ea-f963-4ffe-8417-f757321f65f7" providerId="AD" clId="Web-{C4A3CD1C-B4C0-F7DE-9609-70D61D82CAD2}" dt="2026-05-25T16:42:53.246" v="460" actId="20577"/>
          <ac:spMkLst>
            <pc:docMk/>
            <pc:sldMk cId="3965707641" sldId="306"/>
            <ac:spMk id="3" creationId="{FD2F343C-50D0-4894-1E12-4BEC036AA017}"/>
          </ac:spMkLst>
        </pc:spChg>
      </pc:sldChg>
      <pc:sldChg chg="modSp add replId">
        <pc:chgData name="REIMONDO NAHUEL ALEJO" userId="S::nreimondo@uade.edu.ar::6321e4ea-f963-4ffe-8417-f757321f65f7" providerId="AD" clId="Web-{C4A3CD1C-B4C0-F7DE-9609-70D61D82CAD2}" dt="2026-05-25T16:54:06.118" v="741" actId="20577"/>
        <pc:sldMkLst>
          <pc:docMk/>
          <pc:sldMk cId="2009832030" sldId="307"/>
        </pc:sldMkLst>
        <pc:spChg chg="mod">
          <ac:chgData name="REIMONDO NAHUEL ALEJO" userId="S::nreimondo@uade.edu.ar::6321e4ea-f963-4ffe-8417-f757321f65f7" providerId="AD" clId="Web-{C4A3CD1C-B4C0-F7DE-9609-70D61D82CAD2}" dt="2026-05-25T16:46:12.141" v="466" actId="20577"/>
          <ac:spMkLst>
            <pc:docMk/>
            <pc:sldMk cId="2009832030" sldId="307"/>
            <ac:spMk id="2" creationId="{5CDD9390-58C6-9BF5-F2DC-E5E6278D38C3}"/>
          </ac:spMkLst>
        </pc:spChg>
        <pc:spChg chg="mod">
          <ac:chgData name="REIMONDO NAHUEL ALEJO" userId="S::nreimondo@uade.edu.ar::6321e4ea-f963-4ffe-8417-f757321f65f7" providerId="AD" clId="Web-{C4A3CD1C-B4C0-F7DE-9609-70D61D82CAD2}" dt="2026-05-25T16:54:06.118" v="741" actId="20577"/>
          <ac:spMkLst>
            <pc:docMk/>
            <pc:sldMk cId="2009832030" sldId="307"/>
            <ac:spMk id="3" creationId="{ED338191-128F-2A9E-9624-CE5B37CDFAB2}"/>
          </ac:spMkLst>
        </pc:spChg>
      </pc:sldChg>
      <pc:sldChg chg="modSp add replId">
        <pc:chgData name="REIMONDO NAHUEL ALEJO" userId="S::nreimondo@uade.edu.ar::6321e4ea-f963-4ffe-8417-f757321f65f7" providerId="AD" clId="Web-{C4A3CD1C-B4C0-F7DE-9609-70D61D82CAD2}" dt="2026-05-25T17:03:13.585" v="829" actId="20577"/>
        <pc:sldMkLst>
          <pc:docMk/>
          <pc:sldMk cId="2424725160" sldId="308"/>
        </pc:sldMkLst>
        <pc:spChg chg="mod">
          <ac:chgData name="REIMONDO NAHUEL ALEJO" userId="S::nreimondo@uade.edu.ar::6321e4ea-f963-4ffe-8417-f757321f65f7" providerId="AD" clId="Web-{C4A3CD1C-B4C0-F7DE-9609-70D61D82CAD2}" dt="2026-05-25T17:03:13.585" v="829" actId="20577"/>
          <ac:spMkLst>
            <pc:docMk/>
            <pc:sldMk cId="2424725160" sldId="308"/>
            <ac:spMk id="3" creationId="{EE7E84F9-4A1B-B0C6-ABDB-DBE4E1AA6924}"/>
          </ac:spMkLst>
        </pc:spChg>
      </pc:sldChg>
      <pc:sldChg chg="modSp add replId">
        <pc:chgData name="REIMONDO NAHUEL ALEJO" userId="S::nreimondo@uade.edu.ar::6321e4ea-f963-4ffe-8417-f757321f65f7" providerId="AD" clId="Web-{C4A3CD1C-B4C0-F7DE-9609-70D61D82CAD2}" dt="2026-05-25T17:07:02.130" v="1047" actId="20577"/>
        <pc:sldMkLst>
          <pc:docMk/>
          <pc:sldMk cId="1800247260" sldId="309"/>
        </pc:sldMkLst>
        <pc:spChg chg="mod">
          <ac:chgData name="REIMONDO NAHUEL ALEJO" userId="S::nreimondo@uade.edu.ar::6321e4ea-f963-4ffe-8417-f757321f65f7" providerId="AD" clId="Web-{C4A3CD1C-B4C0-F7DE-9609-70D61D82CAD2}" dt="2026-05-25T17:03:38.978" v="850" actId="14100"/>
          <ac:spMkLst>
            <pc:docMk/>
            <pc:sldMk cId="1800247260" sldId="309"/>
            <ac:spMk id="2" creationId="{EC0AC576-8ABE-B709-144A-EBC9B788DAB9}"/>
          </ac:spMkLst>
        </pc:spChg>
        <pc:spChg chg="mod">
          <ac:chgData name="REIMONDO NAHUEL ALEJO" userId="S::nreimondo@uade.edu.ar::6321e4ea-f963-4ffe-8417-f757321f65f7" providerId="AD" clId="Web-{C4A3CD1C-B4C0-F7DE-9609-70D61D82CAD2}" dt="2026-05-25T17:07:02.130" v="1047" actId="20577"/>
          <ac:spMkLst>
            <pc:docMk/>
            <pc:sldMk cId="1800247260" sldId="309"/>
            <ac:spMk id="3" creationId="{6156A5D1-4986-18E7-E709-49151C980E6E}"/>
          </ac:spMkLst>
        </pc:spChg>
      </pc:sldChg>
      <pc:sldChg chg="add replId">
        <pc:chgData name="REIMONDO NAHUEL ALEJO" userId="S::nreimondo@uade.edu.ar::6321e4ea-f963-4ffe-8417-f757321f65f7" providerId="AD" clId="Web-{C4A3CD1C-B4C0-F7DE-9609-70D61D82CAD2}" dt="2026-05-25T17:07:10.303" v="1048"/>
        <pc:sldMkLst>
          <pc:docMk/>
          <pc:sldMk cId="727839246" sldId="310"/>
        </pc:sldMkLst>
      </pc:sldChg>
      <pc:sldChg chg="addSp delSp modSp add replId">
        <pc:chgData name="REIMONDO NAHUEL ALEJO" userId="S::nreimondo@uade.edu.ar::6321e4ea-f963-4ffe-8417-f757321f65f7" providerId="AD" clId="Web-{C4A3CD1C-B4C0-F7DE-9609-70D61D82CAD2}" dt="2026-05-25T17:12:13.423" v="1359" actId="20577"/>
        <pc:sldMkLst>
          <pc:docMk/>
          <pc:sldMk cId="2004079247" sldId="311"/>
        </pc:sldMkLst>
        <pc:spChg chg="mod">
          <ac:chgData name="REIMONDO NAHUEL ALEJO" userId="S::nreimondo@uade.edu.ar::6321e4ea-f963-4ffe-8417-f757321f65f7" providerId="AD" clId="Web-{C4A3CD1C-B4C0-F7DE-9609-70D61D82CAD2}" dt="2026-05-25T17:07:22.428" v="1051" actId="14100"/>
          <ac:spMkLst>
            <pc:docMk/>
            <pc:sldMk cId="2004079247" sldId="311"/>
            <ac:spMk id="2" creationId="{C4BFC5AE-47FB-D03A-3B75-F1DC233C20BE}"/>
          </ac:spMkLst>
        </pc:spChg>
        <pc:spChg chg="mod">
          <ac:chgData name="REIMONDO NAHUEL ALEJO" userId="S::nreimondo@uade.edu.ar::6321e4ea-f963-4ffe-8417-f757321f65f7" providerId="AD" clId="Web-{C4A3CD1C-B4C0-F7DE-9609-70D61D82CAD2}" dt="2026-05-25T17:12:13.423" v="1359" actId="20577"/>
          <ac:spMkLst>
            <pc:docMk/>
            <pc:sldMk cId="2004079247" sldId="311"/>
            <ac:spMk id="3" creationId="{CF0B426B-E937-8D4C-3CC3-2DC848D12FCB}"/>
          </ac:spMkLst>
        </pc:spChg>
        <pc:picChg chg="add del mod">
          <ac:chgData name="REIMONDO NAHUEL ALEJO" userId="S::nreimondo@uade.edu.ar::6321e4ea-f963-4ffe-8417-f757321f65f7" providerId="AD" clId="Web-{C4A3CD1C-B4C0-F7DE-9609-70D61D82CAD2}" dt="2026-05-25T17:10:41.795" v="1230"/>
          <ac:picMkLst>
            <pc:docMk/>
            <pc:sldMk cId="2004079247" sldId="311"/>
            <ac:picMk id="4" creationId="{25442A0A-BB04-8C91-5D9F-A91CAA9D392B}"/>
          </ac:picMkLst>
        </pc:picChg>
      </pc:sldChg>
      <pc:sldChg chg="add replId">
        <pc:chgData name="REIMONDO NAHUEL ALEJO" userId="S::nreimondo@uade.edu.ar::6321e4ea-f963-4ffe-8417-f757321f65f7" providerId="AD" clId="Web-{C4A3CD1C-B4C0-F7DE-9609-70D61D82CAD2}" dt="2026-05-25T17:10:38.920" v="1229"/>
        <pc:sldMkLst>
          <pc:docMk/>
          <pc:sldMk cId="1573783096" sldId="312"/>
        </pc:sldMkLst>
      </pc:sldChg>
      <pc:sldChg chg="addSp delSp modSp add replId">
        <pc:chgData name="REIMONDO NAHUEL ALEJO" userId="S::nreimondo@uade.edu.ar::6321e4ea-f963-4ffe-8417-f757321f65f7" providerId="AD" clId="Web-{C4A3CD1C-B4C0-F7DE-9609-70D61D82CAD2}" dt="2026-05-25T17:14:00.317" v="1453" actId="20577"/>
        <pc:sldMkLst>
          <pc:docMk/>
          <pc:sldMk cId="3794589396" sldId="313"/>
        </pc:sldMkLst>
        <pc:spChg chg="mod">
          <ac:chgData name="REIMONDO NAHUEL ALEJO" userId="S::nreimondo@uade.edu.ar::6321e4ea-f963-4ffe-8417-f757321f65f7" providerId="AD" clId="Web-{C4A3CD1C-B4C0-F7DE-9609-70D61D82CAD2}" dt="2026-05-25T17:14:00.317" v="1453" actId="20577"/>
          <ac:spMkLst>
            <pc:docMk/>
            <pc:sldMk cId="3794589396" sldId="313"/>
            <ac:spMk id="3" creationId="{87AB6644-5ADF-5B93-FD39-AAE35A77C18B}"/>
          </ac:spMkLst>
        </pc:spChg>
        <pc:picChg chg="del">
          <ac:chgData name="REIMONDO NAHUEL ALEJO" userId="S::nreimondo@uade.edu.ar::6321e4ea-f963-4ffe-8417-f757321f65f7" providerId="AD" clId="Web-{C4A3CD1C-B4C0-F7DE-9609-70D61D82CAD2}" dt="2026-05-25T17:12:49.096" v="1361"/>
          <ac:picMkLst>
            <pc:docMk/>
            <pc:sldMk cId="3794589396" sldId="313"/>
            <ac:picMk id="4" creationId="{8075AC31-9047-E16D-8AC9-F6F808DC9985}"/>
          </ac:picMkLst>
        </pc:picChg>
        <pc:picChg chg="add mod">
          <ac:chgData name="REIMONDO NAHUEL ALEJO" userId="S::nreimondo@uade.edu.ar::6321e4ea-f963-4ffe-8417-f757321f65f7" providerId="AD" clId="Web-{C4A3CD1C-B4C0-F7DE-9609-70D61D82CAD2}" dt="2026-05-25T17:12:59.893" v="1364" actId="14100"/>
          <ac:picMkLst>
            <pc:docMk/>
            <pc:sldMk cId="3794589396" sldId="313"/>
            <ac:picMk id="5" creationId="{8C94BD4E-20A8-B22F-781D-FFA7E56AF5F5}"/>
          </ac:picMkLst>
        </pc:picChg>
      </pc:sldChg>
      <pc:sldChg chg="addSp delSp modSp add replId">
        <pc:chgData name="REIMONDO NAHUEL ALEJO" userId="S::nreimondo@uade.edu.ar::6321e4ea-f963-4ffe-8417-f757321f65f7" providerId="AD" clId="Web-{C4A3CD1C-B4C0-F7DE-9609-70D61D82CAD2}" dt="2026-05-25T17:14:49.193" v="1499" actId="14100"/>
        <pc:sldMkLst>
          <pc:docMk/>
          <pc:sldMk cId="3242091377" sldId="314"/>
        </pc:sldMkLst>
        <pc:spChg chg="mod">
          <ac:chgData name="REIMONDO NAHUEL ALEJO" userId="S::nreimondo@uade.edu.ar::6321e4ea-f963-4ffe-8417-f757321f65f7" providerId="AD" clId="Web-{C4A3CD1C-B4C0-F7DE-9609-70D61D82CAD2}" dt="2026-05-25T17:14:30.005" v="1495" actId="20577"/>
          <ac:spMkLst>
            <pc:docMk/>
            <pc:sldMk cId="3242091377" sldId="314"/>
            <ac:spMk id="3" creationId="{57A625E5-C2B2-3A33-67F1-6BF0C8764EF7}"/>
          </ac:spMkLst>
        </pc:spChg>
        <pc:picChg chg="add mod">
          <ac:chgData name="REIMONDO NAHUEL ALEJO" userId="S::nreimondo@uade.edu.ar::6321e4ea-f963-4ffe-8417-f757321f65f7" providerId="AD" clId="Web-{C4A3CD1C-B4C0-F7DE-9609-70D61D82CAD2}" dt="2026-05-25T17:14:49.193" v="1499" actId="14100"/>
          <ac:picMkLst>
            <pc:docMk/>
            <pc:sldMk cId="3242091377" sldId="314"/>
            <ac:picMk id="4" creationId="{52F64A7E-9249-E5BD-B3B0-89F5B94A3984}"/>
          </ac:picMkLst>
        </pc:picChg>
        <pc:picChg chg="del">
          <ac:chgData name="REIMONDO NAHUEL ALEJO" userId="S::nreimondo@uade.edu.ar::6321e4ea-f963-4ffe-8417-f757321f65f7" providerId="AD" clId="Web-{C4A3CD1C-B4C0-F7DE-9609-70D61D82CAD2}" dt="2026-05-25T17:14:32.255" v="1496"/>
          <ac:picMkLst>
            <pc:docMk/>
            <pc:sldMk cId="3242091377" sldId="314"/>
            <ac:picMk id="5" creationId="{289A82D5-D84B-BA43-0F62-AED37353B8D4}"/>
          </ac:picMkLst>
        </pc:picChg>
      </pc:sldChg>
      <pc:sldChg chg="delSp modSp add replId">
        <pc:chgData name="REIMONDO NAHUEL ALEJO" userId="S::nreimondo@uade.edu.ar::6321e4ea-f963-4ffe-8417-f757321f65f7" providerId="AD" clId="Web-{C4A3CD1C-B4C0-F7DE-9609-70D61D82CAD2}" dt="2026-05-25T17:17:35.854" v="1621" actId="20577"/>
        <pc:sldMkLst>
          <pc:docMk/>
          <pc:sldMk cId="3889219265" sldId="315"/>
        </pc:sldMkLst>
        <pc:spChg chg="mod">
          <ac:chgData name="REIMONDO NAHUEL ALEJO" userId="S::nreimondo@uade.edu.ar::6321e4ea-f963-4ffe-8417-f757321f65f7" providerId="AD" clId="Web-{C4A3CD1C-B4C0-F7DE-9609-70D61D82CAD2}" dt="2026-05-25T17:15:49.679" v="1521" actId="20577"/>
          <ac:spMkLst>
            <pc:docMk/>
            <pc:sldMk cId="3889219265" sldId="315"/>
            <ac:spMk id="2" creationId="{85F1F0E5-DCD3-D2E1-2FE9-D30F2795EC86}"/>
          </ac:spMkLst>
        </pc:spChg>
        <pc:spChg chg="mod">
          <ac:chgData name="REIMONDO NAHUEL ALEJO" userId="S::nreimondo@uade.edu.ar::6321e4ea-f963-4ffe-8417-f757321f65f7" providerId="AD" clId="Web-{C4A3CD1C-B4C0-F7DE-9609-70D61D82CAD2}" dt="2026-05-25T17:17:35.854" v="1621" actId="20577"/>
          <ac:spMkLst>
            <pc:docMk/>
            <pc:sldMk cId="3889219265" sldId="315"/>
            <ac:spMk id="3" creationId="{16B95679-4B62-991C-99DA-9B82D5D57769}"/>
          </ac:spMkLst>
        </pc:spChg>
        <pc:picChg chg="del">
          <ac:chgData name="REIMONDO NAHUEL ALEJO" userId="S::nreimondo@uade.edu.ar::6321e4ea-f963-4ffe-8417-f757321f65f7" providerId="AD" clId="Web-{C4A3CD1C-B4C0-F7DE-9609-70D61D82CAD2}" dt="2026-05-25T17:15:33.929" v="1501"/>
          <ac:picMkLst>
            <pc:docMk/>
            <pc:sldMk cId="3889219265" sldId="315"/>
            <ac:picMk id="4" creationId="{5C08C138-87E8-15EB-E648-E65E2821ECBF}"/>
          </ac:picMkLst>
        </pc:picChg>
      </pc:sldChg>
      <pc:sldChg chg="addSp modSp add replId">
        <pc:chgData name="REIMONDO NAHUEL ALEJO" userId="S::nreimondo@uade.edu.ar::6321e4ea-f963-4ffe-8417-f757321f65f7" providerId="AD" clId="Web-{C4A3CD1C-B4C0-F7DE-9609-70D61D82CAD2}" dt="2026-05-25T17:20:15.248" v="1779" actId="20577"/>
        <pc:sldMkLst>
          <pc:docMk/>
          <pc:sldMk cId="2903309840" sldId="316"/>
        </pc:sldMkLst>
        <pc:spChg chg="mod">
          <ac:chgData name="REIMONDO NAHUEL ALEJO" userId="S::nreimondo@uade.edu.ar::6321e4ea-f963-4ffe-8417-f757321f65f7" providerId="AD" clId="Web-{C4A3CD1C-B4C0-F7DE-9609-70D61D82CAD2}" dt="2026-05-25T17:20:15.248" v="1779" actId="20577"/>
          <ac:spMkLst>
            <pc:docMk/>
            <pc:sldMk cId="2903309840" sldId="316"/>
            <ac:spMk id="3" creationId="{0619FD5E-49BD-8EE4-9E36-E514B5B01886}"/>
          </ac:spMkLst>
        </pc:spChg>
        <pc:picChg chg="add mod">
          <ac:chgData name="REIMONDO NAHUEL ALEJO" userId="S::nreimondo@uade.edu.ar::6321e4ea-f963-4ffe-8417-f757321f65f7" providerId="AD" clId="Web-{C4A3CD1C-B4C0-F7DE-9609-70D61D82CAD2}" dt="2026-05-25T17:19:26.356" v="1690" actId="1076"/>
          <ac:picMkLst>
            <pc:docMk/>
            <pc:sldMk cId="2903309840" sldId="316"/>
            <ac:picMk id="4" creationId="{8D06A5A8-95D3-72BA-87FC-0465F2310EB5}"/>
          </ac:picMkLst>
        </pc:picChg>
      </pc:sldChg>
      <pc:sldChg chg="addSp delSp modSp add replId">
        <pc:chgData name="REIMONDO NAHUEL ALEJO" userId="S::nreimondo@uade.edu.ar::6321e4ea-f963-4ffe-8417-f757321f65f7" providerId="AD" clId="Web-{C4A3CD1C-B4C0-F7DE-9609-70D61D82CAD2}" dt="2026-05-25T17:21:42.504" v="1850" actId="1076"/>
        <pc:sldMkLst>
          <pc:docMk/>
          <pc:sldMk cId="3930298052" sldId="317"/>
        </pc:sldMkLst>
        <pc:spChg chg="mod">
          <ac:chgData name="REIMONDO NAHUEL ALEJO" userId="S::nreimondo@uade.edu.ar::6321e4ea-f963-4ffe-8417-f757321f65f7" providerId="AD" clId="Web-{C4A3CD1C-B4C0-F7DE-9609-70D61D82CAD2}" dt="2026-05-25T17:21:36.222" v="1848" actId="20577"/>
          <ac:spMkLst>
            <pc:docMk/>
            <pc:sldMk cId="3930298052" sldId="317"/>
            <ac:spMk id="3" creationId="{A3153FAF-CD56-ADF7-4857-11EE63C22D23}"/>
          </ac:spMkLst>
        </pc:spChg>
        <pc:picChg chg="del">
          <ac:chgData name="REIMONDO NAHUEL ALEJO" userId="S::nreimondo@uade.edu.ar::6321e4ea-f963-4ffe-8417-f757321f65f7" providerId="AD" clId="Web-{C4A3CD1C-B4C0-F7DE-9609-70D61D82CAD2}" dt="2026-05-25T17:20:30.624" v="1781"/>
          <ac:picMkLst>
            <pc:docMk/>
            <pc:sldMk cId="3930298052" sldId="317"/>
            <ac:picMk id="4" creationId="{DE01679C-91D0-2FB8-D422-5111460CA6F7}"/>
          </ac:picMkLst>
        </pc:picChg>
        <pc:picChg chg="add mod">
          <ac:chgData name="REIMONDO NAHUEL ALEJO" userId="S::nreimondo@uade.edu.ar::6321e4ea-f963-4ffe-8417-f757321f65f7" providerId="AD" clId="Web-{C4A3CD1C-B4C0-F7DE-9609-70D61D82CAD2}" dt="2026-05-25T17:21:42.504" v="1850" actId="1076"/>
          <ac:picMkLst>
            <pc:docMk/>
            <pc:sldMk cId="3930298052" sldId="317"/>
            <ac:picMk id="5" creationId="{79B141CB-5289-0A11-7849-BF50776DC89F}"/>
          </ac:picMkLst>
        </pc:picChg>
      </pc:sldChg>
      <pc:sldChg chg="addSp delSp modSp add replId">
        <pc:chgData name="REIMONDO NAHUEL ALEJO" userId="S::nreimondo@uade.edu.ar::6321e4ea-f963-4ffe-8417-f757321f65f7" providerId="AD" clId="Web-{C4A3CD1C-B4C0-F7DE-9609-70D61D82CAD2}" dt="2026-05-25T17:23:40.432" v="1968" actId="1076"/>
        <pc:sldMkLst>
          <pc:docMk/>
          <pc:sldMk cId="208703912" sldId="318"/>
        </pc:sldMkLst>
        <pc:spChg chg="mod">
          <ac:chgData name="REIMONDO NAHUEL ALEJO" userId="S::nreimondo@uade.edu.ar::6321e4ea-f963-4ffe-8417-f757321f65f7" providerId="AD" clId="Web-{C4A3CD1C-B4C0-F7DE-9609-70D61D82CAD2}" dt="2026-05-25T17:23:38.823" v="1967" actId="20577"/>
          <ac:spMkLst>
            <pc:docMk/>
            <pc:sldMk cId="208703912" sldId="318"/>
            <ac:spMk id="3" creationId="{F006FCB4-B8AA-63D2-4B04-338B5505B3D4}"/>
          </ac:spMkLst>
        </pc:spChg>
        <pc:picChg chg="add mod">
          <ac:chgData name="REIMONDO NAHUEL ALEJO" userId="S::nreimondo@uade.edu.ar::6321e4ea-f963-4ffe-8417-f757321f65f7" providerId="AD" clId="Web-{C4A3CD1C-B4C0-F7DE-9609-70D61D82CAD2}" dt="2026-05-25T17:23:40.432" v="1968" actId="1076"/>
          <ac:picMkLst>
            <pc:docMk/>
            <pc:sldMk cId="208703912" sldId="318"/>
            <ac:picMk id="4" creationId="{7EA7BC60-1C26-456D-2CC3-628B13DE1E84}"/>
          </ac:picMkLst>
        </pc:picChg>
        <pc:picChg chg="del">
          <ac:chgData name="REIMONDO NAHUEL ALEJO" userId="S::nreimondo@uade.edu.ar::6321e4ea-f963-4ffe-8417-f757321f65f7" providerId="AD" clId="Web-{C4A3CD1C-B4C0-F7DE-9609-70D61D82CAD2}" dt="2026-05-25T17:21:46.598" v="1852"/>
          <ac:picMkLst>
            <pc:docMk/>
            <pc:sldMk cId="208703912" sldId="318"/>
            <ac:picMk id="5" creationId="{25000E0B-FC04-FF64-40AC-1E522C84ACAC}"/>
          </ac:picMkLst>
        </pc:picChg>
      </pc:sldChg>
      <pc:sldChg chg="addSp delSp modSp add replId">
        <pc:chgData name="REIMONDO NAHUEL ALEJO" userId="S::nreimondo@uade.edu.ar::6321e4ea-f963-4ffe-8417-f757321f65f7" providerId="AD" clId="Web-{C4A3CD1C-B4C0-F7DE-9609-70D61D82CAD2}" dt="2026-05-25T17:24:37.466" v="2026" actId="1076"/>
        <pc:sldMkLst>
          <pc:docMk/>
          <pc:sldMk cId="3017948565" sldId="319"/>
        </pc:sldMkLst>
        <pc:spChg chg="mod">
          <ac:chgData name="REIMONDO NAHUEL ALEJO" userId="S::nreimondo@uade.edu.ar::6321e4ea-f963-4ffe-8417-f757321f65f7" providerId="AD" clId="Web-{C4A3CD1C-B4C0-F7DE-9609-70D61D82CAD2}" dt="2026-05-25T17:24:23.184" v="2024" actId="20577"/>
          <ac:spMkLst>
            <pc:docMk/>
            <pc:sldMk cId="3017948565" sldId="319"/>
            <ac:spMk id="3" creationId="{593C3187-0B74-11C0-2AB1-129B02CC969F}"/>
          </ac:spMkLst>
        </pc:spChg>
        <pc:picChg chg="del">
          <ac:chgData name="REIMONDO NAHUEL ALEJO" userId="S::nreimondo@uade.edu.ar::6321e4ea-f963-4ffe-8417-f757321f65f7" providerId="AD" clId="Web-{C4A3CD1C-B4C0-F7DE-9609-70D61D82CAD2}" dt="2026-05-25T17:23:46.980" v="1970"/>
          <ac:picMkLst>
            <pc:docMk/>
            <pc:sldMk cId="3017948565" sldId="319"/>
            <ac:picMk id="4" creationId="{EC7B7177-CCEF-E1F8-C284-312A52920331}"/>
          </ac:picMkLst>
        </pc:picChg>
        <pc:picChg chg="add mod">
          <ac:chgData name="REIMONDO NAHUEL ALEJO" userId="S::nreimondo@uade.edu.ar::6321e4ea-f963-4ffe-8417-f757321f65f7" providerId="AD" clId="Web-{C4A3CD1C-B4C0-F7DE-9609-70D61D82CAD2}" dt="2026-05-25T17:24:37.466" v="2026" actId="1076"/>
          <ac:picMkLst>
            <pc:docMk/>
            <pc:sldMk cId="3017948565" sldId="319"/>
            <ac:picMk id="5" creationId="{CEF1DF8E-87E9-4FE9-E1B1-BD6C8C110421}"/>
          </ac:picMkLst>
        </pc:picChg>
      </pc:sldChg>
      <pc:sldChg chg="addSp delSp modSp add replId">
        <pc:chgData name="REIMONDO NAHUEL ALEJO" userId="S::nreimondo@uade.edu.ar::6321e4ea-f963-4ffe-8417-f757321f65f7" providerId="AD" clId="Web-{C4A3CD1C-B4C0-F7DE-9609-70D61D82CAD2}" dt="2026-05-25T17:25:10.765" v="2032" actId="14100"/>
        <pc:sldMkLst>
          <pc:docMk/>
          <pc:sldMk cId="747905389" sldId="320"/>
        </pc:sldMkLst>
        <pc:spChg chg="del">
          <ac:chgData name="REIMONDO NAHUEL ALEJO" userId="S::nreimondo@uade.edu.ar::6321e4ea-f963-4ffe-8417-f757321f65f7" providerId="AD" clId="Web-{C4A3CD1C-B4C0-F7DE-9609-70D61D82CAD2}" dt="2026-05-25T17:24:59.233" v="2029"/>
          <ac:spMkLst>
            <pc:docMk/>
            <pc:sldMk cId="747905389" sldId="320"/>
            <ac:spMk id="3" creationId="{F51364A9-2E4D-A274-985F-14DCBC80D8DD}"/>
          </ac:spMkLst>
        </pc:spChg>
        <pc:spChg chg="add del mod">
          <ac:chgData name="REIMONDO NAHUEL ALEJO" userId="S::nreimondo@uade.edu.ar::6321e4ea-f963-4ffe-8417-f757321f65f7" providerId="AD" clId="Web-{C4A3CD1C-B4C0-F7DE-9609-70D61D82CAD2}" dt="2026-05-25T17:25:03.905" v="2030"/>
          <ac:spMkLst>
            <pc:docMk/>
            <pc:sldMk cId="747905389" sldId="320"/>
            <ac:spMk id="6" creationId="{664A98BA-37E0-F492-B052-D0EEC63D3E64}"/>
          </ac:spMkLst>
        </pc:spChg>
        <pc:picChg chg="del">
          <ac:chgData name="REIMONDO NAHUEL ALEJO" userId="S::nreimondo@uade.edu.ar::6321e4ea-f963-4ffe-8417-f757321f65f7" providerId="AD" clId="Web-{C4A3CD1C-B4C0-F7DE-9609-70D61D82CAD2}" dt="2026-05-25T17:24:49.842" v="2028"/>
          <ac:picMkLst>
            <pc:docMk/>
            <pc:sldMk cId="747905389" sldId="320"/>
            <ac:picMk id="5" creationId="{C37D640D-1D96-7524-8976-EB7A8F958B69}"/>
          </ac:picMkLst>
        </pc:picChg>
        <pc:picChg chg="add mod ord">
          <ac:chgData name="REIMONDO NAHUEL ALEJO" userId="S::nreimondo@uade.edu.ar::6321e4ea-f963-4ffe-8417-f757321f65f7" providerId="AD" clId="Web-{C4A3CD1C-B4C0-F7DE-9609-70D61D82CAD2}" dt="2026-05-25T17:25:10.765" v="2032" actId="14100"/>
          <ac:picMkLst>
            <pc:docMk/>
            <pc:sldMk cId="747905389" sldId="320"/>
            <ac:picMk id="7" creationId="{B3C2492B-C20E-4710-CC5F-83F0AFD99E3C}"/>
          </ac:picMkLst>
        </pc:picChg>
      </pc:sldChg>
      <pc:sldChg chg="add replId">
        <pc:chgData name="REIMONDO NAHUEL ALEJO" userId="S::nreimondo@uade.edu.ar::6321e4ea-f963-4ffe-8417-f757321f65f7" providerId="AD" clId="Web-{C4A3CD1C-B4C0-F7DE-9609-70D61D82CAD2}" dt="2026-05-25T21:15:48.206" v="2033"/>
        <pc:sldMkLst>
          <pc:docMk/>
          <pc:sldMk cId="2707596782" sldId="321"/>
        </pc:sldMkLst>
      </pc:sldChg>
      <pc:sldChg chg="addSp delSp modSp add del replId">
        <pc:chgData name="REIMONDO NAHUEL ALEJO" userId="S::nreimondo@uade.edu.ar::6321e4ea-f963-4ffe-8417-f757321f65f7" providerId="AD" clId="Web-{C4A3CD1C-B4C0-F7DE-9609-70D61D82CAD2}" dt="2026-05-25T21:15:58.660" v="2038"/>
        <pc:sldMkLst>
          <pc:docMk/>
          <pc:sldMk cId="1975688918" sldId="322"/>
        </pc:sldMkLst>
        <pc:spChg chg="add mod">
          <ac:chgData name="REIMONDO NAHUEL ALEJO" userId="S::nreimondo@uade.edu.ar::6321e4ea-f963-4ffe-8417-f757321f65f7" providerId="AD" clId="Web-{C4A3CD1C-B4C0-F7DE-9609-70D61D82CAD2}" dt="2026-05-25T21:15:51.081" v="2035"/>
          <ac:spMkLst>
            <pc:docMk/>
            <pc:sldMk cId="1975688918" sldId="322"/>
            <ac:spMk id="4" creationId="{39A39A3F-8087-00EC-0BA0-6838AE9F75AC}"/>
          </ac:spMkLst>
        </pc:spChg>
        <pc:picChg chg="del">
          <ac:chgData name="REIMONDO NAHUEL ALEJO" userId="S::nreimondo@uade.edu.ar::6321e4ea-f963-4ffe-8417-f757321f65f7" providerId="AD" clId="Web-{C4A3CD1C-B4C0-F7DE-9609-70D61D82CAD2}" dt="2026-05-25T21:15:51.081" v="2035"/>
          <ac:picMkLst>
            <pc:docMk/>
            <pc:sldMk cId="1975688918" sldId="322"/>
            <ac:picMk id="7" creationId="{61122B83-9F7D-8E9F-0739-0461CBD6F0A1}"/>
          </ac:picMkLst>
        </pc:picChg>
      </pc:sldChg>
      <pc:sldChg chg="delSp modSp add ord replId">
        <pc:chgData name="REIMONDO NAHUEL ALEJO" userId="S::nreimondo@uade.edu.ar::6321e4ea-f963-4ffe-8417-f757321f65f7" providerId="AD" clId="Web-{C4A3CD1C-B4C0-F7DE-9609-70D61D82CAD2}" dt="2026-05-25T21:29:59.712" v="2492" actId="20577"/>
        <pc:sldMkLst>
          <pc:docMk/>
          <pc:sldMk cId="1814633876" sldId="323"/>
        </pc:sldMkLst>
        <pc:spChg chg="mod">
          <ac:chgData name="REIMONDO NAHUEL ALEJO" userId="S::nreimondo@uade.edu.ar::6321e4ea-f963-4ffe-8417-f757321f65f7" providerId="AD" clId="Web-{C4A3CD1C-B4C0-F7DE-9609-70D61D82CAD2}" dt="2026-05-25T21:16:02.129" v="2040" actId="20577"/>
          <ac:spMkLst>
            <pc:docMk/>
            <pc:sldMk cId="1814633876" sldId="323"/>
            <ac:spMk id="2" creationId="{BF68C708-6D76-6B17-504F-D72175F7F787}"/>
          </ac:spMkLst>
        </pc:spChg>
        <pc:spChg chg="mod">
          <ac:chgData name="REIMONDO NAHUEL ALEJO" userId="S::nreimondo@uade.edu.ar::6321e4ea-f963-4ffe-8417-f757321f65f7" providerId="AD" clId="Web-{C4A3CD1C-B4C0-F7DE-9609-70D61D82CAD2}" dt="2026-05-25T21:29:59.712" v="2492" actId="20577"/>
          <ac:spMkLst>
            <pc:docMk/>
            <pc:sldMk cId="1814633876" sldId="323"/>
            <ac:spMk id="3" creationId="{C81773D2-2CA4-F4E9-132E-BD974F2F1099}"/>
          </ac:spMkLst>
        </pc:spChg>
        <pc:picChg chg="del">
          <ac:chgData name="REIMONDO NAHUEL ALEJO" userId="S::nreimondo@uade.edu.ar::6321e4ea-f963-4ffe-8417-f757321f65f7" providerId="AD" clId="Web-{C4A3CD1C-B4C0-F7DE-9609-70D61D82CAD2}" dt="2026-05-25T21:16:05.004" v="2041"/>
          <ac:picMkLst>
            <pc:docMk/>
            <pc:sldMk cId="1814633876" sldId="323"/>
            <ac:picMk id="5" creationId="{40394429-4F51-5EBF-4BFC-1FBBD36F8551}"/>
          </ac:picMkLst>
        </pc:picChg>
      </pc:sldChg>
      <pc:sldChg chg="modSp add replId">
        <pc:chgData name="REIMONDO NAHUEL ALEJO" userId="S::nreimondo@uade.edu.ar::6321e4ea-f963-4ffe-8417-f757321f65f7" providerId="AD" clId="Web-{C4A3CD1C-B4C0-F7DE-9609-70D61D82CAD2}" dt="2026-05-25T21:31:57.908" v="2597" actId="20577"/>
        <pc:sldMkLst>
          <pc:docMk/>
          <pc:sldMk cId="1103640202" sldId="324"/>
        </pc:sldMkLst>
        <pc:spChg chg="mod">
          <ac:chgData name="REIMONDO NAHUEL ALEJO" userId="S::nreimondo@uade.edu.ar::6321e4ea-f963-4ffe-8417-f757321f65f7" providerId="AD" clId="Web-{C4A3CD1C-B4C0-F7DE-9609-70D61D82CAD2}" dt="2026-05-25T21:31:57.908" v="2597" actId="20577"/>
          <ac:spMkLst>
            <pc:docMk/>
            <pc:sldMk cId="1103640202" sldId="324"/>
            <ac:spMk id="3" creationId="{C15AAEA5-74CA-C134-40D4-A42185C5991B}"/>
          </ac:spMkLst>
        </pc:spChg>
      </pc:sldChg>
      <pc:sldChg chg="modSp add replId">
        <pc:chgData name="REIMONDO NAHUEL ALEJO" userId="S::nreimondo@uade.edu.ar::6321e4ea-f963-4ffe-8417-f757321f65f7" providerId="AD" clId="Web-{C4A3CD1C-B4C0-F7DE-9609-70D61D82CAD2}" dt="2026-05-25T21:35:16.533" v="2868" actId="20577"/>
        <pc:sldMkLst>
          <pc:docMk/>
          <pc:sldMk cId="3661183038" sldId="325"/>
        </pc:sldMkLst>
        <pc:spChg chg="mod">
          <ac:chgData name="REIMONDO NAHUEL ALEJO" userId="S::nreimondo@uade.edu.ar::6321e4ea-f963-4ffe-8417-f757321f65f7" providerId="AD" clId="Web-{C4A3CD1C-B4C0-F7DE-9609-70D61D82CAD2}" dt="2026-05-25T21:35:16.533" v="2868" actId="20577"/>
          <ac:spMkLst>
            <pc:docMk/>
            <pc:sldMk cId="3661183038" sldId="325"/>
            <ac:spMk id="3" creationId="{7E04E03A-EDA5-CA2C-2156-147CA43EBE69}"/>
          </ac:spMkLst>
        </pc:spChg>
      </pc:sldChg>
      <pc:sldChg chg="modSp add replId">
        <pc:chgData name="REIMONDO NAHUEL ALEJO" userId="S::nreimondo@uade.edu.ar::6321e4ea-f963-4ffe-8417-f757321f65f7" providerId="AD" clId="Web-{C4A3CD1C-B4C0-F7DE-9609-70D61D82CAD2}" dt="2026-05-25T23:37:13.762" v="3087" actId="20577"/>
        <pc:sldMkLst>
          <pc:docMk/>
          <pc:sldMk cId="3892169487" sldId="326"/>
        </pc:sldMkLst>
        <pc:spChg chg="mod">
          <ac:chgData name="REIMONDO NAHUEL ALEJO" userId="S::nreimondo@uade.edu.ar::6321e4ea-f963-4ffe-8417-f757321f65f7" providerId="AD" clId="Web-{C4A3CD1C-B4C0-F7DE-9609-70D61D82CAD2}" dt="2026-05-25T23:32:48.234" v="2870" actId="14100"/>
          <ac:spMkLst>
            <pc:docMk/>
            <pc:sldMk cId="3892169487" sldId="326"/>
            <ac:spMk id="2" creationId="{1A6EC05F-9695-C89C-517C-83ED03A9468F}"/>
          </ac:spMkLst>
        </pc:spChg>
        <pc:spChg chg="mod">
          <ac:chgData name="REIMONDO NAHUEL ALEJO" userId="S::nreimondo@uade.edu.ar::6321e4ea-f963-4ffe-8417-f757321f65f7" providerId="AD" clId="Web-{C4A3CD1C-B4C0-F7DE-9609-70D61D82CAD2}" dt="2026-05-25T23:37:13.762" v="3087" actId="20577"/>
          <ac:spMkLst>
            <pc:docMk/>
            <pc:sldMk cId="3892169487" sldId="326"/>
            <ac:spMk id="3" creationId="{469CA46F-6098-BC1E-FA8A-A1E018BA4DC9}"/>
          </ac:spMkLst>
        </pc:spChg>
      </pc:sldChg>
      <pc:sldChg chg="addSp modSp add replId">
        <pc:chgData name="REIMONDO NAHUEL ALEJO" userId="S::nreimondo@uade.edu.ar::6321e4ea-f963-4ffe-8417-f757321f65f7" providerId="AD" clId="Web-{C4A3CD1C-B4C0-F7DE-9609-70D61D82CAD2}" dt="2026-05-25T23:43:50.495" v="3394" actId="20577"/>
        <pc:sldMkLst>
          <pc:docMk/>
          <pc:sldMk cId="2294644020" sldId="327"/>
        </pc:sldMkLst>
        <pc:spChg chg="mod">
          <ac:chgData name="REIMONDO NAHUEL ALEJO" userId="S::nreimondo@uade.edu.ar::6321e4ea-f963-4ffe-8417-f757321f65f7" providerId="AD" clId="Web-{C4A3CD1C-B4C0-F7DE-9609-70D61D82CAD2}" dt="2026-05-25T23:43:50.495" v="3394" actId="20577"/>
          <ac:spMkLst>
            <pc:docMk/>
            <pc:sldMk cId="2294644020" sldId="327"/>
            <ac:spMk id="3" creationId="{CBA9F9F3-8683-99E8-E3BD-46CE8C1629C3}"/>
          </ac:spMkLst>
        </pc:spChg>
        <pc:picChg chg="add mod">
          <ac:chgData name="REIMONDO NAHUEL ALEJO" userId="S::nreimondo@uade.edu.ar::6321e4ea-f963-4ffe-8417-f757321f65f7" providerId="AD" clId="Web-{C4A3CD1C-B4C0-F7DE-9609-70D61D82CAD2}" dt="2026-05-25T23:41:11.865" v="3320" actId="14100"/>
          <ac:picMkLst>
            <pc:docMk/>
            <pc:sldMk cId="2294644020" sldId="327"/>
            <ac:picMk id="4" creationId="{09E1C769-CEFB-C9E9-E94C-2320F8C0BF90}"/>
          </ac:picMkLst>
        </pc:picChg>
      </pc:sldChg>
      <pc:sldChg chg="addSp delSp modSp add replId">
        <pc:chgData name="REIMONDO NAHUEL ALEJO" userId="S::nreimondo@uade.edu.ar::6321e4ea-f963-4ffe-8417-f757321f65f7" providerId="AD" clId="Web-{C4A3CD1C-B4C0-F7DE-9609-70D61D82CAD2}" dt="2026-05-25T23:42:00.695" v="3357" actId="20577"/>
        <pc:sldMkLst>
          <pc:docMk/>
          <pc:sldMk cId="236651764" sldId="328"/>
        </pc:sldMkLst>
        <pc:spChg chg="mod">
          <ac:chgData name="REIMONDO NAHUEL ALEJO" userId="S::nreimondo@uade.edu.ar::6321e4ea-f963-4ffe-8417-f757321f65f7" providerId="AD" clId="Web-{C4A3CD1C-B4C0-F7DE-9609-70D61D82CAD2}" dt="2026-05-25T23:42:00.695" v="3357" actId="20577"/>
          <ac:spMkLst>
            <pc:docMk/>
            <pc:sldMk cId="236651764" sldId="328"/>
            <ac:spMk id="3" creationId="{D50351F8-5557-5A82-13F2-F63276D608C1}"/>
          </ac:spMkLst>
        </pc:spChg>
        <pc:picChg chg="del">
          <ac:chgData name="REIMONDO NAHUEL ALEJO" userId="S::nreimondo@uade.edu.ar::6321e4ea-f963-4ffe-8417-f757321f65f7" providerId="AD" clId="Web-{C4A3CD1C-B4C0-F7DE-9609-70D61D82CAD2}" dt="2026-05-25T23:41:29.803" v="3322"/>
          <ac:picMkLst>
            <pc:docMk/>
            <pc:sldMk cId="236651764" sldId="328"/>
            <ac:picMk id="4" creationId="{0601A8F1-A425-3463-0647-5C99A8992663}"/>
          </ac:picMkLst>
        </pc:picChg>
        <pc:picChg chg="add mod">
          <ac:chgData name="REIMONDO NAHUEL ALEJO" userId="S::nreimondo@uade.edu.ar::6321e4ea-f963-4ffe-8417-f757321f65f7" providerId="AD" clId="Web-{C4A3CD1C-B4C0-F7DE-9609-70D61D82CAD2}" dt="2026-05-25T23:41:39.710" v="3324" actId="14100"/>
          <ac:picMkLst>
            <pc:docMk/>
            <pc:sldMk cId="236651764" sldId="328"/>
            <ac:picMk id="5" creationId="{DBEF7A2B-E35A-1A10-ED8A-CB3D35350E6F}"/>
          </ac:picMkLst>
        </pc:picChg>
      </pc:sldChg>
      <pc:sldChg chg="addSp delSp modSp add replId">
        <pc:chgData name="REIMONDO NAHUEL ALEJO" userId="S::nreimondo@uade.edu.ar::6321e4ea-f963-4ffe-8417-f757321f65f7" providerId="AD" clId="Web-{C4A3CD1C-B4C0-F7DE-9609-70D61D82CAD2}" dt="2026-05-25T23:43:05.900" v="3392" actId="1076"/>
        <pc:sldMkLst>
          <pc:docMk/>
          <pc:sldMk cId="2112080202" sldId="329"/>
        </pc:sldMkLst>
        <pc:spChg chg="mod">
          <ac:chgData name="REIMONDO NAHUEL ALEJO" userId="S::nreimondo@uade.edu.ar::6321e4ea-f963-4ffe-8417-f757321f65f7" providerId="AD" clId="Web-{C4A3CD1C-B4C0-F7DE-9609-70D61D82CAD2}" dt="2026-05-25T23:42:44.868" v="3389" actId="20577"/>
          <ac:spMkLst>
            <pc:docMk/>
            <pc:sldMk cId="2112080202" sldId="329"/>
            <ac:spMk id="3" creationId="{76E4DED2-DF41-92F7-49C1-E9A1D14E374B}"/>
          </ac:spMkLst>
        </pc:spChg>
        <pc:picChg chg="add mod">
          <ac:chgData name="REIMONDO NAHUEL ALEJO" userId="S::nreimondo@uade.edu.ar::6321e4ea-f963-4ffe-8417-f757321f65f7" providerId="AD" clId="Web-{C4A3CD1C-B4C0-F7DE-9609-70D61D82CAD2}" dt="2026-05-25T23:43:05.900" v="3392" actId="1076"/>
          <ac:picMkLst>
            <pc:docMk/>
            <pc:sldMk cId="2112080202" sldId="329"/>
            <ac:picMk id="4" creationId="{FC0B934B-4046-3439-50E7-BD0B9B4EB75A}"/>
          </ac:picMkLst>
        </pc:picChg>
        <pc:picChg chg="del">
          <ac:chgData name="REIMONDO NAHUEL ALEJO" userId="S::nreimondo@uade.edu.ar::6321e4ea-f963-4ffe-8417-f757321f65f7" providerId="AD" clId="Web-{C4A3CD1C-B4C0-F7DE-9609-70D61D82CAD2}" dt="2026-05-25T23:42:40.821" v="3388"/>
          <ac:picMkLst>
            <pc:docMk/>
            <pc:sldMk cId="2112080202" sldId="329"/>
            <ac:picMk id="5" creationId="{651304CF-B1B6-E3E4-0755-E8F8F2549B49}"/>
          </ac:picMkLst>
        </pc:picChg>
      </pc:sldChg>
      <pc:sldChg chg="addSp delSp modSp add replId">
        <pc:chgData name="REIMONDO NAHUEL ALEJO" userId="S::nreimondo@uade.edu.ar::6321e4ea-f963-4ffe-8417-f757321f65f7" providerId="AD" clId="Web-{C4A3CD1C-B4C0-F7DE-9609-70D61D82CAD2}" dt="2026-05-25T23:46:47.688" v="3499" actId="1076"/>
        <pc:sldMkLst>
          <pc:docMk/>
          <pc:sldMk cId="3553941900" sldId="330"/>
        </pc:sldMkLst>
        <pc:spChg chg="mod">
          <ac:chgData name="REIMONDO NAHUEL ALEJO" userId="S::nreimondo@uade.edu.ar::6321e4ea-f963-4ffe-8417-f757321f65f7" providerId="AD" clId="Web-{C4A3CD1C-B4C0-F7DE-9609-70D61D82CAD2}" dt="2026-05-25T23:46:24.640" v="3495" actId="20577"/>
          <ac:spMkLst>
            <pc:docMk/>
            <pc:sldMk cId="3553941900" sldId="330"/>
            <ac:spMk id="3" creationId="{7BF1A3BB-E624-A750-67E3-6D1CF4F05850}"/>
          </ac:spMkLst>
        </pc:spChg>
        <pc:picChg chg="del">
          <ac:chgData name="REIMONDO NAHUEL ALEJO" userId="S::nreimondo@uade.edu.ar::6321e4ea-f963-4ffe-8417-f757321f65f7" providerId="AD" clId="Web-{C4A3CD1C-B4C0-F7DE-9609-70D61D82CAD2}" dt="2026-05-25T23:44:03.543" v="3395"/>
          <ac:picMkLst>
            <pc:docMk/>
            <pc:sldMk cId="3553941900" sldId="330"/>
            <ac:picMk id="4" creationId="{CDACC650-32A4-A777-F69D-4FE8C427314A}"/>
          </ac:picMkLst>
        </pc:picChg>
        <pc:picChg chg="add mod">
          <ac:chgData name="REIMONDO NAHUEL ALEJO" userId="S::nreimondo@uade.edu.ar::6321e4ea-f963-4ffe-8417-f757321f65f7" providerId="AD" clId="Web-{C4A3CD1C-B4C0-F7DE-9609-70D61D82CAD2}" dt="2026-05-25T23:46:47.688" v="3499" actId="1076"/>
          <ac:picMkLst>
            <pc:docMk/>
            <pc:sldMk cId="3553941900" sldId="330"/>
            <ac:picMk id="5" creationId="{279C79D2-C549-9873-2873-3AE1CBF94E1C}"/>
          </ac:picMkLst>
        </pc:picChg>
      </pc:sldChg>
      <pc:sldChg chg="addSp delSp modSp add replId">
        <pc:chgData name="REIMONDO NAHUEL ALEJO" userId="S::nreimondo@uade.edu.ar::6321e4ea-f963-4ffe-8417-f757321f65f7" providerId="AD" clId="Web-{C4A3CD1C-B4C0-F7DE-9609-70D61D82CAD2}" dt="2026-05-25T23:48:52.660" v="3595" actId="14100"/>
        <pc:sldMkLst>
          <pc:docMk/>
          <pc:sldMk cId="175875090" sldId="331"/>
        </pc:sldMkLst>
        <pc:spChg chg="mod">
          <ac:chgData name="REIMONDO NAHUEL ALEJO" userId="S::nreimondo@uade.edu.ar::6321e4ea-f963-4ffe-8417-f757321f65f7" providerId="AD" clId="Web-{C4A3CD1C-B4C0-F7DE-9609-70D61D82CAD2}" dt="2026-05-25T23:48:45.816" v="3594" actId="20577"/>
          <ac:spMkLst>
            <pc:docMk/>
            <pc:sldMk cId="175875090" sldId="331"/>
            <ac:spMk id="3" creationId="{A1BD7984-B13C-07DA-4A8F-1EC5B8030806}"/>
          </ac:spMkLst>
        </pc:spChg>
        <pc:picChg chg="add mod">
          <ac:chgData name="REIMONDO NAHUEL ALEJO" userId="S::nreimondo@uade.edu.ar::6321e4ea-f963-4ffe-8417-f757321f65f7" providerId="AD" clId="Web-{C4A3CD1C-B4C0-F7DE-9609-70D61D82CAD2}" dt="2026-05-25T23:48:52.660" v="3595" actId="14100"/>
          <ac:picMkLst>
            <pc:docMk/>
            <pc:sldMk cId="175875090" sldId="331"/>
            <ac:picMk id="4" creationId="{24F76349-45DB-32D6-7D2D-8626B9315BFA}"/>
          </ac:picMkLst>
        </pc:picChg>
        <pc:picChg chg="del">
          <ac:chgData name="REIMONDO NAHUEL ALEJO" userId="S::nreimondo@uade.edu.ar::6321e4ea-f963-4ffe-8417-f757321f65f7" providerId="AD" clId="Web-{C4A3CD1C-B4C0-F7DE-9609-70D61D82CAD2}" dt="2026-05-25T23:47:01.454" v="3501"/>
          <ac:picMkLst>
            <pc:docMk/>
            <pc:sldMk cId="175875090" sldId="331"/>
            <ac:picMk id="5" creationId="{40EC1229-F80F-929E-125B-6FB7B03CD19F}"/>
          </ac:picMkLst>
        </pc:picChg>
      </pc:sldChg>
      <pc:sldChg chg="addSp delSp modSp add replId">
        <pc:chgData name="REIMONDO NAHUEL ALEJO" userId="S::nreimondo@uade.edu.ar::6321e4ea-f963-4ffe-8417-f757321f65f7" providerId="AD" clId="Web-{C4A3CD1C-B4C0-F7DE-9609-70D61D82CAD2}" dt="2026-05-25T23:50:07.444" v="3627" actId="1076"/>
        <pc:sldMkLst>
          <pc:docMk/>
          <pc:sldMk cId="3776621213" sldId="332"/>
        </pc:sldMkLst>
        <pc:spChg chg="mod">
          <ac:chgData name="REIMONDO NAHUEL ALEJO" userId="S::nreimondo@uade.edu.ar::6321e4ea-f963-4ffe-8417-f757321f65f7" providerId="AD" clId="Web-{C4A3CD1C-B4C0-F7DE-9609-70D61D82CAD2}" dt="2026-05-25T23:50:02.068" v="3625" actId="20577"/>
          <ac:spMkLst>
            <pc:docMk/>
            <pc:sldMk cId="3776621213" sldId="332"/>
            <ac:spMk id="3" creationId="{32E856BE-1578-F4FA-54A2-E78BEFF3E239}"/>
          </ac:spMkLst>
        </pc:spChg>
        <pc:picChg chg="del">
          <ac:chgData name="REIMONDO NAHUEL ALEJO" userId="S::nreimondo@uade.edu.ar::6321e4ea-f963-4ffe-8417-f757321f65f7" providerId="AD" clId="Web-{C4A3CD1C-B4C0-F7DE-9609-70D61D82CAD2}" dt="2026-05-25T23:49:13.942" v="3597"/>
          <ac:picMkLst>
            <pc:docMk/>
            <pc:sldMk cId="3776621213" sldId="332"/>
            <ac:picMk id="4" creationId="{C00E0972-8F2C-EB9F-8189-C3548560976A}"/>
          </ac:picMkLst>
        </pc:picChg>
        <pc:picChg chg="add mod">
          <ac:chgData name="REIMONDO NAHUEL ALEJO" userId="S::nreimondo@uade.edu.ar::6321e4ea-f963-4ffe-8417-f757321f65f7" providerId="AD" clId="Web-{C4A3CD1C-B4C0-F7DE-9609-70D61D82CAD2}" dt="2026-05-25T23:50:07.444" v="3627" actId="1076"/>
          <ac:picMkLst>
            <pc:docMk/>
            <pc:sldMk cId="3776621213" sldId="332"/>
            <ac:picMk id="5" creationId="{0017933C-2EF5-CB36-7613-AC16CBE572D3}"/>
          </ac:picMkLst>
        </pc:picChg>
      </pc:sldChg>
      <pc:sldChg chg="addSp delSp modSp add replId">
        <pc:chgData name="REIMONDO NAHUEL ALEJO" userId="S::nreimondo@uade.edu.ar::6321e4ea-f963-4ffe-8417-f757321f65f7" providerId="AD" clId="Web-{C4A3CD1C-B4C0-F7DE-9609-70D61D82CAD2}" dt="2026-05-25T23:54:36.754" v="3801"/>
        <pc:sldMkLst>
          <pc:docMk/>
          <pc:sldMk cId="2748243835" sldId="333"/>
        </pc:sldMkLst>
        <pc:spChg chg="mod">
          <ac:chgData name="REIMONDO NAHUEL ALEJO" userId="S::nreimondo@uade.edu.ar::6321e4ea-f963-4ffe-8417-f757321f65f7" providerId="AD" clId="Web-{C4A3CD1C-B4C0-F7DE-9609-70D61D82CAD2}" dt="2026-05-25T23:51:20.665" v="3708" actId="20577"/>
          <ac:spMkLst>
            <pc:docMk/>
            <pc:sldMk cId="2748243835" sldId="333"/>
            <ac:spMk id="3" creationId="{CD3882FE-4F29-0FC9-BA31-3D186ADDA389}"/>
          </ac:spMkLst>
        </pc:spChg>
        <pc:picChg chg="add mod">
          <ac:chgData name="REIMONDO NAHUEL ALEJO" userId="S::nreimondo@uade.edu.ar::6321e4ea-f963-4ffe-8417-f757321f65f7" providerId="AD" clId="Web-{C4A3CD1C-B4C0-F7DE-9609-70D61D82CAD2}" dt="2026-05-25T23:51:40.932" v="3711" actId="1076"/>
          <ac:picMkLst>
            <pc:docMk/>
            <pc:sldMk cId="2748243835" sldId="333"/>
            <ac:picMk id="4" creationId="{EBA41A29-8AE3-C0EB-8055-AA3CDFA1547D}"/>
          </ac:picMkLst>
        </pc:picChg>
        <pc:picChg chg="del">
          <ac:chgData name="REIMONDO NAHUEL ALEJO" userId="S::nreimondo@uade.edu.ar::6321e4ea-f963-4ffe-8417-f757321f65f7" providerId="AD" clId="Web-{C4A3CD1C-B4C0-F7DE-9609-70D61D82CAD2}" dt="2026-05-25T23:50:35.866" v="3629"/>
          <ac:picMkLst>
            <pc:docMk/>
            <pc:sldMk cId="2748243835" sldId="333"/>
            <ac:picMk id="5" creationId="{410C1AEF-EC8C-74BD-95C8-C176EAE52834}"/>
          </ac:picMkLst>
        </pc:picChg>
        <pc:picChg chg="add del mod">
          <ac:chgData name="REIMONDO NAHUEL ALEJO" userId="S::nreimondo@uade.edu.ar::6321e4ea-f963-4ffe-8417-f757321f65f7" providerId="AD" clId="Web-{C4A3CD1C-B4C0-F7DE-9609-70D61D82CAD2}" dt="2026-05-25T23:54:36.754" v="3801"/>
          <ac:picMkLst>
            <pc:docMk/>
            <pc:sldMk cId="2748243835" sldId="333"/>
            <ac:picMk id="6" creationId="{19B3C6A1-99AF-76E2-C194-6BB9227D7DFB}"/>
          </ac:picMkLst>
        </pc:picChg>
      </pc:sldChg>
      <pc:sldChg chg="addSp delSp modSp add replId">
        <pc:chgData name="REIMONDO NAHUEL ALEJO" userId="S::nreimondo@uade.edu.ar::6321e4ea-f963-4ffe-8417-f757321f65f7" providerId="AD" clId="Web-{C4A3CD1C-B4C0-F7DE-9609-70D61D82CAD2}" dt="2026-05-25T23:53:18.250" v="3798" actId="1076"/>
        <pc:sldMkLst>
          <pc:docMk/>
          <pc:sldMk cId="1731532873" sldId="334"/>
        </pc:sldMkLst>
        <pc:spChg chg="mod">
          <ac:chgData name="REIMONDO NAHUEL ALEJO" userId="S::nreimondo@uade.edu.ar::6321e4ea-f963-4ffe-8417-f757321f65f7" providerId="AD" clId="Web-{C4A3CD1C-B4C0-F7DE-9609-70D61D82CAD2}" dt="2026-05-25T23:53:05.843" v="3794" actId="20577"/>
          <ac:spMkLst>
            <pc:docMk/>
            <pc:sldMk cId="1731532873" sldId="334"/>
            <ac:spMk id="3" creationId="{995D9A36-BA12-2C76-5E01-8C6B3316497D}"/>
          </ac:spMkLst>
        </pc:spChg>
        <pc:picChg chg="del">
          <ac:chgData name="REIMONDO NAHUEL ALEJO" userId="S::nreimondo@uade.edu.ar::6321e4ea-f963-4ffe-8417-f757321f65f7" providerId="AD" clId="Web-{C4A3CD1C-B4C0-F7DE-9609-70D61D82CAD2}" dt="2026-05-25T23:51:51.573" v="3713"/>
          <ac:picMkLst>
            <pc:docMk/>
            <pc:sldMk cId="1731532873" sldId="334"/>
            <ac:picMk id="4" creationId="{5C947101-FB09-7693-8DED-0981E76052CD}"/>
          </ac:picMkLst>
        </pc:picChg>
        <pc:picChg chg="add mod">
          <ac:chgData name="REIMONDO NAHUEL ALEJO" userId="S::nreimondo@uade.edu.ar::6321e4ea-f963-4ffe-8417-f757321f65f7" providerId="AD" clId="Web-{C4A3CD1C-B4C0-F7DE-9609-70D61D82CAD2}" dt="2026-05-25T23:53:18.250" v="3798" actId="1076"/>
          <ac:picMkLst>
            <pc:docMk/>
            <pc:sldMk cId="1731532873" sldId="334"/>
            <ac:picMk id="5" creationId="{8A443D79-A0F1-85E7-ECD9-9B7202D55F20}"/>
          </ac:picMkLst>
        </pc:picChg>
      </pc:sldChg>
      <pc:sldChg chg="addSp delSp modSp add replId">
        <pc:chgData name="REIMONDO NAHUEL ALEJO" userId="S::nreimondo@uade.edu.ar::6321e4ea-f963-4ffe-8417-f757321f65f7" providerId="AD" clId="Web-{C4A3CD1C-B4C0-F7DE-9609-70D61D82CAD2}" dt="2026-05-25T23:55:46.898" v="3872" actId="1076"/>
        <pc:sldMkLst>
          <pc:docMk/>
          <pc:sldMk cId="802700835" sldId="335"/>
        </pc:sldMkLst>
        <pc:spChg chg="mod">
          <ac:chgData name="REIMONDO NAHUEL ALEJO" userId="S::nreimondo@uade.edu.ar::6321e4ea-f963-4ffe-8417-f757321f65f7" providerId="AD" clId="Web-{C4A3CD1C-B4C0-F7DE-9609-70D61D82CAD2}" dt="2026-05-25T23:55:42.960" v="3871" actId="20577"/>
          <ac:spMkLst>
            <pc:docMk/>
            <pc:sldMk cId="802700835" sldId="335"/>
            <ac:spMk id="3" creationId="{B3E5A8FB-811C-AD94-7B6B-EC066EB43AF0}"/>
          </ac:spMkLst>
        </pc:spChg>
        <pc:picChg chg="add mod modCrop">
          <ac:chgData name="REIMONDO NAHUEL ALEJO" userId="S::nreimondo@uade.edu.ar::6321e4ea-f963-4ffe-8417-f757321f65f7" providerId="AD" clId="Web-{C4A3CD1C-B4C0-F7DE-9609-70D61D82CAD2}" dt="2026-05-25T23:55:46.898" v="3872" actId="1076"/>
          <ac:picMkLst>
            <pc:docMk/>
            <pc:sldMk cId="802700835" sldId="335"/>
            <ac:picMk id="4" creationId="{46518267-7108-520D-0F6B-70640EA9A75A}"/>
          </ac:picMkLst>
        </pc:picChg>
        <pc:picChg chg="del">
          <ac:chgData name="REIMONDO NAHUEL ALEJO" userId="S::nreimondo@uade.edu.ar::6321e4ea-f963-4ffe-8417-f757321f65f7" providerId="AD" clId="Web-{C4A3CD1C-B4C0-F7DE-9609-70D61D82CAD2}" dt="2026-05-25T23:54:39.160" v="3802"/>
          <ac:picMkLst>
            <pc:docMk/>
            <pc:sldMk cId="802700835" sldId="335"/>
            <ac:picMk id="5" creationId="{ABF28C6E-4BF1-BE83-902D-6C944C6E39E9}"/>
          </ac:picMkLst>
        </pc:picChg>
      </pc:sldChg>
      <pc:sldChg chg="delSp modSp add replId">
        <pc:chgData name="REIMONDO NAHUEL ALEJO" userId="S::nreimondo@uade.edu.ar::6321e4ea-f963-4ffe-8417-f757321f65f7" providerId="AD" clId="Web-{C4A3CD1C-B4C0-F7DE-9609-70D61D82CAD2}" dt="2026-05-26T00:00:21.626" v="4079" actId="20577"/>
        <pc:sldMkLst>
          <pc:docMk/>
          <pc:sldMk cId="3392923460" sldId="336"/>
        </pc:sldMkLst>
        <pc:spChg chg="mod">
          <ac:chgData name="REIMONDO NAHUEL ALEJO" userId="S::nreimondo@uade.edu.ar::6321e4ea-f963-4ffe-8417-f757321f65f7" providerId="AD" clId="Web-{C4A3CD1C-B4C0-F7DE-9609-70D61D82CAD2}" dt="2026-05-26T00:00:21.626" v="4079" actId="20577"/>
          <ac:spMkLst>
            <pc:docMk/>
            <pc:sldMk cId="3392923460" sldId="336"/>
            <ac:spMk id="3" creationId="{CABB00B0-4880-57AC-1A11-5ACADE06ADE6}"/>
          </ac:spMkLst>
        </pc:spChg>
        <pc:picChg chg="del">
          <ac:chgData name="REIMONDO NAHUEL ALEJO" userId="S::nreimondo@uade.edu.ar::6321e4ea-f963-4ffe-8417-f757321f65f7" providerId="AD" clId="Web-{C4A3CD1C-B4C0-F7DE-9609-70D61D82CAD2}" dt="2026-05-25T23:56:23.493" v="3874"/>
          <ac:picMkLst>
            <pc:docMk/>
            <pc:sldMk cId="3392923460" sldId="336"/>
            <ac:picMk id="4" creationId="{355E06C0-894B-905E-2521-A1201ABDAC72}"/>
          </ac:picMkLst>
        </pc:picChg>
      </pc:sldChg>
      <pc:sldChg chg="modSp add ord replId">
        <pc:chgData name="REIMONDO NAHUEL ALEJO" userId="S::nreimondo@uade.edu.ar::6321e4ea-f963-4ffe-8417-f757321f65f7" providerId="AD" clId="Web-{C4A3CD1C-B4C0-F7DE-9609-70D61D82CAD2}" dt="2026-05-26T00:02:25.349" v="4233"/>
        <pc:sldMkLst>
          <pc:docMk/>
          <pc:sldMk cId="573959821" sldId="337"/>
        </pc:sldMkLst>
        <pc:spChg chg="mod">
          <ac:chgData name="REIMONDO NAHUEL ALEJO" userId="S::nreimondo@uade.edu.ar::6321e4ea-f963-4ffe-8417-f757321f65f7" providerId="AD" clId="Web-{C4A3CD1C-B4C0-F7DE-9609-70D61D82CAD2}" dt="2026-05-26T00:02:25.114" v="4232" actId="20577"/>
          <ac:spMkLst>
            <pc:docMk/>
            <pc:sldMk cId="573959821" sldId="337"/>
            <ac:spMk id="3" creationId="{98F6B192-D071-2F9D-608C-AB00AE3D6B87}"/>
          </ac:spMkLst>
        </pc:spChg>
      </pc:sldChg>
      <pc:sldChg chg="addSp modSp add replId">
        <pc:chgData name="REIMONDO NAHUEL ALEJO" userId="S::nreimondo@uade.edu.ar::6321e4ea-f963-4ffe-8417-f757321f65f7" providerId="AD" clId="Web-{C4A3CD1C-B4C0-F7DE-9609-70D61D82CAD2}" dt="2026-05-26T00:05:07.869" v="4389" actId="1076"/>
        <pc:sldMkLst>
          <pc:docMk/>
          <pc:sldMk cId="259596883" sldId="338"/>
        </pc:sldMkLst>
        <pc:spChg chg="mod">
          <ac:chgData name="REIMONDO NAHUEL ALEJO" userId="S::nreimondo@uade.edu.ar::6321e4ea-f963-4ffe-8417-f757321f65f7" providerId="AD" clId="Web-{C4A3CD1C-B4C0-F7DE-9609-70D61D82CAD2}" dt="2026-05-26T00:04:57.603" v="4387" actId="20577"/>
          <ac:spMkLst>
            <pc:docMk/>
            <pc:sldMk cId="259596883" sldId="338"/>
            <ac:spMk id="3" creationId="{6CA82894-B4D5-B29D-A43D-99452BEF7EA7}"/>
          </ac:spMkLst>
        </pc:spChg>
        <pc:picChg chg="add mod">
          <ac:chgData name="REIMONDO NAHUEL ALEJO" userId="S::nreimondo@uade.edu.ar::6321e4ea-f963-4ffe-8417-f757321f65f7" providerId="AD" clId="Web-{C4A3CD1C-B4C0-F7DE-9609-70D61D82CAD2}" dt="2026-05-26T00:05:07.869" v="4389" actId="1076"/>
          <ac:picMkLst>
            <pc:docMk/>
            <pc:sldMk cId="259596883" sldId="338"/>
            <ac:picMk id="4" creationId="{C417F001-2F93-D297-BD0D-6B38CCD58CB8}"/>
          </ac:picMkLst>
        </pc:picChg>
      </pc:sldChg>
      <pc:sldChg chg="delSp modSp add replId">
        <pc:chgData name="REIMONDO NAHUEL ALEJO" userId="S::nreimondo@uade.edu.ar::6321e4ea-f963-4ffe-8417-f757321f65f7" providerId="AD" clId="Web-{C4A3CD1C-B4C0-F7DE-9609-70D61D82CAD2}" dt="2026-05-26T00:11:19.322" v="4562" actId="20577"/>
        <pc:sldMkLst>
          <pc:docMk/>
          <pc:sldMk cId="4000392796" sldId="339"/>
        </pc:sldMkLst>
        <pc:spChg chg="mod">
          <ac:chgData name="REIMONDO NAHUEL ALEJO" userId="S::nreimondo@uade.edu.ar::6321e4ea-f963-4ffe-8417-f757321f65f7" providerId="AD" clId="Web-{C4A3CD1C-B4C0-F7DE-9609-70D61D82CAD2}" dt="2026-05-26T00:06:11.699" v="4411" actId="14100"/>
          <ac:spMkLst>
            <pc:docMk/>
            <pc:sldMk cId="4000392796" sldId="339"/>
            <ac:spMk id="2" creationId="{EDBD3966-2B7E-A1E4-7D40-38B29D49A4C3}"/>
          </ac:spMkLst>
        </pc:spChg>
        <pc:spChg chg="mod">
          <ac:chgData name="REIMONDO NAHUEL ALEJO" userId="S::nreimondo@uade.edu.ar::6321e4ea-f963-4ffe-8417-f757321f65f7" providerId="AD" clId="Web-{C4A3CD1C-B4C0-F7DE-9609-70D61D82CAD2}" dt="2026-05-26T00:11:19.322" v="4562" actId="20577"/>
          <ac:spMkLst>
            <pc:docMk/>
            <pc:sldMk cId="4000392796" sldId="339"/>
            <ac:spMk id="3" creationId="{1BDCCC13-A00F-6981-9F70-8D27534E1481}"/>
          </ac:spMkLst>
        </pc:spChg>
        <pc:picChg chg="del">
          <ac:chgData name="REIMONDO NAHUEL ALEJO" userId="S::nreimondo@uade.edu.ar::6321e4ea-f963-4ffe-8417-f757321f65f7" providerId="AD" clId="Web-{C4A3CD1C-B4C0-F7DE-9609-70D61D82CAD2}" dt="2026-05-26T00:05:45.448" v="4391"/>
          <ac:picMkLst>
            <pc:docMk/>
            <pc:sldMk cId="4000392796" sldId="339"/>
            <ac:picMk id="4" creationId="{5EB2A148-9341-2ADA-089A-1DB6CC32F77C}"/>
          </ac:picMkLst>
        </pc:picChg>
      </pc:sldChg>
    </pc:docChg>
  </pc:docChgLst>
  <pc:docChgLst>
    <pc:chgData name="REIMONDO NAHUEL ALEJO" userId="S::nreimondo@uade.edu.ar::6321e4ea-f963-4ffe-8417-f757321f65f7" providerId="AD" clId="Web-{B3C64DA5-CBAA-DE9B-E9E6-497ED7EA394D}"/>
    <pc:docChg chg="addSld modSld sldOrd">
      <pc:chgData name="REIMONDO NAHUEL ALEJO" userId="S::nreimondo@uade.edu.ar::6321e4ea-f963-4ffe-8417-f757321f65f7" providerId="AD" clId="Web-{B3C64DA5-CBAA-DE9B-E9E6-497ED7EA394D}" dt="2026-05-25T00:04:20.477" v="2410" actId="20577"/>
      <pc:docMkLst>
        <pc:docMk/>
      </pc:docMkLst>
      <pc:sldChg chg="modSp">
        <pc:chgData name="REIMONDO NAHUEL ALEJO" userId="S::nreimondo@uade.edu.ar::6321e4ea-f963-4ffe-8417-f757321f65f7" providerId="AD" clId="Web-{B3C64DA5-CBAA-DE9B-E9E6-497ED7EA394D}" dt="2026-05-24T20:29:33.706" v="163" actId="14100"/>
        <pc:sldMkLst>
          <pc:docMk/>
          <pc:sldMk cId="1459352865" sldId="284"/>
        </pc:sldMkLst>
        <pc:spChg chg="mod">
          <ac:chgData name="REIMONDO NAHUEL ALEJO" userId="S::nreimondo@uade.edu.ar::6321e4ea-f963-4ffe-8417-f757321f65f7" providerId="AD" clId="Web-{B3C64DA5-CBAA-DE9B-E9E6-497ED7EA394D}" dt="2026-05-24T20:29:33.706" v="163" actId="14100"/>
          <ac:spMkLst>
            <pc:docMk/>
            <pc:sldMk cId="1459352865" sldId="284"/>
            <ac:spMk id="3" creationId="{D9103078-BA69-0716-61FD-28227B902E8B}"/>
          </ac:spMkLst>
        </pc:spChg>
      </pc:sldChg>
      <pc:sldChg chg="addSp modSp">
        <pc:chgData name="REIMONDO NAHUEL ALEJO" userId="S::nreimondo@uade.edu.ar::6321e4ea-f963-4ffe-8417-f757321f65f7" providerId="AD" clId="Web-{B3C64DA5-CBAA-DE9B-E9E6-497ED7EA394D}" dt="2026-05-24T20:29:24.816" v="162" actId="14100"/>
        <pc:sldMkLst>
          <pc:docMk/>
          <pc:sldMk cId="1903913686" sldId="285"/>
        </pc:sldMkLst>
        <pc:spChg chg="mod">
          <ac:chgData name="REIMONDO NAHUEL ALEJO" userId="S::nreimondo@uade.edu.ar::6321e4ea-f963-4ffe-8417-f757321f65f7" providerId="AD" clId="Web-{B3C64DA5-CBAA-DE9B-E9E6-497ED7EA394D}" dt="2026-05-24T20:29:21.378" v="160" actId="14100"/>
          <ac:spMkLst>
            <pc:docMk/>
            <pc:sldMk cId="1903913686" sldId="285"/>
            <ac:spMk id="3" creationId="{4B909230-4795-874A-8D38-4D1FB68E28F6}"/>
          </ac:spMkLst>
        </pc:spChg>
        <pc:picChg chg="add mod">
          <ac:chgData name="REIMONDO NAHUEL ALEJO" userId="S::nreimondo@uade.edu.ar::6321e4ea-f963-4ffe-8417-f757321f65f7" providerId="AD" clId="Web-{B3C64DA5-CBAA-DE9B-E9E6-497ED7EA394D}" dt="2026-05-24T20:29:24.816" v="162" actId="14100"/>
          <ac:picMkLst>
            <pc:docMk/>
            <pc:sldMk cId="1903913686" sldId="285"/>
            <ac:picMk id="4" creationId="{DB20FDA2-B606-8763-A72D-096C5C7B9791}"/>
          </ac:picMkLst>
        </pc:picChg>
      </pc:sldChg>
      <pc:sldChg chg="addSp delSp modSp add replId">
        <pc:chgData name="REIMONDO NAHUEL ALEJO" userId="S::nreimondo@uade.edu.ar::6321e4ea-f963-4ffe-8417-f757321f65f7" providerId="AD" clId="Web-{B3C64DA5-CBAA-DE9B-E9E6-497ED7EA394D}" dt="2026-05-24T20:32:52.493" v="374" actId="1076"/>
        <pc:sldMkLst>
          <pc:docMk/>
          <pc:sldMk cId="2065652955" sldId="286"/>
        </pc:sldMkLst>
        <pc:spChg chg="mod">
          <ac:chgData name="REIMONDO NAHUEL ALEJO" userId="S::nreimondo@uade.edu.ar::6321e4ea-f963-4ffe-8417-f757321f65f7" providerId="AD" clId="Web-{B3C64DA5-CBAA-DE9B-E9E6-497ED7EA394D}" dt="2026-05-24T20:32:17.648" v="371" actId="20577"/>
          <ac:spMkLst>
            <pc:docMk/>
            <pc:sldMk cId="2065652955" sldId="286"/>
            <ac:spMk id="3" creationId="{FE5AFBC4-E775-DC08-F2E2-3AE4A547B7CE}"/>
          </ac:spMkLst>
        </pc:spChg>
        <pc:picChg chg="add mod">
          <ac:chgData name="REIMONDO NAHUEL ALEJO" userId="S::nreimondo@uade.edu.ar::6321e4ea-f963-4ffe-8417-f757321f65f7" providerId="AD" clId="Web-{B3C64DA5-CBAA-DE9B-E9E6-497ED7EA394D}" dt="2026-05-24T20:32:52.493" v="374" actId="1076"/>
          <ac:picMkLst>
            <pc:docMk/>
            <pc:sldMk cId="2065652955" sldId="286"/>
            <ac:picMk id="5" creationId="{1E02202E-26D4-EDA3-D016-1D7B77EBD473}"/>
          </ac:picMkLst>
        </pc:picChg>
      </pc:sldChg>
      <pc:sldChg chg="modSp add replId">
        <pc:chgData name="REIMONDO NAHUEL ALEJO" userId="S::nreimondo@uade.edu.ar::6321e4ea-f963-4ffe-8417-f757321f65f7" providerId="AD" clId="Web-{B3C64DA5-CBAA-DE9B-E9E6-497ED7EA394D}" dt="2026-05-24T20:31:24.303" v="261" actId="20577"/>
        <pc:sldMkLst>
          <pc:docMk/>
          <pc:sldMk cId="958562927" sldId="287"/>
        </pc:sldMkLst>
        <pc:spChg chg="mod">
          <ac:chgData name="REIMONDO NAHUEL ALEJO" userId="S::nreimondo@uade.edu.ar::6321e4ea-f963-4ffe-8417-f757321f65f7" providerId="AD" clId="Web-{B3C64DA5-CBAA-DE9B-E9E6-497ED7EA394D}" dt="2026-05-24T20:30:10.426" v="171" actId="20577"/>
          <ac:spMkLst>
            <pc:docMk/>
            <pc:sldMk cId="958562927" sldId="287"/>
            <ac:spMk id="2" creationId="{0073DF8D-7C5E-F080-CC58-E485BC6BE533}"/>
          </ac:spMkLst>
        </pc:spChg>
        <pc:spChg chg="mod">
          <ac:chgData name="REIMONDO NAHUEL ALEJO" userId="S::nreimondo@uade.edu.ar::6321e4ea-f963-4ffe-8417-f757321f65f7" providerId="AD" clId="Web-{B3C64DA5-CBAA-DE9B-E9E6-497ED7EA394D}" dt="2026-05-24T20:31:24.303" v="261" actId="20577"/>
          <ac:spMkLst>
            <pc:docMk/>
            <pc:sldMk cId="958562927" sldId="287"/>
            <ac:spMk id="3" creationId="{88A691B5-DE36-ACA4-001E-4BBE377AC4D5}"/>
          </ac:spMkLst>
        </pc:spChg>
      </pc:sldChg>
      <pc:sldChg chg="addSp delSp modSp add replId">
        <pc:chgData name="REIMONDO NAHUEL ALEJO" userId="S::nreimondo@uade.edu.ar::6321e4ea-f963-4ffe-8417-f757321f65f7" providerId="AD" clId="Web-{B3C64DA5-CBAA-DE9B-E9E6-497ED7EA394D}" dt="2026-05-24T20:57:27.758" v="458" actId="1076"/>
        <pc:sldMkLst>
          <pc:docMk/>
          <pc:sldMk cId="3431261904" sldId="288"/>
        </pc:sldMkLst>
        <pc:spChg chg="mod">
          <ac:chgData name="REIMONDO NAHUEL ALEJO" userId="S::nreimondo@uade.edu.ar::6321e4ea-f963-4ffe-8417-f757321f65f7" providerId="AD" clId="Web-{B3C64DA5-CBAA-DE9B-E9E6-497ED7EA394D}" dt="2026-05-24T20:39:36.882" v="454" actId="20577"/>
          <ac:spMkLst>
            <pc:docMk/>
            <pc:sldMk cId="3431261904" sldId="288"/>
            <ac:spMk id="3" creationId="{66ADD6E2-A2DE-97AE-394D-14465F115D73}"/>
          </ac:spMkLst>
        </pc:spChg>
        <pc:picChg chg="add mod">
          <ac:chgData name="REIMONDO NAHUEL ALEJO" userId="S::nreimondo@uade.edu.ar::6321e4ea-f963-4ffe-8417-f757321f65f7" providerId="AD" clId="Web-{B3C64DA5-CBAA-DE9B-E9E6-497ED7EA394D}" dt="2026-05-24T20:57:27.758" v="458" actId="1076"/>
          <ac:picMkLst>
            <pc:docMk/>
            <pc:sldMk cId="3431261904" sldId="288"/>
            <ac:picMk id="4" creationId="{BEC73DB7-B7BE-695A-D131-AB94CC652904}"/>
          </ac:picMkLst>
        </pc:picChg>
      </pc:sldChg>
      <pc:sldChg chg="addSp delSp modSp add replId">
        <pc:chgData name="REIMONDO NAHUEL ALEJO" userId="S::nreimondo@uade.edu.ar::6321e4ea-f963-4ffe-8417-f757321f65f7" providerId="AD" clId="Web-{B3C64DA5-CBAA-DE9B-E9E6-497ED7EA394D}" dt="2026-05-24T20:58:59.667" v="482" actId="14100"/>
        <pc:sldMkLst>
          <pc:docMk/>
          <pc:sldMk cId="3385551379" sldId="289"/>
        </pc:sldMkLst>
        <pc:spChg chg="mod">
          <ac:chgData name="REIMONDO NAHUEL ALEJO" userId="S::nreimondo@uade.edu.ar::6321e4ea-f963-4ffe-8417-f757321f65f7" providerId="AD" clId="Web-{B3C64DA5-CBAA-DE9B-E9E6-497ED7EA394D}" dt="2026-05-24T20:58:55.354" v="481" actId="20577"/>
          <ac:spMkLst>
            <pc:docMk/>
            <pc:sldMk cId="3385551379" sldId="289"/>
            <ac:spMk id="3" creationId="{1646F775-2ED8-A1B8-DABD-F0EE4AEFBD13}"/>
          </ac:spMkLst>
        </pc:spChg>
        <pc:picChg chg="add mod">
          <ac:chgData name="REIMONDO NAHUEL ALEJO" userId="S::nreimondo@uade.edu.ar::6321e4ea-f963-4ffe-8417-f757321f65f7" providerId="AD" clId="Web-{B3C64DA5-CBAA-DE9B-E9E6-497ED7EA394D}" dt="2026-05-24T20:58:59.667" v="482" actId="14100"/>
          <ac:picMkLst>
            <pc:docMk/>
            <pc:sldMk cId="3385551379" sldId="289"/>
            <ac:picMk id="5" creationId="{B8E90745-019B-9618-E4D7-B5B13A135013}"/>
          </ac:picMkLst>
        </pc:picChg>
      </pc:sldChg>
      <pc:sldChg chg="delSp modSp add replId">
        <pc:chgData name="REIMONDO NAHUEL ALEJO" userId="S::nreimondo@uade.edu.ar::6321e4ea-f963-4ffe-8417-f757321f65f7" providerId="AD" clId="Web-{B3C64DA5-CBAA-DE9B-E9E6-497ED7EA394D}" dt="2026-05-24T21:01:40.109" v="707" actId="20577"/>
        <pc:sldMkLst>
          <pc:docMk/>
          <pc:sldMk cId="359138482" sldId="290"/>
        </pc:sldMkLst>
        <pc:spChg chg="mod">
          <ac:chgData name="REIMONDO NAHUEL ALEJO" userId="S::nreimondo@uade.edu.ar::6321e4ea-f963-4ffe-8417-f757321f65f7" providerId="AD" clId="Web-{B3C64DA5-CBAA-DE9B-E9E6-497ED7EA394D}" dt="2026-05-24T21:01:40.109" v="707" actId="20577"/>
          <ac:spMkLst>
            <pc:docMk/>
            <pc:sldMk cId="359138482" sldId="290"/>
            <ac:spMk id="3" creationId="{D424015E-75AE-BFD9-BEB1-44D6E38028A7}"/>
          </ac:spMkLst>
        </pc:spChg>
      </pc:sldChg>
      <pc:sldChg chg="modSp add replId">
        <pc:chgData name="REIMONDO NAHUEL ALEJO" userId="S::nreimondo@uade.edu.ar::6321e4ea-f963-4ffe-8417-f757321f65f7" providerId="AD" clId="Web-{B3C64DA5-CBAA-DE9B-E9E6-497ED7EA394D}" dt="2026-05-24T21:05:25.570" v="975" actId="20577"/>
        <pc:sldMkLst>
          <pc:docMk/>
          <pc:sldMk cId="2212863042" sldId="291"/>
        </pc:sldMkLst>
        <pc:spChg chg="mod">
          <ac:chgData name="REIMONDO NAHUEL ALEJO" userId="S::nreimondo@uade.edu.ar::6321e4ea-f963-4ffe-8417-f757321f65f7" providerId="AD" clId="Web-{B3C64DA5-CBAA-DE9B-E9E6-497ED7EA394D}" dt="2026-05-24T21:05:25.570" v="975" actId="20577"/>
          <ac:spMkLst>
            <pc:docMk/>
            <pc:sldMk cId="2212863042" sldId="291"/>
            <ac:spMk id="3" creationId="{9652A16F-F1AE-3F97-FDCF-FC86CAEB35C2}"/>
          </ac:spMkLst>
        </pc:spChg>
      </pc:sldChg>
      <pc:sldChg chg="modSp add ord replId">
        <pc:chgData name="REIMONDO NAHUEL ALEJO" userId="S::nreimondo@uade.edu.ar::6321e4ea-f963-4ffe-8417-f757321f65f7" providerId="AD" clId="Web-{B3C64DA5-CBAA-DE9B-E9E6-497ED7EA394D}" dt="2026-05-24T22:31:38.918" v="1244" actId="20577"/>
        <pc:sldMkLst>
          <pc:docMk/>
          <pc:sldMk cId="1529061259" sldId="292"/>
        </pc:sldMkLst>
        <pc:spChg chg="mod">
          <ac:chgData name="REIMONDO NAHUEL ALEJO" userId="S::nreimondo@uade.edu.ar::6321e4ea-f963-4ffe-8417-f757321f65f7" providerId="AD" clId="Web-{B3C64DA5-CBAA-DE9B-E9E6-497ED7EA394D}" dt="2026-05-24T22:25:32.253" v="982" actId="20577"/>
          <ac:spMkLst>
            <pc:docMk/>
            <pc:sldMk cId="1529061259" sldId="292"/>
            <ac:spMk id="2" creationId="{0C62072F-1D4A-85C7-6758-00CF5931AF70}"/>
          </ac:spMkLst>
        </pc:spChg>
        <pc:spChg chg="mod">
          <ac:chgData name="REIMONDO NAHUEL ALEJO" userId="S::nreimondo@uade.edu.ar::6321e4ea-f963-4ffe-8417-f757321f65f7" providerId="AD" clId="Web-{B3C64DA5-CBAA-DE9B-E9E6-497ED7EA394D}" dt="2026-05-24T22:31:38.918" v="1244" actId="20577"/>
          <ac:spMkLst>
            <pc:docMk/>
            <pc:sldMk cId="1529061259" sldId="292"/>
            <ac:spMk id="3" creationId="{2C042EAC-05CC-F360-B1F4-457B6C303C00}"/>
          </ac:spMkLst>
        </pc:spChg>
      </pc:sldChg>
      <pc:sldChg chg="add ord replId">
        <pc:chgData name="REIMONDO NAHUEL ALEJO" userId="S::nreimondo@uade.edu.ar::6321e4ea-f963-4ffe-8417-f757321f65f7" providerId="AD" clId="Web-{B3C64DA5-CBAA-DE9B-E9E6-497ED7EA394D}" dt="2026-05-24T21:06:00.742" v="979"/>
        <pc:sldMkLst>
          <pc:docMk/>
          <pc:sldMk cId="1779314725" sldId="293"/>
        </pc:sldMkLst>
      </pc:sldChg>
      <pc:sldChg chg="modSp add replId">
        <pc:chgData name="REIMONDO NAHUEL ALEJO" userId="S::nreimondo@uade.edu.ar::6321e4ea-f963-4ffe-8417-f757321f65f7" providerId="AD" clId="Web-{B3C64DA5-CBAA-DE9B-E9E6-497ED7EA394D}" dt="2026-05-24T22:38:26.202" v="1623" actId="20577"/>
        <pc:sldMkLst>
          <pc:docMk/>
          <pc:sldMk cId="2892873555" sldId="294"/>
        </pc:sldMkLst>
        <pc:spChg chg="mod">
          <ac:chgData name="REIMONDO NAHUEL ALEJO" userId="S::nreimondo@uade.edu.ar::6321e4ea-f963-4ffe-8417-f757321f65f7" providerId="AD" clId="Web-{B3C64DA5-CBAA-DE9B-E9E6-497ED7EA394D}" dt="2026-05-24T22:38:26.202" v="1623" actId="20577"/>
          <ac:spMkLst>
            <pc:docMk/>
            <pc:sldMk cId="2892873555" sldId="294"/>
            <ac:spMk id="3" creationId="{18799DCA-51F1-84A1-25A4-710ECC7CD28C}"/>
          </ac:spMkLst>
        </pc:spChg>
      </pc:sldChg>
      <pc:sldChg chg="addSp delSp modSp add replId">
        <pc:chgData name="REIMONDO NAHUEL ALEJO" userId="S::nreimondo@uade.edu.ar::6321e4ea-f963-4ffe-8417-f757321f65f7" providerId="AD" clId="Web-{B3C64DA5-CBAA-DE9B-E9E6-497ED7EA394D}" dt="2026-05-24T22:36:56.401" v="1517" actId="20577"/>
        <pc:sldMkLst>
          <pc:docMk/>
          <pc:sldMk cId="3289772803" sldId="295"/>
        </pc:sldMkLst>
        <pc:spChg chg="mod">
          <ac:chgData name="REIMONDO NAHUEL ALEJO" userId="S::nreimondo@uade.edu.ar::6321e4ea-f963-4ffe-8417-f757321f65f7" providerId="AD" clId="Web-{B3C64DA5-CBAA-DE9B-E9E6-497ED7EA394D}" dt="2026-05-24T22:36:56.401" v="1517" actId="20577"/>
          <ac:spMkLst>
            <pc:docMk/>
            <pc:sldMk cId="3289772803" sldId="295"/>
            <ac:spMk id="3" creationId="{1A3A9F55-E503-998B-EBA0-9A0231DEFD57}"/>
          </ac:spMkLst>
        </pc:spChg>
        <pc:picChg chg="add mod">
          <ac:chgData name="REIMONDO NAHUEL ALEJO" userId="S::nreimondo@uade.edu.ar::6321e4ea-f963-4ffe-8417-f757321f65f7" providerId="AD" clId="Web-{B3C64DA5-CBAA-DE9B-E9E6-497ED7EA394D}" dt="2026-05-24T22:36:52.682" v="1516" actId="1076"/>
          <ac:picMkLst>
            <pc:docMk/>
            <pc:sldMk cId="3289772803" sldId="295"/>
            <ac:picMk id="4" creationId="{FBC84B9D-2ED3-748D-336B-B5EE96EAE80C}"/>
          </ac:picMkLst>
        </pc:picChg>
      </pc:sldChg>
      <pc:sldChg chg="addSp modSp add replId">
        <pc:chgData name="REIMONDO NAHUEL ALEJO" userId="S::nreimondo@uade.edu.ar::6321e4ea-f963-4ffe-8417-f757321f65f7" providerId="AD" clId="Web-{B3C64DA5-CBAA-DE9B-E9E6-497ED7EA394D}" dt="2026-05-24T22:42:25.162" v="1680" actId="1076"/>
        <pc:sldMkLst>
          <pc:docMk/>
          <pc:sldMk cId="3452662365" sldId="296"/>
        </pc:sldMkLst>
        <pc:spChg chg="mod">
          <ac:chgData name="REIMONDO NAHUEL ALEJO" userId="S::nreimondo@uade.edu.ar::6321e4ea-f963-4ffe-8417-f757321f65f7" providerId="AD" clId="Web-{B3C64DA5-CBAA-DE9B-E9E6-497ED7EA394D}" dt="2026-05-24T22:40:07.689" v="1675" actId="20577"/>
          <ac:spMkLst>
            <pc:docMk/>
            <pc:sldMk cId="3452662365" sldId="296"/>
            <ac:spMk id="3" creationId="{84B94EFE-A08A-05C6-6EF5-75CF69E034ED}"/>
          </ac:spMkLst>
        </pc:spChg>
        <pc:picChg chg="add mod">
          <ac:chgData name="REIMONDO NAHUEL ALEJO" userId="S::nreimondo@uade.edu.ar::6321e4ea-f963-4ffe-8417-f757321f65f7" providerId="AD" clId="Web-{B3C64DA5-CBAA-DE9B-E9E6-497ED7EA394D}" dt="2026-05-24T22:42:25.162" v="1680" actId="1076"/>
          <ac:picMkLst>
            <pc:docMk/>
            <pc:sldMk cId="3452662365" sldId="296"/>
            <ac:picMk id="4" creationId="{DA8FBCB3-83FB-461C-27C5-96ED706AFBD8}"/>
          </ac:picMkLst>
        </pc:picChg>
      </pc:sldChg>
      <pc:sldChg chg="addSp delSp modSp add replId">
        <pc:chgData name="REIMONDO NAHUEL ALEJO" userId="S::nreimondo@uade.edu.ar::6321e4ea-f963-4ffe-8417-f757321f65f7" providerId="AD" clId="Web-{B3C64DA5-CBAA-DE9B-E9E6-497ED7EA394D}" dt="2026-05-24T22:43:27.367" v="1723" actId="1076"/>
        <pc:sldMkLst>
          <pc:docMk/>
          <pc:sldMk cId="4101329131" sldId="297"/>
        </pc:sldMkLst>
        <pc:spChg chg="mod">
          <ac:chgData name="REIMONDO NAHUEL ALEJO" userId="S::nreimondo@uade.edu.ar::6321e4ea-f963-4ffe-8417-f757321f65f7" providerId="AD" clId="Web-{B3C64DA5-CBAA-DE9B-E9E6-497ED7EA394D}" dt="2026-05-24T22:43:10.101" v="1721" actId="20577"/>
          <ac:spMkLst>
            <pc:docMk/>
            <pc:sldMk cId="4101329131" sldId="297"/>
            <ac:spMk id="3" creationId="{65812830-1B5E-30B3-5A51-09D60A472F20}"/>
          </ac:spMkLst>
        </pc:spChg>
        <pc:picChg chg="add mod">
          <ac:chgData name="REIMONDO NAHUEL ALEJO" userId="S::nreimondo@uade.edu.ar::6321e4ea-f963-4ffe-8417-f757321f65f7" providerId="AD" clId="Web-{B3C64DA5-CBAA-DE9B-E9E6-497ED7EA394D}" dt="2026-05-24T22:43:27.367" v="1723" actId="1076"/>
          <ac:picMkLst>
            <pc:docMk/>
            <pc:sldMk cId="4101329131" sldId="297"/>
            <ac:picMk id="5" creationId="{B0EEBB6D-8D7C-12DA-F6A2-74297F052DE9}"/>
          </ac:picMkLst>
        </pc:picChg>
      </pc:sldChg>
      <pc:sldChg chg="addSp delSp modSp add replId">
        <pc:chgData name="REIMONDO NAHUEL ALEJO" userId="S::nreimondo@uade.edu.ar::6321e4ea-f963-4ffe-8417-f757321f65f7" providerId="AD" clId="Web-{B3C64DA5-CBAA-DE9B-E9E6-497ED7EA394D}" dt="2026-05-24T22:44:19.477" v="1766" actId="1076"/>
        <pc:sldMkLst>
          <pc:docMk/>
          <pc:sldMk cId="3933464113" sldId="298"/>
        </pc:sldMkLst>
        <pc:spChg chg="mod">
          <ac:chgData name="REIMONDO NAHUEL ALEJO" userId="S::nreimondo@uade.edu.ar::6321e4ea-f963-4ffe-8417-f757321f65f7" providerId="AD" clId="Web-{B3C64DA5-CBAA-DE9B-E9E6-497ED7EA394D}" dt="2026-05-24T22:43:50.977" v="1762" actId="20577"/>
          <ac:spMkLst>
            <pc:docMk/>
            <pc:sldMk cId="3933464113" sldId="298"/>
            <ac:spMk id="3" creationId="{E38B81A3-D72B-E25C-32B3-A510C25167ED}"/>
          </ac:spMkLst>
        </pc:spChg>
        <pc:picChg chg="add mod">
          <ac:chgData name="REIMONDO NAHUEL ALEJO" userId="S::nreimondo@uade.edu.ar::6321e4ea-f963-4ffe-8417-f757321f65f7" providerId="AD" clId="Web-{B3C64DA5-CBAA-DE9B-E9E6-497ED7EA394D}" dt="2026-05-24T22:44:19.477" v="1766" actId="1076"/>
          <ac:picMkLst>
            <pc:docMk/>
            <pc:sldMk cId="3933464113" sldId="298"/>
            <ac:picMk id="4" creationId="{72E488FF-291A-55C3-3E69-C4D6FBDB5AD7}"/>
          </ac:picMkLst>
        </pc:picChg>
      </pc:sldChg>
      <pc:sldChg chg="add replId">
        <pc:chgData name="REIMONDO NAHUEL ALEJO" userId="S::nreimondo@uade.edu.ar::6321e4ea-f963-4ffe-8417-f757321f65f7" providerId="AD" clId="Web-{B3C64DA5-CBAA-DE9B-E9E6-497ED7EA394D}" dt="2026-05-24T23:21:27.040" v="1767"/>
        <pc:sldMkLst>
          <pc:docMk/>
          <pc:sldMk cId="1237147966" sldId="299"/>
        </pc:sldMkLst>
      </pc:sldChg>
      <pc:sldChg chg="delSp modSp add replId">
        <pc:chgData name="REIMONDO NAHUEL ALEJO" userId="S::nreimondo@uade.edu.ar::6321e4ea-f963-4ffe-8417-f757321f65f7" providerId="AD" clId="Web-{B3C64DA5-CBAA-DE9B-E9E6-497ED7EA394D}" dt="2026-05-24T23:25:52.447" v="1985" actId="20577"/>
        <pc:sldMkLst>
          <pc:docMk/>
          <pc:sldMk cId="2664079803" sldId="300"/>
        </pc:sldMkLst>
        <pc:spChg chg="mod">
          <ac:chgData name="REIMONDO NAHUEL ALEJO" userId="S::nreimondo@uade.edu.ar::6321e4ea-f963-4ffe-8417-f757321f65f7" providerId="AD" clId="Web-{B3C64DA5-CBAA-DE9B-E9E6-497ED7EA394D}" dt="2026-05-24T23:21:38.947" v="1771" actId="14100"/>
          <ac:spMkLst>
            <pc:docMk/>
            <pc:sldMk cId="2664079803" sldId="300"/>
            <ac:spMk id="2" creationId="{EC7B461A-6724-1609-7726-984DD6AAC757}"/>
          </ac:spMkLst>
        </pc:spChg>
        <pc:spChg chg="mod">
          <ac:chgData name="REIMONDO NAHUEL ALEJO" userId="S::nreimondo@uade.edu.ar::6321e4ea-f963-4ffe-8417-f757321f65f7" providerId="AD" clId="Web-{B3C64DA5-CBAA-DE9B-E9E6-497ED7EA394D}" dt="2026-05-24T23:25:52.447" v="1985" actId="20577"/>
          <ac:spMkLst>
            <pc:docMk/>
            <pc:sldMk cId="2664079803" sldId="300"/>
            <ac:spMk id="3" creationId="{10599D7F-B91D-19C8-2C41-5DE067AC091D}"/>
          </ac:spMkLst>
        </pc:spChg>
      </pc:sldChg>
      <pc:sldChg chg="modSp add replId">
        <pc:chgData name="REIMONDO NAHUEL ALEJO" userId="S::nreimondo@uade.edu.ar::6321e4ea-f963-4ffe-8417-f757321f65f7" providerId="AD" clId="Web-{B3C64DA5-CBAA-DE9B-E9E6-497ED7EA394D}" dt="2026-05-24T23:34:37.013" v="2329" actId="20577"/>
        <pc:sldMkLst>
          <pc:docMk/>
          <pc:sldMk cId="2406831998" sldId="301"/>
        </pc:sldMkLst>
        <pc:spChg chg="mod">
          <ac:chgData name="REIMONDO NAHUEL ALEJO" userId="S::nreimondo@uade.edu.ar::6321e4ea-f963-4ffe-8417-f757321f65f7" providerId="AD" clId="Web-{B3C64DA5-CBAA-DE9B-E9E6-497ED7EA394D}" dt="2026-05-24T23:34:37.013" v="2329" actId="20577"/>
          <ac:spMkLst>
            <pc:docMk/>
            <pc:sldMk cId="2406831998" sldId="301"/>
            <ac:spMk id="3" creationId="{E70BA7E8-768E-5816-E312-8223F4641D59}"/>
          </ac:spMkLst>
        </pc:spChg>
      </pc:sldChg>
      <pc:sldChg chg="addSp modSp add replId">
        <pc:chgData name="REIMONDO NAHUEL ALEJO" userId="S::nreimondo@uade.edu.ar::6321e4ea-f963-4ffe-8417-f757321f65f7" providerId="AD" clId="Web-{B3C64DA5-CBAA-DE9B-E9E6-497ED7EA394D}" dt="2026-05-25T00:02:51.989" v="2353" actId="20577"/>
        <pc:sldMkLst>
          <pc:docMk/>
          <pc:sldMk cId="135708403" sldId="302"/>
        </pc:sldMkLst>
        <pc:spChg chg="mod ord">
          <ac:chgData name="REIMONDO NAHUEL ALEJO" userId="S::nreimondo@uade.edu.ar::6321e4ea-f963-4ffe-8417-f757321f65f7" providerId="AD" clId="Web-{B3C64DA5-CBAA-DE9B-E9E6-497ED7EA394D}" dt="2026-05-25T00:02:51.989" v="2353" actId="20577"/>
          <ac:spMkLst>
            <pc:docMk/>
            <pc:sldMk cId="135708403" sldId="302"/>
            <ac:spMk id="3" creationId="{A3BFA8BD-F35D-9EFC-F383-C91CE4ACB236}"/>
          </ac:spMkLst>
        </pc:spChg>
        <pc:picChg chg="add mod">
          <ac:chgData name="REIMONDO NAHUEL ALEJO" userId="S::nreimondo@uade.edu.ar::6321e4ea-f963-4ffe-8417-f757321f65f7" providerId="AD" clId="Web-{B3C64DA5-CBAA-DE9B-E9E6-497ED7EA394D}" dt="2026-05-25T00:02:51.333" v="2352" actId="1076"/>
          <ac:picMkLst>
            <pc:docMk/>
            <pc:sldMk cId="135708403" sldId="302"/>
            <ac:picMk id="4" creationId="{18101E85-1D18-E779-FE5B-9D55CEFF3B06}"/>
          </ac:picMkLst>
        </pc:picChg>
      </pc:sldChg>
      <pc:sldChg chg="addSp delSp modSp add replId">
        <pc:chgData name="REIMONDO NAHUEL ALEJO" userId="S::nreimondo@uade.edu.ar::6321e4ea-f963-4ffe-8417-f757321f65f7" providerId="AD" clId="Web-{B3C64DA5-CBAA-DE9B-E9E6-497ED7EA394D}" dt="2026-05-25T00:03:30.491" v="2369" actId="1076"/>
        <pc:sldMkLst>
          <pc:docMk/>
          <pc:sldMk cId="511448503" sldId="303"/>
        </pc:sldMkLst>
        <pc:spChg chg="mod">
          <ac:chgData name="REIMONDO NAHUEL ALEJO" userId="S::nreimondo@uade.edu.ar::6321e4ea-f963-4ffe-8417-f757321f65f7" providerId="AD" clId="Web-{B3C64DA5-CBAA-DE9B-E9E6-497ED7EA394D}" dt="2026-05-25T00:03:01.193" v="2362" actId="20577"/>
          <ac:spMkLst>
            <pc:docMk/>
            <pc:sldMk cId="511448503" sldId="303"/>
            <ac:spMk id="3" creationId="{59724BAF-8432-98CC-493C-575280A3C7BD}"/>
          </ac:spMkLst>
        </pc:spChg>
        <pc:picChg chg="del">
          <ac:chgData name="REIMONDO NAHUEL ALEJO" userId="S::nreimondo@uade.edu.ar::6321e4ea-f963-4ffe-8417-f757321f65f7" providerId="AD" clId="Web-{B3C64DA5-CBAA-DE9B-E9E6-497ED7EA394D}" dt="2026-05-25T00:03:02.021" v="2363"/>
          <ac:picMkLst>
            <pc:docMk/>
            <pc:sldMk cId="511448503" sldId="303"/>
            <ac:picMk id="4" creationId="{39C95F13-2357-4B49-54F6-6805EC14A8FC}"/>
          </ac:picMkLst>
        </pc:picChg>
        <pc:picChg chg="add mod">
          <ac:chgData name="REIMONDO NAHUEL ALEJO" userId="S::nreimondo@uade.edu.ar::6321e4ea-f963-4ffe-8417-f757321f65f7" providerId="AD" clId="Web-{B3C64DA5-CBAA-DE9B-E9E6-497ED7EA394D}" dt="2026-05-25T00:03:30.491" v="2369" actId="1076"/>
          <ac:picMkLst>
            <pc:docMk/>
            <pc:sldMk cId="511448503" sldId="303"/>
            <ac:picMk id="5" creationId="{F6B745BB-5517-D747-4CC9-2B27E3B62FD1}"/>
          </ac:picMkLst>
        </pc:picChg>
      </pc:sldChg>
      <pc:sldChg chg="delSp modSp add replId">
        <pc:chgData name="REIMONDO NAHUEL ALEJO" userId="S::nreimondo@uade.edu.ar::6321e4ea-f963-4ffe-8417-f757321f65f7" providerId="AD" clId="Web-{B3C64DA5-CBAA-DE9B-E9E6-497ED7EA394D}" dt="2026-05-25T00:04:20.477" v="2410" actId="20577"/>
        <pc:sldMkLst>
          <pc:docMk/>
          <pc:sldMk cId="3585567498" sldId="304"/>
        </pc:sldMkLst>
        <pc:spChg chg="mod">
          <ac:chgData name="REIMONDO NAHUEL ALEJO" userId="S::nreimondo@uade.edu.ar::6321e4ea-f963-4ffe-8417-f757321f65f7" providerId="AD" clId="Web-{B3C64DA5-CBAA-DE9B-E9E6-497ED7EA394D}" dt="2026-05-25T00:04:20.477" v="2410" actId="20577"/>
          <ac:spMkLst>
            <pc:docMk/>
            <pc:sldMk cId="3585567498" sldId="304"/>
            <ac:spMk id="3" creationId="{B5A73B8A-907C-8BCF-D384-05979BEABD16}"/>
          </ac:spMkLst>
        </pc:spChg>
        <pc:picChg chg="del">
          <ac:chgData name="REIMONDO NAHUEL ALEJO" userId="S::nreimondo@uade.edu.ar::6321e4ea-f963-4ffe-8417-f757321f65f7" providerId="AD" clId="Web-{B3C64DA5-CBAA-DE9B-E9E6-497ED7EA394D}" dt="2026-05-25T00:03:56.398" v="2371"/>
          <ac:picMkLst>
            <pc:docMk/>
            <pc:sldMk cId="3585567498" sldId="304"/>
            <ac:picMk id="5" creationId="{B686C26C-C545-B567-E44B-491764DE3EB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372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37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217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33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84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67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891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2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360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471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616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618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pokeapi.co/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be.com/shorts/HPijAIKqGZ0?si=014GN2G1HRWWHbQm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744045-6B2A-E256-85A5-5DF14D852F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80" r="9091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/>
          </a:bodyPr>
          <a:lstStyle/>
          <a:p>
            <a:r>
              <a:rPr lang="es-ES" sz="6000">
                <a:solidFill>
                  <a:srgbClr val="FFFFFF"/>
                </a:solidFill>
              </a:rPr>
              <a:t>Juegos en Red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 fontScale="85000" lnSpcReduction="20000"/>
          </a:bodyPr>
          <a:lstStyle/>
          <a:p>
            <a:pPr>
              <a:lnSpc>
                <a:spcPct val="100000"/>
              </a:lnSpc>
            </a:pPr>
            <a:r>
              <a:rPr lang="es-ES" sz="2000" dirty="0" err="1">
                <a:solidFill>
                  <a:srgbClr val="FFFFFF"/>
                </a:solidFill>
              </a:rPr>
              <a:t>Serialization</a:t>
            </a:r>
            <a:endParaRPr lang="en-US"/>
          </a:p>
          <a:p>
            <a:pPr>
              <a:lnSpc>
                <a:spcPct val="100000"/>
              </a:lnSpc>
            </a:pPr>
            <a:r>
              <a:rPr lang="es-ES" sz="2000"/>
              <a:t>Apis</a:t>
            </a:r>
            <a:endParaRPr lang="es-ES" sz="2000" dirty="0"/>
          </a:p>
          <a:p>
            <a:pPr>
              <a:lnSpc>
                <a:spcPct val="100000"/>
              </a:lnSpc>
            </a:pPr>
            <a:r>
              <a:rPr lang="es-ES" sz="2000" dirty="0" err="1"/>
              <a:t>Cheats</a:t>
            </a:r>
            <a:endParaRPr lang="es-ES" sz="200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5211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247CA-3BA6-8CE0-2A03-CC99C31CD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Contenido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E8B45-DA18-519A-D53B-F5CDCDAAD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>
                <a:latin typeface="Grandview Display"/>
              </a:rPr>
              <a:t>Serialización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 dirty="0" err="1">
                <a:latin typeface="Grandview Display"/>
              </a:rPr>
              <a:t>Xml</a:t>
            </a:r>
            <a:endParaRPr lang="es-AR" b="1">
              <a:latin typeface="Grandview Display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>
                <a:latin typeface="Grandview Display"/>
              </a:rPr>
              <a:t>Binario</a:t>
            </a:r>
            <a:endParaRPr lang="es-AR" b="1" dirty="0">
              <a:latin typeface="Grandview Display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 dirty="0" err="1">
                <a:latin typeface="Grandview Display"/>
              </a:rPr>
              <a:t>Json</a:t>
            </a:r>
            <a:endParaRPr lang="es-AR" b="1">
              <a:latin typeface="Grandview Display"/>
            </a:endParaRPr>
          </a:p>
          <a:p>
            <a:r>
              <a:rPr lang="es-AR" b="1">
                <a:latin typeface="Grandview Display"/>
              </a:rPr>
              <a:t>Encriptación</a:t>
            </a:r>
          </a:p>
          <a:p>
            <a:r>
              <a:rPr lang="es-AR" b="1">
                <a:latin typeface="Grandview Display"/>
              </a:rPr>
              <a:t>APIs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72092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7264DA-9C56-7D1E-740D-C3FD77D47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4FD30-69A4-F051-EF2D-705734672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331255" cy="4144684"/>
          </a:xfrm>
        </p:spPr>
        <p:txBody>
          <a:bodyPr anchor="t">
            <a:normAutofit/>
          </a:bodyPr>
          <a:lstStyle/>
          <a:p>
            <a:r>
              <a:rPr lang="es-AR"/>
              <a:t>Serialización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98982-91A4-7262-7295-3B0BB65C7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2672" y="1051559"/>
            <a:ext cx="76783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Recordemos, serializar es pasar información de un formato a otro.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Puede ser a texto, como el </a:t>
            </a:r>
            <a:r>
              <a:rPr lang="es-AR" b="1" dirty="0" err="1">
                <a:latin typeface="Grandview Display"/>
              </a:rPr>
              <a:t>ToString</a:t>
            </a:r>
            <a:r>
              <a:rPr lang="es-AR" b="1" dirty="0">
                <a:latin typeface="Grandview Display"/>
              </a:rPr>
              <a:t>().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Puede ser para el editor de Unity como [</a:t>
            </a:r>
            <a:r>
              <a:rPr lang="es-AR" b="1" dirty="0" err="1">
                <a:latin typeface="Grandview Display"/>
              </a:rPr>
              <a:t>SerializeField</a:t>
            </a:r>
            <a:r>
              <a:rPr lang="es-AR" b="1" dirty="0">
                <a:latin typeface="Grandview Display"/>
              </a:rPr>
              <a:t>] o [</a:t>
            </a:r>
            <a:r>
              <a:rPr lang="es-AR" b="1" dirty="0" err="1">
                <a:latin typeface="Grandview Display"/>
              </a:rPr>
              <a:t>System.Serializable</a:t>
            </a:r>
            <a:r>
              <a:rPr lang="es-AR" b="1" dirty="0">
                <a:latin typeface="Grandview Display"/>
              </a:rPr>
              <a:t>].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Pero nosotros vamos a enfocarnos en algunos formatos en particular que son los más comunes para almacenar y/ </a:t>
            </a:r>
            <a:r>
              <a:rPr lang="es-AR" b="1">
                <a:latin typeface="Grandview Display"/>
              </a:rPr>
              <a:t>enviar</a:t>
            </a:r>
            <a:r>
              <a:rPr lang="es-AR" b="1" dirty="0">
                <a:latin typeface="Grandview Display"/>
              </a:rPr>
              <a:t> información.</a:t>
            </a:r>
          </a:p>
        </p:txBody>
      </p:sp>
    </p:spTree>
    <p:extLst>
      <p:ext uri="{BB962C8B-B14F-4D97-AF65-F5344CB8AC3E}">
        <p14:creationId xmlns:p14="http://schemas.microsoft.com/office/powerpoint/2010/main" val="2620317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48EB21-CBBF-0FBF-AF24-40DC138E4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006BB-1857-F057-4855-49296A574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331255" cy="4144684"/>
          </a:xfrm>
        </p:spPr>
        <p:txBody>
          <a:bodyPr anchor="t">
            <a:normAutofit/>
          </a:bodyPr>
          <a:lstStyle/>
          <a:p>
            <a:r>
              <a:rPr lang="es-AR"/>
              <a:t>Serialización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03078-BA69-0716-61FD-28227B902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7779" y="1051559"/>
            <a:ext cx="6963230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Nos enfocaremos en 3 formatos:</a:t>
            </a:r>
          </a:p>
          <a:p>
            <a:pPr marL="457200" indent="-457200"/>
            <a:r>
              <a:rPr lang="es-AR" b="1" dirty="0" err="1">
                <a:latin typeface="Grandview Display"/>
              </a:rPr>
              <a:t>Xml</a:t>
            </a:r>
          </a:p>
          <a:p>
            <a:pPr marL="457200" indent="-457200"/>
            <a:r>
              <a:rPr lang="es-AR" b="1">
                <a:latin typeface="Grandview Display"/>
              </a:rPr>
              <a:t>Binario</a:t>
            </a:r>
          </a:p>
          <a:p>
            <a:pPr marL="457200" indent="-457200"/>
            <a:r>
              <a:rPr lang="es-AR" b="1" dirty="0" err="1">
                <a:latin typeface="Grandview Display"/>
              </a:rPr>
              <a:t>Json</a:t>
            </a:r>
            <a:endParaRPr lang="es-AR" b="1">
              <a:latin typeface="Grandview Display"/>
            </a:endParaRPr>
          </a:p>
          <a:p>
            <a:pPr marL="457200" indent="-457200"/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Vamos a ver cómo pasamos de un objeto a cada uno de esos </a:t>
            </a:r>
            <a:r>
              <a:rPr lang="es-AR" b="1">
                <a:latin typeface="Grandview Display"/>
              </a:rPr>
              <a:t>formatos, y de ese formato a un objeto.</a:t>
            </a: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459352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88C305-B650-E8A2-07BA-524607DB6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3DF8D-7C5E-F080-CC58-E485BC6BE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331255" cy="4144684"/>
          </a:xfrm>
        </p:spPr>
        <p:txBody>
          <a:bodyPr anchor="t">
            <a:normAutofit/>
          </a:bodyPr>
          <a:lstStyle/>
          <a:p>
            <a:r>
              <a:rPr lang="es-AR"/>
              <a:t>Clase de ejemplo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691B5-DE36-ACA4-001E-4BBE377AC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3779" y="1051559"/>
            <a:ext cx="8487230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Vamos a trabajar con una clase de ejemplo, </a:t>
            </a:r>
            <a:r>
              <a:rPr lang="es-AR" b="1" err="1">
                <a:latin typeface="Grandview Display"/>
              </a:rPr>
              <a:t>PlayerData</a:t>
            </a:r>
            <a:r>
              <a:rPr lang="es-AR" b="1">
                <a:latin typeface="Grandview Display"/>
              </a:rPr>
              <a:t>. La misma tiene: </a:t>
            </a:r>
          </a:p>
          <a:p>
            <a:r>
              <a:rPr lang="es-AR" b="1">
                <a:latin typeface="Grandview Display"/>
              </a:rPr>
              <a:t>Nombre</a:t>
            </a:r>
          </a:p>
          <a:p>
            <a:r>
              <a:rPr lang="es-AR" b="1">
                <a:latin typeface="Grandview Display"/>
              </a:rPr>
              <a:t>Nivel</a:t>
            </a:r>
            <a:endParaRPr lang="es-AR" b="1" dirty="0">
              <a:latin typeface="Grandview Display"/>
            </a:endParaRPr>
          </a:p>
          <a:p>
            <a:r>
              <a:rPr lang="es-AR" b="1" dirty="0" err="1">
                <a:latin typeface="Grandview Display"/>
              </a:rPr>
              <a:t>VidaActual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Inventario &lt;</a:t>
            </a:r>
            <a:r>
              <a:rPr lang="es-AR" b="1" dirty="0" err="1">
                <a:latin typeface="Grandview Display"/>
              </a:rPr>
              <a:t>stiring</a:t>
            </a:r>
            <a:r>
              <a:rPr lang="es-AR" b="1" dirty="0">
                <a:latin typeface="Grandview Display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95856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93C320-ED5A-7876-6EFD-6191649D8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823D-4110-6607-D28A-A72A728D5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331255" cy="4144684"/>
          </a:xfrm>
        </p:spPr>
        <p:txBody>
          <a:bodyPr anchor="t">
            <a:normAutofit/>
          </a:bodyPr>
          <a:lstStyle/>
          <a:p>
            <a:r>
              <a:rPr lang="es-AR"/>
              <a:t>XML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09230-4795-874A-8D38-4D1FB68E2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549" y="1719774"/>
            <a:ext cx="5064091" cy="458044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XML, o extensible </a:t>
            </a:r>
            <a:r>
              <a:rPr lang="es-AR" b="1" dirty="0" err="1">
                <a:latin typeface="Grandview Display"/>
              </a:rPr>
              <a:t>Markup</a:t>
            </a:r>
            <a:r>
              <a:rPr lang="es-AR" b="1" dirty="0">
                <a:latin typeface="Grandview Display"/>
              </a:rPr>
              <a:t> </a:t>
            </a:r>
            <a:r>
              <a:rPr lang="es-AR" b="1" dirty="0" err="1">
                <a:latin typeface="Grandview Display"/>
              </a:rPr>
              <a:t>Lenguage</a:t>
            </a:r>
            <a:r>
              <a:rPr lang="es-AR" b="1" dirty="0">
                <a:latin typeface="Grandview Display"/>
              </a:rPr>
              <a:t>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Mano a mano con HTML, pero con la intención de ser el estándar corporativo para el </a:t>
            </a:r>
            <a:r>
              <a:rPr lang="es-AR" b="1">
                <a:latin typeface="Grandview Display"/>
              </a:rPr>
              <a:t>intercambio de datos entre sistemas.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Necesita etiquetas de apertura y de cierre.</a:t>
            </a:r>
            <a:endParaRPr lang="es-AR" b="1" dirty="0">
              <a:latin typeface="Grandview Display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20FDA2-B606-8763-A72D-096C5C7B9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103" y="1720678"/>
            <a:ext cx="6000712" cy="377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13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C3CEB5-EEB5-4CF4-A94C-3AD4597BB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1C90D-A3EE-8A84-D081-A9A0B3B2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331255" cy="4144684"/>
          </a:xfrm>
        </p:spPr>
        <p:txBody>
          <a:bodyPr anchor="t">
            <a:normAutofit/>
          </a:bodyPr>
          <a:lstStyle/>
          <a:p>
            <a:r>
              <a:rPr lang="es-AR"/>
              <a:t>XML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AFBC4-E775-DC08-F2E2-3AE4A547B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2672" y="1051559"/>
            <a:ext cx="76783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Cuando trabajamos con XML, podemos y es una buena práctica, utilizar las etiquetas para identificar cada atribu</a:t>
            </a:r>
            <a:r>
              <a:rPr lang="es-AR" b="1">
                <a:latin typeface="Grandview Display"/>
              </a:rPr>
              <a:t>to, incluido el Root.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02202E-26D4-EDA3-D016-1D7B77EBD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58" y="2306826"/>
            <a:ext cx="6935976" cy="415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652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FF2517-4615-299F-E8DC-F19630074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9C058-7AFD-26FF-5C65-E782254FA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331255" cy="4144684"/>
          </a:xfrm>
        </p:spPr>
        <p:txBody>
          <a:bodyPr anchor="t">
            <a:normAutofit/>
          </a:bodyPr>
          <a:lstStyle/>
          <a:p>
            <a:r>
              <a:rPr lang="es-AR"/>
              <a:t>XML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A9F55-E503-998B-EBA0-9A0231DEF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2672" y="1051559"/>
            <a:ext cx="76783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Y necesitamos crear un constructor vacío.</a:t>
            </a:r>
            <a:endParaRPr lang="en-US">
              <a:latin typeface="Aptos" panose="020B0004020202020204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Esto es obligatorio para cualquier clase que serialicemos a XML y </a:t>
            </a:r>
            <a:r>
              <a:rPr lang="es-AR" b="1">
                <a:latin typeface="Grandview Display"/>
              </a:rPr>
              <a:t>viceversa.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C84B9D-2ED3-748D-336B-B5EE96EAE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16" y="3781990"/>
            <a:ext cx="8160019" cy="154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772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B25D13-0689-178E-81B3-54D5E1A3C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E80EF-1A38-F9AF-7B90-2A0744DC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331255" cy="4144684"/>
          </a:xfrm>
        </p:spPr>
        <p:txBody>
          <a:bodyPr anchor="t">
            <a:normAutofit/>
          </a:bodyPr>
          <a:lstStyle/>
          <a:p>
            <a:r>
              <a:rPr lang="es-AR"/>
              <a:t>XML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DD6E2-A2DE-97AE-394D-14465F115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2672" y="1051559"/>
            <a:ext cx="76783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En C# tenemos la librería de </a:t>
            </a:r>
            <a:r>
              <a:rPr lang="es-AR" b="1" dirty="0" err="1">
                <a:latin typeface="Grandview Display"/>
              </a:rPr>
              <a:t>System.Xml.Serialization</a:t>
            </a:r>
            <a:r>
              <a:rPr lang="es-AR" b="1" dirty="0">
                <a:latin typeface="Grandview Display"/>
              </a:rPr>
              <a:t>, la cuál nos permite utilizar el objeto XmlSerial</a:t>
            </a:r>
            <a:r>
              <a:rPr lang="es-AR" b="1">
                <a:latin typeface="Grandview Display"/>
              </a:rPr>
              <a:t>izer.</a:t>
            </a:r>
            <a:endParaRPr lang="es-AR" b="1" dirty="0">
              <a:latin typeface="Grandview Display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C73DB7-B7BE-695A-D131-AB94CC652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606" y="2299308"/>
            <a:ext cx="9137704" cy="437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261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1E875B-C929-7106-79EE-3CBE22D92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C9CA1-D4C2-6F26-2D59-BCA06A71A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331255" cy="4144684"/>
          </a:xfrm>
        </p:spPr>
        <p:txBody>
          <a:bodyPr anchor="t">
            <a:normAutofit/>
          </a:bodyPr>
          <a:lstStyle/>
          <a:p>
            <a:r>
              <a:rPr lang="es-AR"/>
              <a:t>XML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6F775-2ED8-A1B8-DABD-F0EE4AEFB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2672" y="1051559"/>
            <a:ext cx="76783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Y para leer el XML...</a:t>
            </a:r>
            <a:endParaRPr lang="es-AR" b="1" dirty="0">
              <a:latin typeface="Grandview Display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E90745-019B-9618-E4D7-B5B13A135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19" y="1589577"/>
            <a:ext cx="9518543" cy="4996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551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EE21EC-F462-0238-CA3D-E38DAF223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05DCC-25D0-DF8B-3185-FD57318AD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331255" cy="4144684"/>
          </a:xfrm>
        </p:spPr>
        <p:txBody>
          <a:bodyPr anchor="t">
            <a:normAutofit/>
          </a:bodyPr>
          <a:lstStyle/>
          <a:p>
            <a:r>
              <a:rPr lang="es-AR"/>
              <a:t>XML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4015E-75AE-BFD9-BEB1-44D6E3802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2672" y="1051559"/>
            <a:ext cx="76783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Si bien, de a poco ha empezado a perder popularidad, sigue siendo un formato muy </a:t>
            </a:r>
            <a:r>
              <a:rPr lang="es-AR" b="1">
                <a:latin typeface="Grandview Display"/>
              </a:rPr>
              <a:t>amigable</a:t>
            </a:r>
            <a:r>
              <a:rPr lang="es-AR" b="1" dirty="0">
                <a:latin typeface="Grandview Display"/>
              </a:rPr>
              <a:t> y usado en varios sistemas.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UI </a:t>
            </a:r>
            <a:r>
              <a:rPr lang="es-AR" b="1" err="1">
                <a:latin typeface="Grandview Display"/>
              </a:rPr>
              <a:t>Toolkit</a:t>
            </a:r>
            <a:r>
              <a:rPr lang="es-AR" b="1" dirty="0">
                <a:latin typeface="Grandview Display"/>
              </a:rPr>
              <a:t> de Unity u otras herramientas de otros motores como </a:t>
            </a:r>
            <a:r>
              <a:rPr lang="es-AR" b="1" err="1">
                <a:latin typeface="Grandview Display"/>
              </a:rPr>
              <a:t>Unreal</a:t>
            </a:r>
            <a:r>
              <a:rPr lang="es-AR" b="1" dirty="0">
                <a:latin typeface="Grandview Display"/>
              </a:rPr>
              <a:t> o </a:t>
            </a:r>
            <a:r>
              <a:rPr lang="es-AR" b="1" err="1">
                <a:latin typeface="Grandview Display"/>
              </a:rPr>
              <a:t>godot</a:t>
            </a:r>
            <a:r>
              <a:rPr lang="es-AR" b="1" dirty="0">
                <a:latin typeface="Grandview Display"/>
              </a:rPr>
              <a:t> se ba</a:t>
            </a:r>
            <a:r>
              <a:rPr lang="es-AR" b="1">
                <a:latin typeface="Grandview Display"/>
              </a:rPr>
              <a:t>san en XML.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Para archivos de configuración sigue siendo </a:t>
            </a:r>
            <a:r>
              <a:rPr lang="es-AR" b="1">
                <a:latin typeface="Grandview Display"/>
              </a:rPr>
              <a:t>bastante popular, por su fácil lectura y edición.</a:t>
            </a: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59138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92BDFE-E2D2-6406-96D5-7D2D419D8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D2615-9976-0DE8-D28B-583F89C0C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331255" cy="4144684"/>
          </a:xfrm>
        </p:spPr>
        <p:txBody>
          <a:bodyPr anchor="t">
            <a:normAutofit/>
          </a:bodyPr>
          <a:lstStyle/>
          <a:p>
            <a:r>
              <a:rPr lang="es-AR"/>
              <a:t>XML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2A16F-F1AE-3F97-FDCF-FC86CAEB3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2672" y="1051559"/>
            <a:ext cx="76783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A la hora de transmitir datos, por la red, el XML necesita 2 etiquetas por campo, lo cuál adhiere información redundante e innecesaria.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El XML es muy fácil de leer para el humano, incluso editarlo. </a:t>
            </a:r>
            <a:br>
              <a:rPr lang="es-AR" b="1" dirty="0">
                <a:latin typeface="Grandview Display"/>
              </a:rPr>
            </a:br>
            <a:r>
              <a:rPr lang="es-AR" b="1" dirty="0">
                <a:latin typeface="Grandview Display"/>
              </a:rPr>
              <a:t>Pero a la hora de transmisión o almacenamiento </a:t>
            </a:r>
            <a:r>
              <a:rPr lang="es-AR" b="1">
                <a:latin typeface="Grandview Display"/>
              </a:rPr>
              <a:t>masivo utiliza espacio extra, solo por sus etiquetas.</a:t>
            </a: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212863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257C08-635A-7213-2A5B-6C998E255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59D2E-EB4B-21FF-E277-B1B9871BB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0326188" cy="4144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AR" sz="5400"/>
              <a:t>¿Preguntas? ¿Consultas? ¿Inquietudes?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F0EAE-1CD7-D372-FC04-8941A77E5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60435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A691F5-F77A-BB95-2C28-5CEECA0E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2072F-1D4A-85C7-6758-00CF5931A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331255" cy="4144684"/>
          </a:xfrm>
        </p:spPr>
        <p:txBody>
          <a:bodyPr anchor="t">
            <a:normAutofit/>
          </a:bodyPr>
          <a:lstStyle/>
          <a:p>
            <a:r>
              <a:rPr lang="es-AR"/>
              <a:t>Binario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42EAC-05CC-F360-B1F4-457B6C303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2672" y="1051559"/>
            <a:ext cx="76783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Unos y ceros, los datos crudos, bytes primitivos, </a:t>
            </a:r>
            <a:r>
              <a:rPr lang="es-AR" b="1">
                <a:latin typeface="Grandview Display"/>
              </a:rPr>
              <a:t>secuencias de bits. Representamos los datos tal y como viven en memoria.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Excelente para el almacenamiento de datos sensibles y para </a:t>
            </a:r>
            <a:r>
              <a:rPr lang="es-AR" b="1" dirty="0" err="1">
                <a:latin typeface="Grandview Display"/>
              </a:rPr>
              <a:t>netcode</a:t>
            </a:r>
            <a:r>
              <a:rPr lang="es-AR" b="1" dirty="0">
                <a:latin typeface="Grandview Display"/>
              </a:rPr>
              <a:t> o transferencias por la red.</a:t>
            </a:r>
          </a:p>
          <a:p>
            <a:pPr marL="457200" indent="-457200"/>
            <a:r>
              <a:rPr lang="es-AR" b="1" dirty="0">
                <a:latin typeface="Grandview Display"/>
              </a:rPr>
              <a:t>Los datos sen binarios no tienen mucha </a:t>
            </a:r>
            <a:r>
              <a:rPr lang="es-AR" b="1" dirty="0" err="1">
                <a:latin typeface="Grandview Display"/>
              </a:rPr>
              <a:t>metadata</a:t>
            </a:r>
            <a:r>
              <a:rPr lang="es-AR" b="1" dirty="0">
                <a:latin typeface="Grandview Display"/>
              </a:rPr>
              <a:t>, o data extra.</a:t>
            </a:r>
          </a:p>
          <a:p>
            <a:pPr marL="457200" indent="-457200"/>
            <a:r>
              <a:rPr lang="es-AR" b="1">
                <a:latin typeface="Grandview Display"/>
              </a:rPr>
              <a:t>Difícil</a:t>
            </a:r>
            <a:r>
              <a:rPr lang="es-AR" b="1" dirty="0">
                <a:latin typeface="Grandview Display"/>
              </a:rPr>
              <a:t> modificación para el usuario normal.</a:t>
            </a:r>
          </a:p>
        </p:txBody>
      </p:sp>
    </p:spTree>
    <p:extLst>
      <p:ext uri="{BB962C8B-B14F-4D97-AF65-F5344CB8AC3E}">
        <p14:creationId xmlns:p14="http://schemas.microsoft.com/office/powerpoint/2010/main" val="1529061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C6F3D2-B41E-711C-59A6-2B097A227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B1352-24F0-2187-06CE-96158BCEA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331255" cy="4144684"/>
          </a:xfrm>
        </p:spPr>
        <p:txBody>
          <a:bodyPr anchor="t">
            <a:normAutofit/>
          </a:bodyPr>
          <a:lstStyle/>
          <a:p>
            <a:r>
              <a:rPr lang="es-AR"/>
              <a:t>Binario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99DCA-51F1-84A1-25A4-710ECC7CD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3134" y="1051559"/>
            <a:ext cx="8967875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Para su serialización tenemos System.IO, el </a:t>
            </a:r>
            <a:r>
              <a:rPr lang="es-AR" b="1" dirty="0" err="1">
                <a:latin typeface="Grandview Display"/>
              </a:rPr>
              <a:t>BinaryWriter</a:t>
            </a:r>
            <a:r>
              <a:rPr lang="es-AR" b="1" dirty="0">
                <a:latin typeface="Grandview Display"/>
              </a:rPr>
              <a:t> y el BinaryReader. O si queremos algo más profesional, </a:t>
            </a:r>
            <a:r>
              <a:rPr lang="es-AR" b="1" dirty="0" err="1">
                <a:latin typeface="Grandview Display"/>
              </a:rPr>
              <a:t>MemoryPack</a:t>
            </a:r>
            <a:r>
              <a:rPr lang="es-AR" b="1" dirty="0">
                <a:latin typeface="Grandview Display"/>
              </a:rPr>
              <a:t> o </a:t>
            </a:r>
            <a:r>
              <a:rPr lang="es-AR" b="1" dirty="0" err="1">
                <a:latin typeface="Grandview Display"/>
              </a:rPr>
              <a:t>MessagePack</a:t>
            </a:r>
            <a:r>
              <a:rPr lang="es-AR" b="1" dirty="0">
                <a:latin typeface="Grandview Display"/>
              </a:rPr>
              <a:t> (de alto rendimiento y sin malgastar la memoria).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Para usar esto no </a:t>
            </a:r>
            <a:r>
              <a:rPr lang="es-AR" b="1">
                <a:latin typeface="Grandview Display"/>
              </a:rPr>
              <a:t>necesitamos ninguna etiqueta particular.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Pero si es fundamental respetar el orden de flujo (Stream). El orden en el que los escribimos debe ser igual al orden en el que los leemos.</a:t>
            </a:r>
          </a:p>
        </p:txBody>
      </p:sp>
    </p:spTree>
    <p:extLst>
      <p:ext uri="{BB962C8B-B14F-4D97-AF65-F5344CB8AC3E}">
        <p14:creationId xmlns:p14="http://schemas.microsoft.com/office/powerpoint/2010/main" val="2892873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5AFAEB-AB0D-4389-48C9-50A8A986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F7CAD-5350-91C5-3D2C-1BFEA1D41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331255" cy="4144684"/>
          </a:xfrm>
        </p:spPr>
        <p:txBody>
          <a:bodyPr anchor="t">
            <a:normAutofit/>
          </a:bodyPr>
          <a:lstStyle/>
          <a:p>
            <a:r>
              <a:rPr lang="es-AR"/>
              <a:t>Binario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94EFE-A08A-05C6-6EF5-75CF69E03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3134" y="1051559"/>
            <a:ext cx="8967875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Podemos escribir directamente un archivo binario con la información que </a:t>
            </a:r>
            <a:r>
              <a:rPr lang="es-AR" b="1">
                <a:latin typeface="Grandview Display"/>
              </a:rPr>
              <a:t>necesitamos.</a:t>
            </a:r>
            <a:endParaRPr lang="es-AR" b="1" dirty="0">
              <a:latin typeface="Grandview Display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8FBCB3-83FB-461C-27C5-96ED706AF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273" y="1898542"/>
            <a:ext cx="8130369" cy="473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662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2CE7FE-D56E-0F56-E77D-225DAE50A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73E7A-9F18-6684-2CF7-02D905D48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331255" cy="4144684"/>
          </a:xfrm>
        </p:spPr>
        <p:txBody>
          <a:bodyPr anchor="t">
            <a:normAutofit/>
          </a:bodyPr>
          <a:lstStyle/>
          <a:p>
            <a:r>
              <a:rPr lang="es-AR"/>
              <a:t>Binario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12830-1B5E-30B3-5A51-09D60A472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3134" y="1051559"/>
            <a:ext cx="8967875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Y para leerlo, primero revisamos que el archivo exista...</a:t>
            </a:r>
            <a:endParaRPr lang="es-AR" b="1" dirty="0">
              <a:latin typeface="Grandview Display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EEBB6D-8D7C-12DA-F6A2-74297F052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13" y="2222622"/>
            <a:ext cx="10086975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329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978A89-D0C1-13BB-17D5-654DD4417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36B2B-9FC8-AA52-76AC-B1E8A8A4A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331255" cy="4144684"/>
          </a:xfrm>
        </p:spPr>
        <p:txBody>
          <a:bodyPr anchor="t">
            <a:normAutofit/>
          </a:bodyPr>
          <a:lstStyle/>
          <a:p>
            <a:r>
              <a:rPr lang="es-AR"/>
              <a:t>Binario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B81A3-D72B-E25C-32B3-A510C2516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3134" y="1051559"/>
            <a:ext cx="8967875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Recorremos el </a:t>
            </a:r>
            <a:r>
              <a:rPr lang="es-AR" b="1" dirty="0" err="1">
                <a:latin typeface="Grandview Display"/>
              </a:rPr>
              <a:t>stream</a:t>
            </a:r>
            <a:r>
              <a:rPr lang="es-AR" b="1" dirty="0">
                <a:latin typeface="Grandview Display"/>
              </a:rPr>
              <a:t> pasando dato por dato.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E488FF-291A-55C3-3E69-C4D6FBDB5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576" y="1485254"/>
            <a:ext cx="7940849" cy="525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464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3AEB5A-D0ED-218B-0BA5-64F1413B1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A4010-29EB-0625-43AB-B21F6440A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0326188" cy="4144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AR" sz="5400"/>
              <a:t>¿Preguntas? ¿Consultas? ¿Inquietudes?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13AC8-6E92-5F16-54AC-12D8F5A8B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79314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DE9CE2-CED6-CDF8-92DB-A416257D5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B461A-6724-1609-7726-984DD6AAC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924486" cy="4144684"/>
          </a:xfrm>
        </p:spPr>
        <p:txBody>
          <a:bodyPr anchor="t">
            <a:normAutofit/>
          </a:bodyPr>
          <a:lstStyle/>
          <a:p>
            <a:r>
              <a:rPr lang="es-AR"/>
              <a:t>JSON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99D7F-B91D-19C8-2C41-5DE067AC0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3134" y="1051559"/>
            <a:ext cx="8967875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JavaScript </a:t>
            </a:r>
            <a:r>
              <a:rPr lang="es-AR" b="1" dirty="0" err="1">
                <a:latin typeface="Grandview Display"/>
              </a:rPr>
              <a:t>Object</a:t>
            </a:r>
            <a:r>
              <a:rPr lang="es-AR" b="1" dirty="0">
                <a:latin typeface="Grandview Display"/>
              </a:rPr>
              <a:t> </a:t>
            </a:r>
            <a:r>
              <a:rPr lang="es-AR" b="1" dirty="0" err="1">
                <a:latin typeface="Grandview Display"/>
              </a:rPr>
              <a:t>Notation</a:t>
            </a:r>
            <a:r>
              <a:rPr lang="es-AR" b="1" dirty="0">
                <a:latin typeface="Grandview Display"/>
              </a:rPr>
              <a:t>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Es el nuevo estándar para el guardado de datos ligeros y la comunicación con servidores.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Similar, pero más ligera que el XML. Solo usa llaves y corchetes para delimitar objetos.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 dirty="0">
                <a:latin typeface="Grandview Display"/>
              </a:rPr>
              <a:t>Para </a:t>
            </a:r>
            <a:r>
              <a:rPr lang="es-AR" b="1" dirty="0" err="1">
                <a:latin typeface="Grandview Display"/>
              </a:rPr>
              <a:t>APIs</a:t>
            </a:r>
            <a:r>
              <a:rPr lang="es-AR" b="1" dirty="0">
                <a:latin typeface="Grandview Display"/>
              </a:rPr>
              <a:t> y </a:t>
            </a:r>
            <a:r>
              <a:rPr lang="es-AR" b="1" dirty="0" err="1">
                <a:latin typeface="Grandview Display"/>
              </a:rPr>
              <a:t>Backend</a:t>
            </a:r>
            <a:r>
              <a:rPr lang="es-AR" b="1" dirty="0">
                <a:latin typeface="Grandview Display"/>
              </a:rPr>
              <a:t> de Web</a:t>
            </a:r>
          </a:p>
          <a:p>
            <a:pPr marL="457200" indent="-457200"/>
            <a:r>
              <a:rPr lang="es-AR" b="1">
                <a:latin typeface="Grandview Display"/>
              </a:rPr>
              <a:t>Archivos de configuración o similares</a:t>
            </a:r>
          </a:p>
          <a:p>
            <a:pPr marL="457200" indent="-457200"/>
            <a:r>
              <a:rPr lang="es-AR" b="1">
                <a:latin typeface="Grandview Display"/>
              </a:rPr>
              <a:t>Guardado de información local o remota.</a:t>
            </a: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6640798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8F3D7A-88DA-6F0C-4EA8-599B6B8F1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3F5B4-0F1F-CDFC-9695-76D9F86F4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924486" cy="4144684"/>
          </a:xfrm>
        </p:spPr>
        <p:txBody>
          <a:bodyPr anchor="t">
            <a:normAutofit/>
          </a:bodyPr>
          <a:lstStyle/>
          <a:p>
            <a:r>
              <a:rPr lang="es-AR"/>
              <a:t>JSON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BA7E8-768E-5816-E312-8223F4641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3134" y="1051559"/>
            <a:ext cx="8967875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Unity nos ofrece una librería rápida, ya integrada. </a:t>
            </a:r>
            <a:r>
              <a:rPr lang="es-AR" b="1" dirty="0" err="1">
                <a:latin typeface="Grandview Display"/>
              </a:rPr>
              <a:t>Jsonutility</a:t>
            </a:r>
            <a:r>
              <a:rPr lang="es-AR" b="1" dirty="0">
                <a:latin typeface="Grandview Display"/>
              </a:rPr>
              <a:t>. Sin embargo, esta no soporta varios tipos de colecciones ni datos complejos anidados. Para objetos de estructura simple, funciona bien y es cómoda.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Pero si queremos ir más allá y sacarle todo el jugo... </a:t>
            </a:r>
            <a:r>
              <a:rPr lang="es-AR" b="1" dirty="0" err="1">
                <a:latin typeface="Grandview Display"/>
              </a:rPr>
              <a:t>Newtonsoft</a:t>
            </a:r>
            <a:r>
              <a:rPr lang="es-AR" b="1" dirty="0">
                <a:latin typeface="Grandview Display"/>
              </a:rPr>
              <a:t> es una librería mucho más completa, potente y flexible.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Para instalarlo podemos buscarlo en el </a:t>
            </a:r>
            <a:r>
              <a:rPr lang="es-AR" b="1" dirty="0" err="1">
                <a:latin typeface="Grandview Display"/>
              </a:rPr>
              <a:t>package</a:t>
            </a:r>
            <a:r>
              <a:rPr lang="es-AR" b="1" dirty="0">
                <a:latin typeface="Grandview Display"/>
              </a:rPr>
              <a:t> Manager, pero como </a:t>
            </a:r>
            <a:r>
              <a:rPr lang="es-AR" b="1" dirty="0" err="1">
                <a:latin typeface="Grandview Display"/>
              </a:rPr>
              <a:t>add</a:t>
            </a:r>
            <a:r>
              <a:rPr lang="es-AR" b="1" dirty="0">
                <a:latin typeface="Grandview Display"/>
              </a:rPr>
              <a:t> </a:t>
            </a:r>
            <a:r>
              <a:rPr lang="es-AR" b="1" dirty="0" err="1">
                <a:latin typeface="Grandview Display"/>
              </a:rPr>
              <a:t>on</a:t>
            </a:r>
            <a:r>
              <a:rPr lang="es-AR" b="1" dirty="0">
                <a:latin typeface="Grandview Display"/>
              </a:rPr>
              <a:t> desde </a:t>
            </a:r>
            <a:r>
              <a:rPr lang="es-AR" b="1" dirty="0" err="1">
                <a:latin typeface="Grandview Display"/>
              </a:rPr>
              <a:t>github</a:t>
            </a:r>
            <a:r>
              <a:rPr lang="es-AR" b="1" dirty="0">
                <a:latin typeface="Grandview Display"/>
              </a:rPr>
              <a:t>:</a:t>
            </a:r>
          </a:p>
          <a:p>
            <a:pPr>
              <a:buFont typeface="Arial"/>
              <a:buChar char="•"/>
            </a:pPr>
            <a:r>
              <a:rPr lang="es-AR" dirty="0" err="1">
                <a:latin typeface="Consolas"/>
              </a:rPr>
              <a:t>com.unity.nuget.newtonsoft-json</a:t>
            </a:r>
            <a:r>
              <a:rPr lang="es-AR" dirty="0">
                <a:latin typeface="Consolas"/>
              </a:rPr>
              <a:t>
</a:t>
            </a:r>
            <a:endParaRPr lang="es-AR" dirty="0"/>
          </a:p>
          <a:p>
            <a:pPr>
              <a:buFont typeface="Arial"/>
              <a:buChar char="•"/>
            </a:pPr>
            <a:endParaRPr lang="es-AR"/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406831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C98DE6-4F38-E1DC-96C1-F97A502ED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FA8BD-F35D-9EFC-F383-C91CE4ACB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3134" y="1051559"/>
            <a:ext cx="8967875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Para pasar a un </a:t>
            </a:r>
            <a:r>
              <a:rPr lang="es-AR" b="1" dirty="0" err="1">
                <a:latin typeface="Grandview Display"/>
              </a:rPr>
              <a:t>Json</a:t>
            </a:r>
            <a:r>
              <a:rPr lang="es-AR" b="1" dirty="0">
                <a:latin typeface="Grandview Display"/>
              </a:rPr>
              <a:t>...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75F7D0-3ADC-06C5-0505-A270EA55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924486" cy="4144684"/>
          </a:xfrm>
        </p:spPr>
        <p:txBody>
          <a:bodyPr anchor="t">
            <a:normAutofit/>
          </a:bodyPr>
          <a:lstStyle/>
          <a:p>
            <a:r>
              <a:rPr lang="es-AR"/>
              <a:t>JSON</a:t>
            </a:r>
            <a:r>
              <a:rPr lang="en-US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101E85-1D18-E779-FE5B-9D55CEFF3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65" y="2349744"/>
            <a:ext cx="11055458" cy="450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8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7A8CF8-8822-6C0D-BE1E-437E47233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24BAF-8432-98CC-493C-575280A3C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3134" y="1051559"/>
            <a:ext cx="8967875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Para </a:t>
            </a:r>
            <a:r>
              <a:rPr lang="es-AR" b="1" dirty="0" err="1">
                <a:latin typeface="Grandview Display"/>
              </a:rPr>
              <a:t>leer </a:t>
            </a:r>
            <a:r>
              <a:rPr lang="es-AR" b="1" dirty="0">
                <a:latin typeface="Grandview Display"/>
              </a:rPr>
              <a:t>un </a:t>
            </a:r>
            <a:r>
              <a:rPr lang="es-AR" b="1" dirty="0" err="1">
                <a:latin typeface="Grandview Display"/>
              </a:rPr>
              <a:t>Json</a:t>
            </a:r>
            <a:r>
              <a:rPr lang="es-AR" b="1" dirty="0">
                <a:latin typeface="Grandview Display"/>
              </a:rPr>
              <a:t>...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B4B59-7808-158F-BEB8-09DDC6134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924486" cy="4144684"/>
          </a:xfrm>
        </p:spPr>
        <p:txBody>
          <a:bodyPr anchor="t">
            <a:normAutofit/>
          </a:bodyPr>
          <a:lstStyle/>
          <a:p>
            <a:r>
              <a:rPr lang="es-AR"/>
              <a:t>JSON</a:t>
            </a:r>
            <a:r>
              <a:rPr lang="en-US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B745BB-5517-D747-4CC9-2B27E3B62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554" y="1710625"/>
            <a:ext cx="9476891" cy="480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448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0DE9EE-4058-775F-502D-8D6CFDBB3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73B8A-907C-8BCF-D384-05979BEAB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0115" y="1051559"/>
            <a:ext cx="8320894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XML: jerarquía pesada o validación estricta de datos. Fácil edición y lectura para un usuario promedio. </a:t>
            </a:r>
            <a:r>
              <a:rPr lang="es-AR" b="1" dirty="0" err="1">
                <a:latin typeface="Grandview Display"/>
              </a:rPr>
              <a:t>Overhead</a:t>
            </a:r>
            <a:r>
              <a:rPr lang="es-AR" b="1" dirty="0">
                <a:latin typeface="Grandview Display"/>
              </a:rPr>
              <a:t> a la hora de almacenar datos (por las etiquetas dobles)</a:t>
            </a:r>
          </a:p>
          <a:p>
            <a:r>
              <a:rPr lang="es-AR" b="1" dirty="0">
                <a:latin typeface="Grandview Display"/>
              </a:rPr>
              <a:t>Binario: Velocidad de procesamiento, ahorro de espacio (casi nada de </a:t>
            </a:r>
            <a:r>
              <a:rPr lang="es-AR" b="1" dirty="0" err="1">
                <a:latin typeface="Grandview Display"/>
              </a:rPr>
              <a:t>overhead</a:t>
            </a:r>
            <a:r>
              <a:rPr lang="es-AR" b="1" dirty="0">
                <a:latin typeface="Grandview Display"/>
              </a:rPr>
              <a:t>). Para </a:t>
            </a:r>
            <a:r>
              <a:rPr lang="es-AR" b="1" dirty="0" err="1">
                <a:latin typeface="Grandview Display"/>
              </a:rPr>
              <a:t>netCode</a:t>
            </a:r>
            <a:r>
              <a:rPr lang="es-AR" b="1" dirty="0">
                <a:latin typeface="Grandview Display"/>
              </a:rPr>
              <a:t> (juegos en red). Difícil de entender para un jugador promedio.</a:t>
            </a:r>
          </a:p>
          <a:p>
            <a:r>
              <a:rPr lang="es-AR" b="1" dirty="0" err="1">
                <a:latin typeface="Grandview Display"/>
              </a:rPr>
              <a:t>Json</a:t>
            </a:r>
            <a:r>
              <a:rPr lang="es-AR" b="1" dirty="0">
                <a:latin typeface="Grandview Display"/>
              </a:rPr>
              <a:t>: Estándar para web y bases de datos. Etiquetas y estructura compleja. Fácil lectura y modificación para un usuario promedio.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BC5CD9-4DD6-969E-40B6-0F85CCD5D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571467" cy="4144684"/>
          </a:xfrm>
        </p:spPr>
        <p:txBody>
          <a:bodyPr anchor="t">
            <a:normAutofit/>
          </a:bodyPr>
          <a:lstStyle/>
          <a:p>
            <a:r>
              <a:rPr lang="es-AR"/>
              <a:t>Resumen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5855674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90A725-33AB-782C-FD93-255C75FAD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548B-8394-886E-D24F-2E2B27D7F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0326188" cy="4144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AR" sz="5400"/>
              <a:t>¿Preguntas? ¿Consultas? ¿Inquietudes?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58EE3-365C-66FD-5658-7FB87C587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371479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6C6494-8DE7-E5C4-8C1F-A44570382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F343C-50D0-4894-1E12-4BEC036AA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567" y="1051559"/>
            <a:ext cx="7846442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Si bien dijimos que de los 3 el más difícil de comprender para un usuario normal es el binario, con simples herramientas puede ser descifrado, incluso en un </a:t>
            </a:r>
            <a:r>
              <a:rPr lang="es-AR" b="1">
                <a:latin typeface="Grandview Display"/>
              </a:rPr>
              <a:t>block de texto veríamos algo así..</a:t>
            </a: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89A7F-82F5-BA7B-0CBC-EA52B4688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43995" cy="4144684"/>
          </a:xfrm>
        </p:spPr>
        <p:txBody>
          <a:bodyPr anchor="t">
            <a:normAutofit/>
          </a:bodyPr>
          <a:lstStyle/>
          <a:p>
            <a:r>
              <a:rPr lang="es-AR"/>
              <a:t>Seguridad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9657076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4B30FB-53C7-A9CF-906C-658BB31B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38191-128F-2A9E-9624-CE5B37CDF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567" y="1051559"/>
            <a:ext cx="7846442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Por eso, se suelen utilizar </a:t>
            </a:r>
            <a:r>
              <a:rPr lang="es-AR" b="1">
                <a:latin typeface="Grandview Display"/>
              </a:rPr>
              <a:t>diferentes medios</a:t>
            </a:r>
            <a:r>
              <a:rPr lang="es-AR" b="1" dirty="0">
                <a:latin typeface="Grandview Display"/>
              </a:rPr>
              <a:t> para proteger la información sensible de nuestro </a:t>
            </a:r>
            <a:r>
              <a:rPr lang="es-AR" b="1">
                <a:latin typeface="Grandview Display"/>
              </a:rPr>
              <a:t>juego, como archivos de configuración importantes o información del usuario.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El más común, y amplio, es la encriptación.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Este método consiste en transformar los datos mediante una operación reversible, usando una </a:t>
            </a:r>
            <a:r>
              <a:rPr lang="es-AR" b="1">
                <a:latin typeface="Grandview Display"/>
              </a:rPr>
              <a:t>clave o Key.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Dato-&gt; operación-&gt;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 Guardado o envío...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-&gt; operación-&gt; lectura</a:t>
            </a:r>
            <a:endParaRPr lang="es-A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DD9390-58C6-9BF5-F2DC-E5E6278D3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43995" cy="4144684"/>
          </a:xfrm>
        </p:spPr>
        <p:txBody>
          <a:bodyPr anchor="t">
            <a:normAutofit/>
          </a:bodyPr>
          <a:lstStyle/>
          <a:p>
            <a:r>
              <a:rPr lang="es-AR"/>
              <a:t>Seguridad</a:t>
            </a:r>
            <a:r>
              <a:rPr lang="en-US" dirty="0"/>
              <a:t>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320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2249DB-B0BA-06AC-5DB7-F6C0560BE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E84F9-4A1B-B0C6-ABDB-DBE4E1AA6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567" y="1051559"/>
            <a:ext cx="7846442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Vamos a ver dos caminos para encriptar datos. Pero hay varios más.</a:t>
            </a:r>
          </a:p>
          <a:p>
            <a:pPr marL="457200" indent="-457200"/>
            <a:r>
              <a:rPr lang="es-AR" b="1">
                <a:latin typeface="Grandview Display"/>
              </a:rPr>
              <a:t>Encriptación aritmética (César o desplazamiento)</a:t>
            </a:r>
          </a:p>
          <a:p>
            <a:pPr marL="457200" indent="-457200"/>
            <a:r>
              <a:rPr lang="es-AR" b="1">
                <a:latin typeface="Grandview Display"/>
              </a:rPr>
              <a:t>Encriptación binaria (XOR)</a:t>
            </a: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C0F638-26B1-A6AD-7AFB-EE29EF761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743995" cy="4144684"/>
          </a:xfrm>
        </p:spPr>
        <p:txBody>
          <a:bodyPr anchor="t">
            <a:normAutofit/>
          </a:bodyPr>
          <a:lstStyle/>
          <a:p>
            <a:r>
              <a:rPr lang="es-AR"/>
              <a:t>Seguridad</a:t>
            </a:r>
            <a:r>
              <a:rPr lang="en-US" dirty="0"/>
              <a:t>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251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35A2C-37A0-6459-D39F-AB774B374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6A5D1-4986-18E7-E709-49151C980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2227" y="1051559"/>
            <a:ext cx="6868782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Se le suma un valor constante (</a:t>
            </a:r>
            <a:r>
              <a:rPr lang="es-AR" b="1" err="1">
                <a:latin typeface="Grandview Display"/>
              </a:rPr>
              <a:t>key</a:t>
            </a:r>
            <a:r>
              <a:rPr lang="es-AR" b="1" dirty="0">
                <a:latin typeface="Grandview Display"/>
              </a:rPr>
              <a:t>) al valor </a:t>
            </a:r>
            <a:r>
              <a:rPr lang="es-AR" b="1">
                <a:latin typeface="Grandview Display"/>
              </a:rPr>
              <a:t>numérico</a:t>
            </a:r>
            <a:r>
              <a:rPr lang="es-AR" b="1" dirty="0">
                <a:latin typeface="Grandview Display"/>
              </a:rPr>
              <a:t> de cada dato.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Para Encriptar: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Dato Cifrado = Dato Original + </a:t>
            </a:r>
            <a:r>
              <a:rPr lang="es-AR" b="1" dirty="0" err="1">
                <a:latin typeface="Grandview Display"/>
              </a:rPr>
              <a:t>key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Para Desencriptar: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Dato Original = Mensaje Cifrado – </a:t>
            </a:r>
            <a:r>
              <a:rPr lang="es-AR" b="1" dirty="0" err="1">
                <a:latin typeface="Grandview Display"/>
              </a:rPr>
              <a:t>key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Por supuesto se puede complejizar mucho </a:t>
            </a:r>
            <a:r>
              <a:rPr lang="es-AR" b="1">
                <a:latin typeface="Grandview Display"/>
              </a:rPr>
              <a:t>más. Pero siempre será un cálculo matemático.</a:t>
            </a: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AC576-8ABE-B709-144A-EBC9B788D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4023579" cy="4144684"/>
          </a:xfrm>
        </p:spPr>
        <p:txBody>
          <a:bodyPr anchor="t">
            <a:normAutofit/>
          </a:bodyPr>
          <a:lstStyle/>
          <a:p>
            <a:r>
              <a:rPr lang="es-AR" dirty="0"/>
              <a:t>Encriptación </a:t>
            </a:r>
            <a:r>
              <a:rPr lang="es-AR"/>
              <a:t>Aritmética</a:t>
            </a:r>
            <a:r>
              <a:rPr lang="en-US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2472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0796B0-DEC1-E9B9-5F2A-97057B1B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B5D9-979F-D214-323A-97CF3D4D1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0326188" cy="4144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AR" sz="5400"/>
              <a:t>¿Preguntas? ¿Consultas? ¿Inquietudes?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1577B-4ED3-E1AC-E012-1DAB47899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173746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4AE418-32C7-6908-EFE9-23FB9512A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B426B-E937-8D4C-3CC3-2DC848D12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341" y="1051559"/>
            <a:ext cx="770266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Aquí trabajaremos con los datos en binario, </a:t>
            </a:r>
            <a:r>
              <a:rPr lang="es-AR" b="1">
                <a:latin typeface="Grandview Display"/>
              </a:rPr>
              <a:t>sí</a:t>
            </a:r>
            <a:r>
              <a:rPr lang="es-AR" b="1" dirty="0">
                <a:latin typeface="Grandview Display"/>
              </a:rPr>
              <a:t> o </a:t>
            </a:r>
            <a:r>
              <a:rPr lang="es-AR" b="1">
                <a:latin typeface="Grandview Display"/>
              </a:rPr>
              <a:t>sí, unos y ceros. Y aplicaremos operaciones lógicas para encriptarlos.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También existen varios caminos con esta opción, pero vamos a enf</a:t>
            </a:r>
            <a:r>
              <a:rPr lang="es-AR" b="1">
                <a:latin typeface="Grandview Display"/>
              </a:rPr>
              <a:t>ocarnos en uno de ellos.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BFC5AE-47FB-D03A-3B75-F1DC233C2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189693" cy="4144684"/>
          </a:xfrm>
        </p:spPr>
        <p:txBody>
          <a:bodyPr anchor="t">
            <a:normAutofit/>
          </a:bodyPr>
          <a:lstStyle/>
          <a:p>
            <a:r>
              <a:rPr lang="es-AR" dirty="0"/>
              <a:t>Encriptación </a:t>
            </a:r>
            <a:r>
              <a:rPr lang="es-AR"/>
              <a:t>Binaria</a:t>
            </a:r>
            <a:r>
              <a:rPr lang="en-US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0792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F62264-5ADD-4965-2D08-5A459835E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796BA-0D91-8E0E-1635-BE7CFBCD1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341" y="1051559"/>
            <a:ext cx="770266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Operación Lógica de XOR u OR exclusivo.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Esta función es la más común, y con ella se da un fenómeno de reflexividad. Si la aplicamos </a:t>
            </a:r>
            <a:r>
              <a:rPr lang="es-AR" b="1">
                <a:latin typeface="Grandview Display"/>
              </a:rPr>
              <a:t>dos veces, llegamos al resultado inicial.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Este operados nos da 1 (verdadero) si los bits comparados son diferentes.</a:t>
            </a: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F82740-5378-E945-BCC5-BA3F90E9F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189693" cy="4144684"/>
          </a:xfrm>
        </p:spPr>
        <p:txBody>
          <a:bodyPr anchor="t">
            <a:normAutofit/>
          </a:bodyPr>
          <a:lstStyle/>
          <a:p>
            <a:r>
              <a:rPr lang="es-AR" dirty="0"/>
              <a:t>Encriptación </a:t>
            </a:r>
            <a:r>
              <a:rPr lang="es-AR"/>
              <a:t>Binaria</a:t>
            </a:r>
            <a:r>
              <a:rPr lang="en-US"/>
              <a:t>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AE7E1A-172C-3422-8302-DBE513093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569" y="4173482"/>
            <a:ext cx="6536249" cy="248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7830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FAD9E1-7EA9-619D-AB47-FD1AEEDCF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B6644-5ADF-5B93-FD39-AAE35A77C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341" y="1051559"/>
            <a:ext cx="770266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Por ejemplo...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Tenemos el dato original 74. Y </a:t>
            </a:r>
            <a:r>
              <a:rPr lang="es-AR" b="1">
                <a:latin typeface="Grandview Display"/>
              </a:rPr>
              <a:t>nuestra clave es 60.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Aplicando este operador en </a:t>
            </a:r>
            <a:r>
              <a:rPr lang="es-AR" b="1">
                <a:latin typeface="Grandview Display"/>
              </a:rPr>
              <a:t>memoria nos quedaría 118</a:t>
            </a: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51BB2F-141E-BFF9-C01B-14DC026FD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189693" cy="4144684"/>
          </a:xfrm>
        </p:spPr>
        <p:txBody>
          <a:bodyPr anchor="t">
            <a:normAutofit/>
          </a:bodyPr>
          <a:lstStyle/>
          <a:p>
            <a:r>
              <a:rPr lang="es-AR" dirty="0"/>
              <a:t>Encriptación </a:t>
            </a:r>
            <a:r>
              <a:rPr lang="es-AR"/>
              <a:t>Binaria</a:t>
            </a:r>
            <a:r>
              <a:rPr lang="en-US"/>
              <a:t>: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94BD4E-20A8-B22F-781D-FFA7E56AF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31" y="4247504"/>
            <a:ext cx="11783877" cy="206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5893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8BDBA8-CD21-BBF7-8303-A92055A5E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625E5-C2B2-3A33-67F1-6BF0C8764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341" y="1051559"/>
            <a:ext cx="770266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Por ejemplo...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Y a </a:t>
            </a:r>
            <a:r>
              <a:rPr lang="es-AR" b="1">
                <a:latin typeface="Grandview Display"/>
              </a:rPr>
              <a:t>la</a:t>
            </a:r>
            <a:r>
              <a:rPr lang="es-AR" b="1" dirty="0">
                <a:latin typeface="Grandview Display"/>
              </a:rPr>
              <a:t> hora de leer ese dato...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118 – 60..</a:t>
            </a: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6EB4EC-8484-F905-587D-2A1C71368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189693" cy="4144684"/>
          </a:xfrm>
        </p:spPr>
        <p:txBody>
          <a:bodyPr anchor="t">
            <a:normAutofit/>
          </a:bodyPr>
          <a:lstStyle/>
          <a:p>
            <a:r>
              <a:rPr lang="es-AR" dirty="0"/>
              <a:t>Encriptación </a:t>
            </a:r>
            <a:r>
              <a:rPr lang="es-AR"/>
              <a:t>Binaria</a:t>
            </a:r>
            <a:r>
              <a:rPr lang="en-US"/>
              <a:t>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64A7E-9249-E5BD-B3B0-89F5B94A3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86" y="3222437"/>
            <a:ext cx="10359971" cy="309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0913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3C7FDF-5EFD-2537-B8BA-2D436D04A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95679-4B62-991C-99DA-9B82D5D57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341" y="1051559"/>
            <a:ext cx="770266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Ahora, </a:t>
            </a:r>
            <a:r>
              <a:rPr lang="es-AR" b="1">
                <a:latin typeface="Grandview Display"/>
              </a:rPr>
              <a:t>cómo lo aplicamos?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Podemos leer un </a:t>
            </a:r>
            <a:r>
              <a:rPr lang="es-AR" b="1" dirty="0" err="1">
                <a:latin typeface="Grandview Display"/>
              </a:rPr>
              <a:t>string</a:t>
            </a:r>
            <a:r>
              <a:rPr lang="es-AR" b="1" dirty="0">
                <a:latin typeface="Grandview Display"/>
              </a:rPr>
              <a:t>. Y aplicar cualquiera de los dos métodos carácter a carácter.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O podemos aplicarlo directo sobre una </a:t>
            </a:r>
            <a:r>
              <a:rPr lang="es-AR" b="1">
                <a:latin typeface="Grandview Display"/>
              </a:rPr>
              <a:t>serialización binaria. 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Pero veamos el primer caso...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1F0E5-DCD3-D2E1-2FE9-D30F2795E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189693" cy="4144684"/>
          </a:xfrm>
        </p:spPr>
        <p:txBody>
          <a:bodyPr anchor="t">
            <a:normAutofit/>
          </a:bodyPr>
          <a:lstStyle/>
          <a:p>
            <a:r>
              <a:rPr lang="es-AR"/>
              <a:t>Encriptación</a:t>
            </a:r>
            <a:r>
              <a:rPr lang="en-US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192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C0EA1-2C80-782B-5C0B-CD9C69F1F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9FD5E-49BD-8EE4-9E36-E514B5B01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341" y="1051559"/>
            <a:ext cx="770266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Primero definimos nuestra clave. En este caso será una letra, pero podemos complejizarla mucho más.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Por ejemplo, puede ser una frase, o una secuencia de caracteres. Y vamos </a:t>
            </a:r>
            <a:r>
              <a:rPr lang="es-AR" b="1" dirty="0" err="1">
                <a:latin typeface="Grandview Display"/>
              </a:rPr>
              <a:t>recorriéndala</a:t>
            </a:r>
            <a:r>
              <a:rPr lang="es-AR" b="1" dirty="0">
                <a:latin typeface="Grandview Display"/>
              </a:rPr>
              <a:t> al mismo tiempo que recorremos el dato a cifrar.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093A1D-3FC5-62A9-7554-50654C078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189693" cy="4144684"/>
          </a:xfrm>
        </p:spPr>
        <p:txBody>
          <a:bodyPr anchor="t">
            <a:normAutofit/>
          </a:bodyPr>
          <a:lstStyle/>
          <a:p>
            <a:r>
              <a:rPr lang="es-AR"/>
              <a:t>Encriptación</a:t>
            </a:r>
            <a:r>
              <a:rPr lang="en-US"/>
              <a:t>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06A5A8-95D3-72BA-87FC-0465F2310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3" y="4687399"/>
            <a:ext cx="1050607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3098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77B7C6-78FC-C756-31D5-DF8BA7078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53FAF-CD56-ADF7-4857-11EE63C22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341" y="1051559"/>
            <a:ext cx="770266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Cómo vamos a trabajar con texto, utilizamos un </a:t>
            </a:r>
            <a:r>
              <a:rPr lang="es-AR" b="1" err="1">
                <a:latin typeface="Grandview Display"/>
              </a:rPr>
              <a:t>string</a:t>
            </a:r>
            <a:r>
              <a:rPr lang="es-AR" b="1" dirty="0">
                <a:latin typeface="Grandview Display"/>
              </a:rPr>
              <a:t> </a:t>
            </a:r>
            <a:r>
              <a:rPr lang="es-AR" b="1" err="1">
                <a:latin typeface="Grandview Display"/>
              </a:rPr>
              <a:t>builder</a:t>
            </a:r>
            <a:r>
              <a:rPr lang="es-AR" b="1" dirty="0">
                <a:latin typeface="Grandview Display"/>
              </a:rPr>
              <a:t>.  Y por supuesto, nuestro método </a:t>
            </a:r>
            <a:r>
              <a:rPr lang="es-AR" b="1">
                <a:latin typeface="Grandview Display"/>
              </a:rPr>
              <a:t>devuelve un </a:t>
            </a:r>
            <a:r>
              <a:rPr lang="es-AR" b="1" err="1">
                <a:latin typeface="Grandview Display"/>
              </a:rPr>
              <a:t>string</a:t>
            </a:r>
            <a:r>
              <a:rPr lang="es-AR" b="1">
                <a:latin typeface="Grandview Display"/>
              </a:rPr>
              <a:t>.</a:t>
            </a: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60B5E4-9C6B-5E74-1023-297CBFA21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189693" cy="4144684"/>
          </a:xfrm>
        </p:spPr>
        <p:txBody>
          <a:bodyPr anchor="t">
            <a:normAutofit/>
          </a:bodyPr>
          <a:lstStyle/>
          <a:p>
            <a:r>
              <a:rPr lang="es-AR"/>
              <a:t>Encriptación</a:t>
            </a:r>
            <a:r>
              <a:rPr lang="en-US"/>
              <a:t>: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B141CB-5289-0A11-7849-BF50776DC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73365"/>
            <a:ext cx="103632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2980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3D8AAD-4120-145B-9B53-17D7AD280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6FCB4-B8AA-63D2-4B04-338B5505B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341" y="1051559"/>
            <a:ext cx="770266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Ahora recorremos el texto y aplicamos la </a:t>
            </a:r>
            <a:r>
              <a:rPr lang="es-AR" b="1">
                <a:latin typeface="Grandview Display"/>
              </a:rPr>
              <a:t>operación XOR, en C# ^ (el indicador de potencia)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Y el resultado lo vamos agregando al </a:t>
            </a:r>
            <a:r>
              <a:rPr lang="es-AR" b="1" dirty="0" err="1">
                <a:latin typeface="Grandview Display"/>
              </a:rPr>
              <a:t>string</a:t>
            </a:r>
            <a:r>
              <a:rPr lang="es-AR" b="1" dirty="0">
                <a:latin typeface="Grandview Display"/>
              </a:rPr>
              <a:t> cifrado.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EFF8DD-2E77-5525-C548-7BB1B0580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189693" cy="4144684"/>
          </a:xfrm>
        </p:spPr>
        <p:txBody>
          <a:bodyPr anchor="t">
            <a:normAutofit/>
          </a:bodyPr>
          <a:lstStyle/>
          <a:p>
            <a:r>
              <a:rPr lang="es-AR"/>
              <a:t>Encriptación</a:t>
            </a:r>
            <a:r>
              <a:rPr lang="en-US"/>
              <a:t>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A7BC60-1C26-456D-2CC3-628B13DE1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3268758"/>
            <a:ext cx="1074420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039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24E071-6A2C-1751-1198-59938FC60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C3187-0B74-11C0-2AB1-129B02CC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341" y="1051559"/>
            <a:ext cx="770266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Y lo último, es devolver el resultado cifrado.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Aunque siempre se puede agregar más información.</a:t>
            </a: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2A9A30-FB6C-4E58-327F-5EAEB2774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189693" cy="4144684"/>
          </a:xfrm>
        </p:spPr>
        <p:txBody>
          <a:bodyPr anchor="t">
            <a:normAutofit/>
          </a:bodyPr>
          <a:lstStyle/>
          <a:p>
            <a:r>
              <a:rPr lang="es-AR"/>
              <a:t>Encriptación</a:t>
            </a:r>
            <a:r>
              <a:rPr lang="en-US"/>
              <a:t>: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F1DF8E-87E9-4FE9-E1B1-BD6C8C110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085" y="4767995"/>
            <a:ext cx="4867275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9485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217901-3A78-1654-563B-67ABFBB68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C7A27-914E-B74A-C919-58B670603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189693" cy="4144684"/>
          </a:xfrm>
        </p:spPr>
        <p:txBody>
          <a:bodyPr anchor="t">
            <a:normAutofit/>
          </a:bodyPr>
          <a:lstStyle/>
          <a:p>
            <a:r>
              <a:rPr lang="es-AR"/>
              <a:t>Encriptación</a:t>
            </a:r>
            <a:r>
              <a:rPr lang="en-US"/>
              <a:t>: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3C2492B-C20E-4710-CC5F-83F0AFD99E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6796" y="1541490"/>
            <a:ext cx="9205221" cy="512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9053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DABE03-A4F3-48B8-F684-26AD46F28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30761-5A27-C40A-049A-4A83CAF4E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0326188" cy="4144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AR" sz="5400"/>
              <a:t>¿Preguntas? ¿Consultas? ¿Inquietudes?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B7AED-0481-6881-60A5-F0FA0225D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278392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C943E4-31E4-0895-46CA-2DF1F572A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773D2-2CA4-F4E9-132E-BD974F2F1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832" y="1051559"/>
            <a:ext cx="928417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 err="1">
                <a:latin typeface="Grandview Display"/>
              </a:rPr>
              <a:t>Applicatoin</a:t>
            </a:r>
            <a:r>
              <a:rPr lang="es-AR" b="1" dirty="0">
                <a:latin typeface="Grandview Display"/>
              </a:rPr>
              <a:t> </a:t>
            </a:r>
            <a:r>
              <a:rPr lang="es-AR" b="1" dirty="0" err="1">
                <a:latin typeface="Grandview Display"/>
              </a:rPr>
              <a:t>Programming</a:t>
            </a:r>
            <a:r>
              <a:rPr lang="es-AR" b="1" dirty="0">
                <a:latin typeface="Grandview Display"/>
              </a:rPr>
              <a:t> Interface. 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Así como la UI es la </a:t>
            </a:r>
            <a:r>
              <a:rPr lang="es-AR" b="1" dirty="0" err="1">
                <a:latin typeface="Grandview Display"/>
              </a:rPr>
              <a:t>User</a:t>
            </a:r>
            <a:r>
              <a:rPr lang="es-AR" b="1" dirty="0">
                <a:latin typeface="Grandview Display"/>
              </a:rPr>
              <a:t> Interface, porque es la interfaz que conecta al humano con la aplicación. Una API es el puente que permite que dos programas interactúen entre sí (sin intervención humana).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Entonces, por ejemplo, podemos pedirle a una API que consulte (ABM) una base de datos, que verifique información, que calcule cosas complejas, que nos </a:t>
            </a:r>
            <a:r>
              <a:rPr lang="es-AR" b="1">
                <a:latin typeface="Grandview Display"/>
              </a:rPr>
              <a:t>entregue una imagen, etc. Externalizamos alguna responsabilidad,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En nuestro caso veremos </a:t>
            </a:r>
            <a:r>
              <a:rPr lang="es-AR" b="1" dirty="0" err="1">
                <a:latin typeface="Grandview Display"/>
              </a:rPr>
              <a:t>APIs</a:t>
            </a:r>
            <a:r>
              <a:rPr lang="es-AR" b="1" dirty="0">
                <a:latin typeface="Grandview Display"/>
              </a:rPr>
              <a:t> Rest, sobre HTTP, que son de las más comunes, pero no es el único tipo. REST es un tipo particular de arquitectura.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8C708-6D76-6B17-504F-D72175F7F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189693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APIs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8146338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F0645B-6320-1C39-1B0D-F66C10F66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AAEA5-74CA-C134-40D4-A42185C59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832" y="1051559"/>
            <a:ext cx="928417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Hoy en día, casi ningún VJ comercial se hace desde cero. Para la gran mayoría de los servicios se consumen </a:t>
            </a:r>
            <a:r>
              <a:rPr lang="es-AR" b="1" dirty="0" err="1">
                <a:latin typeface="Grandview Display"/>
              </a:rPr>
              <a:t>APIs</a:t>
            </a:r>
            <a:r>
              <a:rPr lang="es-AR" b="1" dirty="0">
                <a:latin typeface="Grandview Display"/>
              </a:rPr>
              <a:t>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Por ejemplo: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 dirty="0">
                <a:latin typeface="Grandview Display"/>
              </a:rPr>
              <a:t>Autenticación de </a:t>
            </a:r>
            <a:r>
              <a:rPr lang="es-AR" b="1">
                <a:latin typeface="Grandview Display"/>
              </a:rPr>
              <a:t>usuarios</a:t>
            </a:r>
            <a:r>
              <a:rPr lang="es-AR" b="1" dirty="0">
                <a:latin typeface="Grandview Display"/>
              </a:rPr>
              <a:t> / log in</a:t>
            </a:r>
          </a:p>
          <a:p>
            <a:pPr marL="457200" indent="-457200"/>
            <a:r>
              <a:rPr lang="es-AR" b="1">
                <a:latin typeface="Grandview Display"/>
              </a:rPr>
              <a:t>Pagos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 dirty="0">
                <a:latin typeface="Grandview Display"/>
              </a:rPr>
              <a:t>Estadísticas o </a:t>
            </a:r>
            <a:r>
              <a:rPr lang="es-AR" b="1" dirty="0" err="1">
                <a:latin typeface="Grandview Display"/>
              </a:rPr>
              <a:t>leaderboards</a:t>
            </a:r>
          </a:p>
          <a:p>
            <a:pPr marL="457200" indent="-457200"/>
            <a:r>
              <a:rPr lang="es-AR" b="1" dirty="0">
                <a:latin typeface="Grandview Display"/>
              </a:rPr>
              <a:t>Contenido dinámico / Live </a:t>
            </a:r>
            <a:r>
              <a:rPr lang="es-AR" b="1" dirty="0" err="1">
                <a:latin typeface="Grandview Display"/>
              </a:rPr>
              <a:t>Ops</a:t>
            </a:r>
          </a:p>
          <a:p>
            <a:pPr marL="457200" indent="-457200"/>
            <a:r>
              <a:rPr lang="es-AR" b="1" dirty="0" err="1">
                <a:latin typeface="Grandview Display"/>
              </a:rPr>
              <a:t>Assets</a:t>
            </a:r>
            <a:r>
              <a:rPr lang="es-AR" b="1" dirty="0">
                <a:latin typeface="Grandview Display"/>
              </a:rPr>
              <a:t> (imágenes o texto)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D55C86-83D6-A7F9-43BD-D91A9F95E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189693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APIs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1036402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872C5-EA0D-1A3B-0770-CFA5260BF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4E03A-EDA5-CA2C-2156-147CA43E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832" y="1051559"/>
            <a:ext cx="928417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Las principales ventajas para su uso son: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>
                <a:latin typeface="Grandview Display"/>
              </a:rPr>
              <a:t>Desacoplar; nosotros solo programamos en Unity, y consumimos otros servicios.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 dirty="0">
                <a:latin typeface="Grandview Display"/>
              </a:rPr>
              <a:t>Seguridad; para cosas sensibles, hay </a:t>
            </a:r>
            <a:r>
              <a:rPr lang="es-AR" b="1" err="1">
                <a:latin typeface="Grandview Display"/>
              </a:rPr>
              <a:t>APIs</a:t>
            </a:r>
            <a:r>
              <a:rPr lang="es-AR" b="1" dirty="0">
                <a:latin typeface="Grandview Display"/>
              </a:rPr>
              <a:t> más seguras que lo que ofrece Unity como motor </a:t>
            </a:r>
            <a:r>
              <a:rPr lang="es-AR" b="1">
                <a:latin typeface="Grandview Display"/>
              </a:rPr>
              <a:t>standalone.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>
                <a:latin typeface="Grandview Display"/>
              </a:rPr>
              <a:t>Multiplataforma; la misma API responde igual independientemente de la plataforma.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>
                <a:latin typeface="Grandview Display"/>
              </a:rPr>
              <a:t>Escalabilidad; están hechas para trabajar con grandes cantidades de usuarios, nosotros no debemos molestarnos por eso.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11DB9D-07CC-61B2-ACE1-2E2093273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189693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APIs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6611830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54BEB7-B7D1-F2CD-8233-DEF273AA9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CA46F-6098-BC1E-FA8A-A1E018BA4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832" y="1051559"/>
            <a:ext cx="928417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Cuando consultamos una API no sabemos cuánto pueda demorar en respondernos, entonces necesitamos hacerlo </a:t>
            </a:r>
            <a:r>
              <a:rPr lang="es-AR" b="1">
                <a:latin typeface="Grandview Display"/>
              </a:rPr>
              <a:t>de forma asincrónica.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Para "pegarle" a la API solemos utilizar un petición HTTP, y en Unity tenemos un </a:t>
            </a:r>
            <a:r>
              <a:rPr lang="es-AR" b="1" dirty="0" err="1">
                <a:latin typeface="Grandview Display"/>
              </a:rPr>
              <a:t>handler</a:t>
            </a:r>
            <a:r>
              <a:rPr lang="es-AR" b="1" dirty="0">
                <a:latin typeface="Grandview Display"/>
              </a:rPr>
              <a:t> para eso, </a:t>
            </a:r>
            <a:r>
              <a:rPr lang="es-AR" b="1" dirty="0" err="1">
                <a:latin typeface="Grandview Display"/>
              </a:rPr>
              <a:t>UnityWebRequest</a:t>
            </a:r>
            <a:r>
              <a:rPr lang="es-AR" b="1" dirty="0">
                <a:latin typeface="Grandview Display"/>
              </a:rPr>
              <a:t>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Veamos el ejemplo de Usar la </a:t>
            </a:r>
            <a:r>
              <a:rPr lang="es-AR" b="1" dirty="0" err="1">
                <a:latin typeface="Grandview Display"/>
              </a:rPr>
              <a:t>PokeAPI</a:t>
            </a:r>
            <a:r>
              <a:rPr lang="es-AR" b="1" dirty="0">
                <a:latin typeface="Grandview Display"/>
              </a:rPr>
              <a:t>. Intentaremos buscar los datos de un </a:t>
            </a:r>
            <a:r>
              <a:rPr lang="es-AR" b="1" dirty="0" err="1">
                <a:latin typeface="Grandview Display"/>
              </a:rPr>
              <a:t>Pokemon</a:t>
            </a:r>
            <a:r>
              <a:rPr lang="es-AR" b="1" dirty="0">
                <a:latin typeface="Grandview Display"/>
              </a:rPr>
              <a:t> por su nombre.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dirty="0">
                <a:ea typeface="+mn-lt"/>
                <a:cs typeface="+mn-lt"/>
                <a:hlinkClick r:id="rId2"/>
              </a:rPr>
              <a:t>https://pokeapi.co/</a:t>
            </a:r>
            <a:endParaRPr lang="es-A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6EC05F-9695-C89C-517C-83ED03A94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507543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APIs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8921694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79EB39-DECA-88B4-DC41-0D39481CA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9F9F3-8683-99E8-E3BD-46CE8C162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832" y="1051559"/>
            <a:ext cx="928417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Por lo </a:t>
            </a:r>
            <a:r>
              <a:rPr lang="es-AR" b="1">
                <a:latin typeface="Grandview Display"/>
              </a:rPr>
              <a:t>general</a:t>
            </a:r>
            <a:r>
              <a:rPr lang="es-AR" b="1" dirty="0">
                <a:latin typeface="Grandview Display"/>
              </a:rPr>
              <a:t>, si la API es pública tendrá una documentación disponible, siempre es bueno revisarla.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Sobre todo, porque en este caso podemos identificar la </a:t>
            </a:r>
            <a:r>
              <a:rPr lang="es-AR" b="1" err="1">
                <a:latin typeface="Grandview Display"/>
              </a:rPr>
              <a:t>estruct</a:t>
            </a:r>
            <a:r>
              <a:rPr lang="es-AR" b="1">
                <a:latin typeface="Grandview Display"/>
              </a:rPr>
              <a:t>ura de la información que nos devolverá.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En estos casos, podemos utilizar la etiqueta de </a:t>
            </a:r>
            <a:r>
              <a:rPr lang="es-AR" b="1" dirty="0" err="1">
                <a:latin typeface="Grandview Display"/>
              </a:rPr>
              <a:t>JsonProperty</a:t>
            </a:r>
            <a:r>
              <a:rPr lang="es-AR" b="1" dirty="0">
                <a:latin typeface="Grandview Display"/>
              </a:rPr>
              <a:t>. Así esa etiqueta es la que debe coincidir, y no el nombre de nuestro campo.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8A652D-532F-C083-7747-4D45D89B5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507543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APIs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E1C769-CEFB-C9E9-E94C-2320F8C0B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94" y="5051217"/>
            <a:ext cx="7950499" cy="131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6440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19BEF9-D24E-2591-9647-E1EF775C3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351F8-5557-5A82-13F2-F63276D60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832" y="1051559"/>
            <a:ext cx="928417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Primero replicamos el nodo principal / </a:t>
            </a:r>
            <a:r>
              <a:rPr lang="es-AR" b="1" dirty="0" err="1">
                <a:latin typeface="Grandview Display"/>
              </a:rPr>
              <a:t>root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CFC2EB-F0DF-0D3D-44EA-C8D25DDF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507543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APIs</a:t>
            </a:r>
            <a:r>
              <a:rPr lang="en-US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EF7A2B-E35A-1A10-ED8A-CB3D35350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26218"/>
            <a:ext cx="8734817" cy="524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517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DDD2B7-75DB-B3F4-262B-7A6A537A2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4DED2-DF41-92F7-49C1-E9A1D14E3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832" y="1051559"/>
            <a:ext cx="928417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Y luego, si los hay, a los objetos anidados...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16A5CF-620B-CDB7-74E1-84F34778D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507543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APIs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0B934B-4046-3439-50E7-BD0B9B4EB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68" y="1711890"/>
            <a:ext cx="7073916" cy="499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0802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C7D595-620E-4F1A-C52F-7FCF4D825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1A3BB-E624-A750-67E3-6D1CF4F05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832" y="1051559"/>
            <a:ext cx="928417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Una vez que tenemos la estructura es momento de hacer el </a:t>
            </a:r>
            <a:r>
              <a:rPr lang="es-AR" b="1" dirty="0" err="1">
                <a:latin typeface="Grandview Display"/>
              </a:rPr>
              <a:t>request</a:t>
            </a:r>
            <a:r>
              <a:rPr lang="es-AR" b="1" dirty="0">
                <a:latin typeface="Grandview Display"/>
              </a:rPr>
              <a:t> a la API. En este caso será un GET.</a:t>
            </a:r>
            <a:endParaRPr lang="en-US" dirty="0"/>
          </a:p>
          <a:p>
            <a:pPr marL="0" indent="0">
              <a:buNone/>
            </a:pPr>
            <a:r>
              <a:rPr lang="es-AR" b="1">
                <a:latin typeface="Grandview Display"/>
              </a:rPr>
              <a:t>En este paso vamos a necesitar estás dos librerías.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ED1708-35BC-77D1-EC53-59A671445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507543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APIs</a:t>
            </a:r>
            <a:r>
              <a:rPr lang="en-US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9C79D2-C549-9873-2873-3AE1CBF94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21" y="3183700"/>
            <a:ext cx="11141248" cy="99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9419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C1122C-F6B4-A8F8-64A2-689E875DF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D7984-B13C-07DA-4A8F-1EC5B8030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832" y="1051559"/>
            <a:ext cx="928417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Si presionamos la barra espaciadora iniciamos el </a:t>
            </a:r>
            <a:r>
              <a:rPr lang="es-AR" b="1" dirty="0" err="1">
                <a:latin typeface="Grandview Display"/>
              </a:rPr>
              <a:t>request</a:t>
            </a:r>
            <a:r>
              <a:rPr lang="es-AR" b="1" dirty="0">
                <a:latin typeface="Grandview Display"/>
              </a:rPr>
              <a:t>. Aquí ya necesitamos saber la dirección, el URL, donde esté establecida la API.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EED51-5054-A0E4-0489-006B426C8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507543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APIs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F76349-45DB-32D6-7D2D-8626B9315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71" y="2339235"/>
            <a:ext cx="9474766" cy="435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750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394852-6A29-72DD-D897-16CF1390B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856BE-1578-F4FA-54A2-E78BEFF3E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832" y="1051559"/>
            <a:ext cx="928417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Usamos una </a:t>
            </a:r>
            <a:r>
              <a:rPr lang="es-AR" b="1" dirty="0" err="1">
                <a:latin typeface="Grandview Display"/>
              </a:rPr>
              <a:t>Corrutina</a:t>
            </a:r>
            <a:r>
              <a:rPr lang="es-AR" b="1" dirty="0">
                <a:latin typeface="Grandview Display"/>
              </a:rPr>
              <a:t>. Y un </a:t>
            </a:r>
            <a:r>
              <a:rPr lang="es-AR" b="1" dirty="0" err="1">
                <a:latin typeface="Grandview Display"/>
              </a:rPr>
              <a:t>UnityWebRequest</a:t>
            </a:r>
            <a:r>
              <a:rPr lang="es-AR" b="1" dirty="0">
                <a:latin typeface="Grandview Display"/>
              </a:rPr>
              <a:t>. 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C01E5E-9E63-C968-8B38-D65BC4CA0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507543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APIs</a:t>
            </a:r>
            <a:r>
              <a:rPr lang="en-US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17933C-2EF5-CB36-7613-AC16CBE57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43" y="2022823"/>
            <a:ext cx="1106805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6212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D7279E-5EA1-B52C-5591-CE01FA0AE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882FE-4F29-0FC9-BA31-3D186ADDA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832" y="1051559"/>
            <a:ext cx="928417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Siempre es recomendable </a:t>
            </a:r>
            <a:r>
              <a:rPr lang="es-AR" b="1">
                <a:latin typeface="Grandview Display"/>
              </a:rPr>
              <a:t>manejar</a:t>
            </a:r>
            <a:r>
              <a:rPr lang="es-AR" b="1" dirty="0">
                <a:latin typeface="Grandview Display"/>
              </a:rPr>
              <a:t> los errores, por lo menos los más comunes. Y que nuestro juego siga funcionando si es posible...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E43C0F-6B56-1CF7-8161-91ABD434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507543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APIs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A41A29-8AE3-C0EB-8055-AA3CDFA15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64" y="2777776"/>
            <a:ext cx="11266510" cy="312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2438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4BE928-0AC6-8B03-E548-E954ED8D3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D9A36-BA12-2C76-5E01-8C6B33164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832" y="1051559"/>
            <a:ext cx="928417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Por el contrario si todo salió bien, recibimos el </a:t>
            </a:r>
            <a:r>
              <a:rPr lang="es-AR" b="1" dirty="0" err="1">
                <a:latin typeface="Grandview Display"/>
              </a:rPr>
              <a:t>Json</a:t>
            </a:r>
            <a:r>
              <a:rPr lang="es-AR" b="1" dirty="0">
                <a:latin typeface="Grandview Display"/>
              </a:rPr>
              <a:t> como </a:t>
            </a:r>
            <a:r>
              <a:rPr lang="es-AR" b="1" dirty="0" err="1">
                <a:latin typeface="Grandview Display"/>
              </a:rPr>
              <a:t>text</a:t>
            </a:r>
            <a:r>
              <a:rPr lang="es-AR" b="1" dirty="0">
                <a:latin typeface="Grandview Display"/>
              </a:rPr>
              <a:t>. Y podemos convertirlo en un objeto de tipo </a:t>
            </a:r>
            <a:r>
              <a:rPr lang="es-AR" b="1" dirty="0" err="1">
                <a:latin typeface="Grandview Display"/>
              </a:rPr>
              <a:t>PokemonData</a:t>
            </a:r>
            <a:r>
              <a:rPr lang="es-AR" b="1" dirty="0">
                <a:latin typeface="Grandview Display"/>
              </a:rPr>
              <a:t>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B2F337-1F8C-D2B7-089C-DA2BF23D7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507543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APIs</a:t>
            </a:r>
            <a:r>
              <a:rPr lang="en-US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443D79-A0F1-85E7-ECD9-9B7202D55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824" y="2308181"/>
            <a:ext cx="9525914" cy="443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5328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A12A71-E0CA-F418-1278-52D353D5D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5A8FB-811C-AD94-7B6B-EC066EB43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832" y="1051559"/>
            <a:ext cx="928417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Pedimos la información.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Recibimos el </a:t>
            </a:r>
            <a:r>
              <a:rPr lang="es-AR" b="1" err="1">
                <a:latin typeface="Grandview Display"/>
              </a:rPr>
              <a:t>Json</a:t>
            </a:r>
            <a:r>
              <a:rPr lang="es-AR" b="1">
                <a:latin typeface="Grandview Display"/>
              </a:rPr>
              <a:t>. Lo convertimos en Objeto.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Hacemos algo con ese objeto.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15285-31DD-80B0-2FA4-E0EBA3D27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507543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APIs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518267-7108-520D-0F6B-70640EA9A7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31" b="-450"/>
          <a:stretch>
            <a:fillRect/>
          </a:stretch>
        </p:blipFill>
        <p:spPr>
          <a:xfrm>
            <a:off x="637066" y="3373416"/>
            <a:ext cx="11450236" cy="336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7008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D9C23D-28B8-7DAF-1182-A5AB02727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6B192-D071-2F9D-608C-AB00AE3D6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832" y="1051559"/>
            <a:ext cx="928417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/>
            <a:r>
              <a:rPr lang="es-AR" b="1" err="1">
                <a:latin typeface="Grandview Display"/>
              </a:rPr>
              <a:t>Usmaos</a:t>
            </a:r>
            <a:r>
              <a:rPr lang="es-AR" b="1" dirty="0">
                <a:latin typeface="Grandview Display"/>
              </a:rPr>
              <a:t> una </a:t>
            </a:r>
            <a:r>
              <a:rPr lang="es-AR" b="1" err="1">
                <a:latin typeface="Grandview Display"/>
              </a:rPr>
              <a:t>corrutina</a:t>
            </a:r>
            <a:r>
              <a:rPr lang="es-AR" b="1" dirty="0">
                <a:latin typeface="Grandview Display"/>
              </a:rPr>
              <a:t> para no frenar el resto del </a:t>
            </a:r>
            <a:r>
              <a:rPr lang="es-AR" b="1">
                <a:latin typeface="Grandview Display"/>
              </a:rPr>
              <a:t>juego.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>
                <a:latin typeface="Grandview Display"/>
              </a:rPr>
              <a:t>Mientras iniciamos el pedido, enviamos la consulta, los servidores la procesan y envían la respuesta, el juego sigue funcionando.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 dirty="0">
                <a:latin typeface="Grandview Display"/>
              </a:rPr>
              <a:t>Cuando hacemos el </a:t>
            </a:r>
            <a:r>
              <a:rPr lang="es-AR" b="1" err="1">
                <a:latin typeface="Grandview Display"/>
              </a:rPr>
              <a:t>SendRequest</a:t>
            </a:r>
            <a:r>
              <a:rPr lang="es-AR" b="1" dirty="0">
                <a:latin typeface="Grandview Display"/>
              </a:rPr>
              <a:t> la rutina queda esperando hasta que haya </a:t>
            </a:r>
            <a:r>
              <a:rPr lang="es-AR" b="1">
                <a:latin typeface="Grandview Display"/>
              </a:rPr>
              <a:t>una </a:t>
            </a:r>
            <a:r>
              <a:rPr lang="es-AR" b="1" dirty="0">
                <a:latin typeface="Grandview Display"/>
              </a:rPr>
              <a:t>respuesta.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0533B-FF7B-B5A9-BC56-7E2D0CF53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507543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APIs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739598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8F32C0-8EFE-4194-9111-6E180844D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B00B0-4880-57AC-1A11-5ACADE06A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832" y="1051559"/>
            <a:ext cx="928417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/>
            <a:r>
              <a:rPr lang="es-AR" b="1" dirty="0">
                <a:latin typeface="Grandview Display"/>
              </a:rPr>
              <a:t>Si bien se puede hacer de otras maneras, cuando usamos un </a:t>
            </a:r>
            <a:r>
              <a:rPr lang="es-AR" b="1" dirty="0" err="1">
                <a:latin typeface="Grandview Display"/>
              </a:rPr>
              <a:t>WebRequest</a:t>
            </a:r>
            <a:r>
              <a:rPr lang="es-AR" b="1" dirty="0">
                <a:latin typeface="Grandview Display"/>
              </a:rPr>
              <a:t> solemos utilizar la declaración "</a:t>
            </a:r>
            <a:r>
              <a:rPr lang="es-AR" b="1" dirty="0" err="1">
                <a:latin typeface="Grandview Display"/>
              </a:rPr>
              <a:t>using</a:t>
            </a:r>
            <a:r>
              <a:rPr lang="es-AR" b="1" dirty="0">
                <a:latin typeface="Grandview Display"/>
              </a:rPr>
              <a:t>". </a:t>
            </a:r>
            <a:endParaRPr lang="en-US"/>
          </a:p>
          <a:p>
            <a:pPr marL="457200" indent="-457200"/>
            <a:r>
              <a:rPr lang="es-AR" b="1" dirty="0">
                <a:latin typeface="Grandview Display"/>
              </a:rPr>
              <a:t>Un </a:t>
            </a:r>
            <a:r>
              <a:rPr lang="es-AR" b="1" dirty="0" err="1">
                <a:latin typeface="Grandview Display"/>
              </a:rPr>
              <a:t>WebRequest</a:t>
            </a:r>
            <a:r>
              <a:rPr lang="es-AR" b="1" dirty="0">
                <a:latin typeface="Grandview Display"/>
              </a:rPr>
              <a:t> consume memoria y recursos de Red, y el GC no reconocerá si puede eliminarlo o no. </a:t>
            </a:r>
            <a:endParaRPr lang="es-AR">
              <a:latin typeface="Aptos" panose="020B0004020202020204"/>
            </a:endParaRPr>
          </a:p>
          <a:p>
            <a:pPr marL="457200" indent="-457200"/>
            <a:r>
              <a:rPr lang="es-AR" b="1" dirty="0">
                <a:latin typeface="Grandview Display"/>
              </a:rPr>
              <a:t>Por eso usando el </a:t>
            </a:r>
            <a:r>
              <a:rPr lang="es-AR" b="1" dirty="0" err="1">
                <a:latin typeface="Grandview Display"/>
              </a:rPr>
              <a:t>using</a:t>
            </a:r>
            <a:r>
              <a:rPr lang="es-AR" b="1" dirty="0">
                <a:latin typeface="Grandview Display"/>
              </a:rPr>
              <a:t> nos aseguramos de que ese </a:t>
            </a:r>
            <a:r>
              <a:rPr lang="es-AR" b="1" dirty="0" err="1">
                <a:latin typeface="Grandview Display"/>
              </a:rPr>
              <a:t>WebRequest</a:t>
            </a:r>
            <a:r>
              <a:rPr lang="es-AR" b="1" dirty="0">
                <a:latin typeface="Grandview Display"/>
              </a:rPr>
              <a:t> sea descartado cuando termina la </a:t>
            </a:r>
            <a:r>
              <a:rPr lang="es-AR" b="1" dirty="0" err="1">
                <a:latin typeface="Grandview Display"/>
              </a:rPr>
              <a:t>corrutina</a:t>
            </a:r>
            <a:r>
              <a:rPr lang="es-AR" b="1" dirty="0">
                <a:latin typeface="Grandview Display"/>
              </a:rPr>
              <a:t>.</a:t>
            </a:r>
            <a:endParaRPr lang="es-AR"/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EC2400-1587-B041-96F8-692A32A6A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507543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APIs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3929234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8EEDE1-EA9F-BF28-F445-D140136C7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82894-B4D5-B29D-A43D-99452BEF7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832" y="1051559"/>
            <a:ext cx="928417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/>
            <a:r>
              <a:rPr lang="es-AR" b="1">
                <a:latin typeface="Grandview Display"/>
              </a:rPr>
              <a:t>Para el manejo de errores, estos son los comunes de HTTP.</a:t>
            </a:r>
            <a:endParaRPr lang="en-US"/>
          </a:p>
          <a:p>
            <a:pPr marL="457200" indent="-457200"/>
            <a:r>
              <a:rPr lang="es-AR" b="1" dirty="0">
                <a:latin typeface="Grandview Display"/>
              </a:rPr>
              <a:t>Y podemos saber qu</a:t>
            </a:r>
            <a:r>
              <a:rPr lang="es-AR" b="1">
                <a:latin typeface="Grandview Display"/>
              </a:rPr>
              <a:t>é tipo de error estamos teniendo.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 dirty="0">
                <a:latin typeface="Grandview Display"/>
              </a:rPr>
              <a:t>A veces, </a:t>
            </a:r>
            <a:r>
              <a:rPr lang="es-AR" b="1">
                <a:latin typeface="Grandview Display"/>
              </a:rPr>
              <a:t>dependiendo el error podemos re intentar, cambiar el flujo de nuestro juego, o no dejar avanzar al jugador.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19D452-87EF-0078-DF47-DAEB1146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507543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APIs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17F001-2F93-D297-BD0D-6B38CCD58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46" y="4602532"/>
            <a:ext cx="11125721" cy="162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968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1A8459-B25D-3F2D-E9E8-DBB12A51D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CCC13-A00F-6981-9F70-8D27534E1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326" y="1719613"/>
            <a:ext cx="10891683" cy="458060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err="1">
                <a:latin typeface="Grandview Display"/>
              </a:rPr>
              <a:t>PokeAPI</a:t>
            </a:r>
            <a:r>
              <a:rPr lang="es-AR" b="1">
                <a:latin typeface="Grandview Display"/>
              </a:rPr>
              <a:t> (Pokemon)</a:t>
            </a:r>
          </a:p>
          <a:p>
            <a:r>
              <a:rPr lang="es-AR" b="1">
                <a:latin typeface="Grandview Display"/>
              </a:rPr>
              <a:t>Open Trivia DB (Preguntas y respuestas)</a:t>
            </a:r>
          </a:p>
          <a:p>
            <a:r>
              <a:rPr lang="es-AR" b="1">
                <a:latin typeface="Grandview Display"/>
              </a:rPr>
              <a:t>Jikan API (Anime y Manga)</a:t>
            </a:r>
          </a:p>
          <a:p>
            <a:r>
              <a:rPr lang="es-AR" b="1" dirty="0">
                <a:latin typeface="Grandview Display"/>
              </a:rPr>
              <a:t>Open-</a:t>
            </a:r>
            <a:r>
              <a:rPr lang="es-AR" b="1" dirty="0" err="1">
                <a:latin typeface="Grandview Display"/>
              </a:rPr>
              <a:t>Meteo</a:t>
            </a:r>
            <a:r>
              <a:rPr lang="es-AR" b="1" dirty="0">
                <a:latin typeface="Grandview Display"/>
              </a:rPr>
              <a:t> (Clima)</a:t>
            </a:r>
          </a:p>
          <a:p>
            <a:r>
              <a:rPr lang="es-AR" b="1">
                <a:latin typeface="Grandview Display"/>
              </a:rPr>
              <a:t>Fake Store API (Tinda virtual simulada)</a:t>
            </a:r>
          </a:p>
          <a:p>
            <a:r>
              <a:rPr lang="es-AR" b="1">
                <a:latin typeface="Grandview Display"/>
              </a:rPr>
              <a:t>Chuck Norris Jokes</a:t>
            </a:r>
          </a:p>
          <a:p>
            <a:r>
              <a:rPr lang="es-AR" b="1">
                <a:latin typeface="Grandview Display"/>
              </a:rPr>
              <a:t>PUBG</a:t>
            </a:r>
          </a:p>
          <a:p>
            <a:r>
              <a:rPr lang="es-AR" b="1" dirty="0" err="1">
                <a:latin typeface="Grandview Display"/>
              </a:rPr>
              <a:t>RapidAPI</a:t>
            </a:r>
            <a:r>
              <a:rPr lang="es-AR" b="1" dirty="0">
                <a:latin typeface="Grandview Display"/>
              </a:rPr>
              <a:t> (listado de </a:t>
            </a:r>
            <a:r>
              <a:rPr lang="es-AR" b="1" dirty="0" err="1">
                <a:latin typeface="Grandview Display"/>
              </a:rPr>
              <a:t>APIs</a:t>
            </a:r>
            <a:r>
              <a:rPr lang="es-AR" b="1" dirty="0">
                <a:latin typeface="Grandview Display"/>
              </a:rPr>
              <a:t> libres)</a:t>
            </a:r>
          </a:p>
          <a:p>
            <a:r>
              <a:rPr lang="es-AR" b="1">
                <a:latin typeface="Grandview Display"/>
              </a:rPr>
              <a:t>Listado de varias útiles (</a:t>
            </a:r>
            <a:r>
              <a:rPr lang="es-AR">
                <a:ea typeface="+mn-lt"/>
                <a:cs typeface="+mn-lt"/>
                <a:hlinkClick r:id="rId2"/>
              </a:rPr>
              <a:t>https://youtube.com/shorts/HPijAIKqGZ0?si=014GN2G1HRWWHbQm</a:t>
            </a:r>
            <a:r>
              <a:rPr lang="es-AR">
                <a:ea typeface="+mn-lt"/>
                <a:cs typeface="+mn-lt"/>
              </a:rPr>
              <a:t>)</a:t>
            </a:r>
            <a:endParaRPr lang="es-AR" b="1" dirty="0">
              <a:ea typeface="+mn-lt"/>
              <a:cs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BD3966-2B7E-A1E4-7D40-38B29D49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8146337" cy="710465"/>
          </a:xfrm>
        </p:spPr>
        <p:txBody>
          <a:bodyPr anchor="t">
            <a:normAutofit/>
          </a:bodyPr>
          <a:lstStyle/>
          <a:p>
            <a:r>
              <a:rPr lang="es-AR" dirty="0" err="1"/>
              <a:t>Alguanas</a:t>
            </a:r>
            <a:r>
              <a:rPr lang="es-AR" dirty="0"/>
              <a:t> </a:t>
            </a:r>
            <a:r>
              <a:rPr lang="es-AR" dirty="0" err="1"/>
              <a:t>APIs</a:t>
            </a:r>
            <a:r>
              <a:rPr lang="es-AR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0003927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9661A9-C384-B60A-F3D6-0FD6B4DBD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2F9CE-7D11-D0AD-7A01-20B5D4A3A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0326188" cy="4144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AR" sz="5400"/>
              <a:t>¿Preguntas? ¿Consultas? ¿Inquietudes?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34311-3653-9AB8-9D02-01FF84198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075967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61" baseType="lpstr">
      <vt:lpstr>Tema de Office</vt:lpstr>
      <vt:lpstr>DashVTI</vt:lpstr>
      <vt:lpstr>Juegos en Red</vt:lpstr>
      <vt:lpstr>Contenido:</vt:lpstr>
      <vt:lpstr>Serialización:</vt:lpstr>
      <vt:lpstr>Serialización:</vt:lpstr>
      <vt:lpstr>Clase de ejemplo:</vt:lpstr>
      <vt:lpstr>XML:</vt:lpstr>
      <vt:lpstr>XML:</vt:lpstr>
      <vt:lpstr>XML:</vt:lpstr>
      <vt:lpstr>XML:</vt:lpstr>
      <vt:lpstr>XML:</vt:lpstr>
      <vt:lpstr>XML:</vt:lpstr>
      <vt:lpstr>XML:</vt:lpstr>
      <vt:lpstr>¿Preguntas? ¿Consultas? ¿Inquietudes?</vt:lpstr>
      <vt:lpstr>Binario:</vt:lpstr>
      <vt:lpstr>Binario:</vt:lpstr>
      <vt:lpstr>Binario:</vt:lpstr>
      <vt:lpstr>Binario:</vt:lpstr>
      <vt:lpstr>Binario:</vt:lpstr>
      <vt:lpstr>¿Preguntas? ¿Consultas? ¿Inquietudes?</vt:lpstr>
      <vt:lpstr>JSON:</vt:lpstr>
      <vt:lpstr>JSON:</vt:lpstr>
      <vt:lpstr>JSON:</vt:lpstr>
      <vt:lpstr>JSON:</vt:lpstr>
      <vt:lpstr>Resumen:</vt:lpstr>
      <vt:lpstr>¿Preguntas? ¿Consultas? ¿Inquietudes?</vt:lpstr>
      <vt:lpstr>Seguridad:</vt:lpstr>
      <vt:lpstr>Seguridad:</vt:lpstr>
      <vt:lpstr>Seguridad:</vt:lpstr>
      <vt:lpstr>Encriptación Aritmética:</vt:lpstr>
      <vt:lpstr>¿Preguntas? ¿Consultas? ¿Inquietudes?</vt:lpstr>
      <vt:lpstr>Encriptación Binaria:</vt:lpstr>
      <vt:lpstr>Encriptación Binaria:</vt:lpstr>
      <vt:lpstr>Encriptación Binaria:</vt:lpstr>
      <vt:lpstr>Encriptación Binaria:</vt:lpstr>
      <vt:lpstr>Encriptación:</vt:lpstr>
      <vt:lpstr>Encriptación:</vt:lpstr>
      <vt:lpstr>Encriptación:</vt:lpstr>
      <vt:lpstr>Encriptación:</vt:lpstr>
      <vt:lpstr>Encriptación:</vt:lpstr>
      <vt:lpstr>Encriptación:</vt:lpstr>
      <vt:lpstr>¿Preguntas? ¿Consultas? ¿Inquietudes?</vt:lpstr>
      <vt:lpstr>APIs:</vt:lpstr>
      <vt:lpstr>APIs:</vt:lpstr>
      <vt:lpstr>APIs:</vt:lpstr>
      <vt:lpstr>APIs:</vt:lpstr>
      <vt:lpstr>APIs:</vt:lpstr>
      <vt:lpstr>APIs:</vt:lpstr>
      <vt:lpstr>APIs:</vt:lpstr>
      <vt:lpstr>APIs:</vt:lpstr>
      <vt:lpstr>APIs:</vt:lpstr>
      <vt:lpstr>APIs:</vt:lpstr>
      <vt:lpstr>APIs:</vt:lpstr>
      <vt:lpstr>APIs:</vt:lpstr>
      <vt:lpstr>APIs:</vt:lpstr>
      <vt:lpstr>APIs:</vt:lpstr>
      <vt:lpstr>APIs:</vt:lpstr>
      <vt:lpstr>APIs:</vt:lpstr>
      <vt:lpstr>Alguanas APIs:</vt:lpstr>
      <vt:lpstr>¿Preguntas? ¿Consultas? ¿Inquietudes?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943</cp:revision>
  <dcterms:created xsi:type="dcterms:W3CDTF">2026-05-23T21:05:45Z</dcterms:created>
  <dcterms:modified xsi:type="dcterms:W3CDTF">2026-05-26T00:11:24Z</dcterms:modified>
</cp:coreProperties>
</file>