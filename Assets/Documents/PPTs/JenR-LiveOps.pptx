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sldIdLst>
    <p:sldId id="268" r:id="rId3"/>
    <p:sldId id="258" r:id="rId4"/>
    <p:sldId id="272" r:id="rId5"/>
    <p:sldId id="284" r:id="rId6"/>
    <p:sldId id="285" r:id="rId7"/>
    <p:sldId id="286" r:id="rId8"/>
    <p:sldId id="283" r:id="rId9"/>
    <p:sldId id="288" r:id="rId10"/>
    <p:sldId id="289" r:id="rId11"/>
    <p:sldId id="287" r:id="rId12"/>
    <p:sldId id="291" r:id="rId13"/>
    <p:sldId id="292" r:id="rId14"/>
    <p:sldId id="290" r:id="rId15"/>
    <p:sldId id="294" r:id="rId16"/>
    <p:sldId id="295" r:id="rId17"/>
    <p:sldId id="296" r:id="rId18"/>
    <p:sldId id="297" r:id="rId19"/>
    <p:sldId id="298" r:id="rId20"/>
    <p:sldId id="299" r:id="rId21"/>
    <p:sldId id="300" r:id="rId22"/>
    <p:sldId id="301" r:id="rId23"/>
    <p:sldId id="302" r:id="rId24"/>
    <p:sldId id="303" r:id="rId25"/>
    <p:sldId id="304" r:id="rId26"/>
    <p:sldId id="293" r:id="rId27"/>
    <p:sldId id="306" r:id="rId28"/>
    <p:sldId id="307" r:id="rId29"/>
    <p:sldId id="308" r:id="rId30"/>
    <p:sldId id="305" r:id="rId31"/>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D7726B9-5AB5-9AF7-671F-8F29E28799EA}" v="3201" dt="2026-05-30T04:49:50.01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020" autoAdjust="0"/>
    <p:restoredTop sz="94660"/>
  </p:normalViewPr>
  <p:slideViewPr>
    <p:cSldViewPr snapToGrid="0">
      <p:cViewPr varScale="1">
        <p:scale>
          <a:sx n="73" d="100"/>
          <a:sy n="73" d="100"/>
        </p:scale>
        <p:origin x="72" y="3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microsoft.com/office/2016/11/relationships/changesInfo" Target="changesInfos/changesInfo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EIMONDO NAHUEL ALEJO" userId="S::nreimondo@uade.edu.ar::6321e4ea-f963-4ffe-8417-f757321f65f7" providerId="AD" clId="Web-{BD7726B9-5AB5-9AF7-671F-8F29E28799EA}"/>
    <pc:docChg chg="addSld delSld modSld addMainMaster">
      <pc:chgData name="REIMONDO NAHUEL ALEJO" userId="S::nreimondo@uade.edu.ar::6321e4ea-f963-4ffe-8417-f757321f65f7" providerId="AD" clId="Web-{BD7726B9-5AB5-9AF7-671F-8F29E28799EA}" dt="2026-05-30T04:49:50.019" v="3193" actId="20577"/>
      <pc:docMkLst>
        <pc:docMk/>
      </pc:docMkLst>
      <pc:sldChg chg="del">
        <pc:chgData name="REIMONDO NAHUEL ALEJO" userId="S::nreimondo@uade.edu.ar::6321e4ea-f963-4ffe-8417-f757321f65f7" providerId="AD" clId="Web-{BD7726B9-5AB5-9AF7-671F-8F29E28799EA}" dt="2026-05-30T02:57:52.580" v="4"/>
        <pc:sldMkLst>
          <pc:docMk/>
          <pc:sldMk cId="2406273178" sldId="256"/>
        </pc:sldMkLst>
      </pc:sldChg>
      <pc:sldChg chg="modSp add del">
        <pc:chgData name="REIMONDO NAHUEL ALEJO" userId="S::nreimondo@uade.edu.ar::6321e4ea-f963-4ffe-8417-f757321f65f7" providerId="AD" clId="Web-{BD7726B9-5AB5-9AF7-671F-8F29E28799EA}" dt="2026-05-30T03:28:01.442" v="1418" actId="20577"/>
        <pc:sldMkLst>
          <pc:docMk/>
          <pc:sldMk cId="3572092852" sldId="258"/>
        </pc:sldMkLst>
        <pc:spChg chg="mod">
          <ac:chgData name="REIMONDO NAHUEL ALEJO" userId="S::nreimondo@uade.edu.ar::6321e4ea-f963-4ffe-8417-f757321f65f7" providerId="AD" clId="Web-{BD7726B9-5AB5-9AF7-671F-8F29E28799EA}" dt="2026-05-30T03:28:01.442" v="1418" actId="20577"/>
          <ac:spMkLst>
            <pc:docMk/>
            <pc:sldMk cId="3572092852" sldId="258"/>
            <ac:spMk id="3" creationId="{3C4E8B45-DA18-519A-D53B-F5CDCDAADE18}"/>
          </ac:spMkLst>
        </pc:spChg>
      </pc:sldChg>
      <pc:sldChg chg="modSp add">
        <pc:chgData name="REIMONDO NAHUEL ALEJO" userId="S::nreimondo@uade.edu.ar::6321e4ea-f963-4ffe-8417-f757321f65f7" providerId="AD" clId="Web-{BD7726B9-5AB5-9AF7-671F-8F29E28799EA}" dt="2026-05-30T02:58:10.862" v="21" actId="20577"/>
        <pc:sldMkLst>
          <pc:docMk/>
          <pc:sldMk cId="1061521144" sldId="268"/>
        </pc:sldMkLst>
        <pc:spChg chg="mod">
          <ac:chgData name="REIMONDO NAHUEL ALEJO" userId="S::nreimondo@uade.edu.ar::6321e4ea-f963-4ffe-8417-f757321f65f7" providerId="AD" clId="Web-{BD7726B9-5AB5-9AF7-671F-8F29E28799EA}" dt="2026-05-30T02:58:10.862" v="21" actId="20577"/>
          <ac:spMkLst>
            <pc:docMk/>
            <pc:sldMk cId="1061521144" sldId="268"/>
            <ac:spMk id="3" creationId="{00000000-0000-0000-0000-000000000000}"/>
          </ac:spMkLst>
        </pc:spChg>
      </pc:sldChg>
      <pc:sldChg chg="modSp add del">
        <pc:chgData name="REIMONDO NAHUEL ALEJO" userId="S::nreimondo@uade.edu.ar::6321e4ea-f963-4ffe-8417-f757321f65f7" providerId="AD" clId="Web-{BD7726B9-5AB5-9AF7-671F-8F29E28799EA}" dt="2026-05-30T03:07:31.194" v="236" actId="20577"/>
        <pc:sldMkLst>
          <pc:docMk/>
          <pc:sldMk cId="2620317225" sldId="272"/>
        </pc:sldMkLst>
        <pc:spChg chg="mod">
          <ac:chgData name="REIMONDO NAHUEL ALEJO" userId="S::nreimondo@uade.edu.ar::6321e4ea-f963-4ffe-8417-f757321f65f7" providerId="AD" clId="Web-{BD7726B9-5AB5-9AF7-671F-8F29E28799EA}" dt="2026-05-30T03:04:17.016" v="56" actId="20577"/>
          <ac:spMkLst>
            <pc:docMk/>
            <pc:sldMk cId="2620317225" sldId="272"/>
            <ac:spMk id="2" creationId="{FE94FD30-69A4-F051-EF2D-70573467240B}"/>
          </ac:spMkLst>
        </pc:spChg>
        <pc:spChg chg="mod">
          <ac:chgData name="REIMONDO NAHUEL ALEJO" userId="S::nreimondo@uade.edu.ar::6321e4ea-f963-4ffe-8417-f757321f65f7" providerId="AD" clId="Web-{BD7726B9-5AB5-9AF7-671F-8F29E28799EA}" dt="2026-05-30T03:07:31.194" v="236" actId="20577"/>
          <ac:spMkLst>
            <pc:docMk/>
            <pc:sldMk cId="2620317225" sldId="272"/>
            <ac:spMk id="3" creationId="{8FA98982-91A4-7262-7295-3B0BB65C7AE4}"/>
          </ac:spMkLst>
        </pc:spChg>
      </pc:sldChg>
      <pc:sldChg chg="add">
        <pc:chgData name="REIMONDO NAHUEL ALEJO" userId="S::nreimondo@uade.edu.ar::6321e4ea-f963-4ffe-8417-f757321f65f7" providerId="AD" clId="Web-{BD7726B9-5AB5-9AF7-671F-8F29E28799EA}" dt="2026-05-30T02:57:16.219" v="3"/>
        <pc:sldMkLst>
          <pc:docMk/>
          <pc:sldMk cId="1660435953" sldId="283"/>
        </pc:sldMkLst>
      </pc:sldChg>
      <pc:sldChg chg="modSp add replId">
        <pc:chgData name="REIMONDO NAHUEL ALEJO" userId="S::nreimondo@uade.edu.ar::6321e4ea-f963-4ffe-8417-f757321f65f7" providerId="AD" clId="Web-{BD7726B9-5AB5-9AF7-671F-8F29E28799EA}" dt="2026-05-30T03:10:19.751" v="483" actId="20577"/>
        <pc:sldMkLst>
          <pc:docMk/>
          <pc:sldMk cId="1653107514" sldId="284"/>
        </pc:sldMkLst>
        <pc:spChg chg="mod">
          <ac:chgData name="REIMONDO NAHUEL ALEJO" userId="S::nreimondo@uade.edu.ar::6321e4ea-f963-4ffe-8417-f757321f65f7" providerId="AD" clId="Web-{BD7726B9-5AB5-9AF7-671F-8F29E28799EA}" dt="2026-05-30T03:10:19.751" v="483" actId="20577"/>
          <ac:spMkLst>
            <pc:docMk/>
            <pc:sldMk cId="1653107514" sldId="284"/>
            <ac:spMk id="3" creationId="{CB8B28F3-5621-F29E-D72D-F8EBAAAC0FCB}"/>
          </ac:spMkLst>
        </pc:spChg>
      </pc:sldChg>
      <pc:sldChg chg="modSp add replId">
        <pc:chgData name="REIMONDO NAHUEL ALEJO" userId="S::nreimondo@uade.edu.ar::6321e4ea-f963-4ffe-8417-f757321f65f7" providerId="AD" clId="Web-{BD7726B9-5AB5-9AF7-671F-8F29E28799EA}" dt="2026-05-30T03:12:56.914" v="708" actId="20577"/>
        <pc:sldMkLst>
          <pc:docMk/>
          <pc:sldMk cId="912604420" sldId="285"/>
        </pc:sldMkLst>
        <pc:spChg chg="mod">
          <ac:chgData name="REIMONDO NAHUEL ALEJO" userId="S::nreimondo@uade.edu.ar::6321e4ea-f963-4ffe-8417-f757321f65f7" providerId="AD" clId="Web-{BD7726B9-5AB5-9AF7-671F-8F29E28799EA}" dt="2026-05-30T03:12:56.914" v="708" actId="20577"/>
          <ac:spMkLst>
            <pc:docMk/>
            <pc:sldMk cId="912604420" sldId="285"/>
            <ac:spMk id="3" creationId="{BC387A0D-50EC-49BB-E9EA-05AA30B58A13}"/>
          </ac:spMkLst>
        </pc:spChg>
      </pc:sldChg>
      <pc:sldChg chg="modSp add replId">
        <pc:chgData name="REIMONDO NAHUEL ALEJO" userId="S::nreimondo@uade.edu.ar::6321e4ea-f963-4ffe-8417-f757321f65f7" providerId="AD" clId="Web-{BD7726B9-5AB5-9AF7-671F-8F29E28799EA}" dt="2026-05-30T03:18:11.527" v="947" actId="20577"/>
        <pc:sldMkLst>
          <pc:docMk/>
          <pc:sldMk cId="1027902149" sldId="286"/>
        </pc:sldMkLst>
        <pc:spChg chg="mod">
          <ac:chgData name="REIMONDO NAHUEL ALEJO" userId="S::nreimondo@uade.edu.ar::6321e4ea-f963-4ffe-8417-f757321f65f7" providerId="AD" clId="Web-{BD7726B9-5AB5-9AF7-671F-8F29E28799EA}" dt="2026-05-30T03:18:11.527" v="947" actId="20577"/>
          <ac:spMkLst>
            <pc:docMk/>
            <pc:sldMk cId="1027902149" sldId="286"/>
            <ac:spMk id="3" creationId="{F965F27A-9215-54EC-D044-D7D499B90016}"/>
          </ac:spMkLst>
        </pc:spChg>
      </pc:sldChg>
      <pc:sldChg chg="add replId">
        <pc:chgData name="REIMONDO NAHUEL ALEJO" userId="S::nreimondo@uade.edu.ar::6321e4ea-f963-4ffe-8417-f757321f65f7" providerId="AD" clId="Web-{BD7726B9-5AB5-9AF7-671F-8F29E28799EA}" dt="2026-05-30T03:18:38.559" v="948"/>
        <pc:sldMkLst>
          <pc:docMk/>
          <pc:sldMk cId="3540290218" sldId="287"/>
        </pc:sldMkLst>
      </pc:sldChg>
      <pc:sldChg chg="modSp add replId">
        <pc:chgData name="REIMONDO NAHUEL ALEJO" userId="S::nreimondo@uade.edu.ar::6321e4ea-f963-4ffe-8417-f757321f65f7" providerId="AD" clId="Web-{BD7726B9-5AB5-9AF7-671F-8F29E28799EA}" dt="2026-05-30T03:22:31.207" v="1187" actId="20577"/>
        <pc:sldMkLst>
          <pc:docMk/>
          <pc:sldMk cId="1568926802" sldId="288"/>
        </pc:sldMkLst>
        <pc:spChg chg="mod">
          <ac:chgData name="REIMONDO NAHUEL ALEJO" userId="S::nreimondo@uade.edu.ar::6321e4ea-f963-4ffe-8417-f757321f65f7" providerId="AD" clId="Web-{BD7726B9-5AB5-9AF7-671F-8F29E28799EA}" dt="2026-05-30T03:22:31.207" v="1187" actId="20577"/>
          <ac:spMkLst>
            <pc:docMk/>
            <pc:sldMk cId="1568926802" sldId="288"/>
            <ac:spMk id="3" creationId="{66502E0B-A402-20E3-3385-9AD42FE25D3D}"/>
          </ac:spMkLst>
        </pc:spChg>
      </pc:sldChg>
      <pc:sldChg chg="modSp add replId">
        <pc:chgData name="REIMONDO NAHUEL ALEJO" userId="S::nreimondo@uade.edu.ar::6321e4ea-f963-4ffe-8417-f757321f65f7" providerId="AD" clId="Web-{BD7726B9-5AB5-9AF7-671F-8F29E28799EA}" dt="2026-05-30T03:25:46.700" v="1403" actId="20577"/>
        <pc:sldMkLst>
          <pc:docMk/>
          <pc:sldMk cId="587367917" sldId="289"/>
        </pc:sldMkLst>
        <pc:spChg chg="mod">
          <ac:chgData name="REIMONDO NAHUEL ALEJO" userId="S::nreimondo@uade.edu.ar::6321e4ea-f963-4ffe-8417-f757321f65f7" providerId="AD" clId="Web-{BD7726B9-5AB5-9AF7-671F-8F29E28799EA}" dt="2026-05-30T03:25:46.700" v="1403" actId="20577"/>
          <ac:spMkLst>
            <pc:docMk/>
            <pc:sldMk cId="587367917" sldId="289"/>
            <ac:spMk id="3" creationId="{8A73C120-C907-90C0-DC81-6F5572DE2A7D}"/>
          </ac:spMkLst>
        </pc:spChg>
      </pc:sldChg>
      <pc:sldChg chg="add replId">
        <pc:chgData name="REIMONDO NAHUEL ALEJO" userId="S::nreimondo@uade.edu.ar::6321e4ea-f963-4ffe-8417-f757321f65f7" providerId="AD" clId="Web-{BD7726B9-5AB5-9AF7-671F-8F29E28799EA}" dt="2026-05-30T03:25:50.826" v="1404"/>
        <pc:sldMkLst>
          <pc:docMk/>
          <pc:sldMk cId="3441645117" sldId="290"/>
        </pc:sldMkLst>
      </pc:sldChg>
      <pc:sldChg chg="modSp add replId">
        <pc:chgData name="REIMONDO NAHUEL ALEJO" userId="S::nreimondo@uade.edu.ar::6321e4ea-f963-4ffe-8417-f757321f65f7" providerId="AD" clId="Web-{BD7726B9-5AB5-9AF7-671F-8F29E28799EA}" dt="2026-05-30T03:31:39.452" v="1659" actId="20577"/>
        <pc:sldMkLst>
          <pc:docMk/>
          <pc:sldMk cId="2201961612" sldId="291"/>
        </pc:sldMkLst>
        <pc:spChg chg="mod">
          <ac:chgData name="REIMONDO NAHUEL ALEJO" userId="S::nreimondo@uade.edu.ar::6321e4ea-f963-4ffe-8417-f757321f65f7" providerId="AD" clId="Web-{BD7726B9-5AB5-9AF7-671F-8F29E28799EA}" dt="2026-05-30T03:28:11.473" v="1421" actId="14100"/>
          <ac:spMkLst>
            <pc:docMk/>
            <pc:sldMk cId="2201961612" sldId="291"/>
            <ac:spMk id="2" creationId="{3E8E10CE-D07B-03E6-8C02-D025E69FCB1A}"/>
          </ac:spMkLst>
        </pc:spChg>
        <pc:spChg chg="mod">
          <ac:chgData name="REIMONDO NAHUEL ALEJO" userId="S::nreimondo@uade.edu.ar::6321e4ea-f963-4ffe-8417-f757321f65f7" providerId="AD" clId="Web-{BD7726B9-5AB5-9AF7-671F-8F29E28799EA}" dt="2026-05-30T03:31:39.452" v="1659" actId="20577"/>
          <ac:spMkLst>
            <pc:docMk/>
            <pc:sldMk cId="2201961612" sldId="291"/>
            <ac:spMk id="3" creationId="{BFF900F1-25E4-5261-5AD6-CAA6F30ED942}"/>
          </ac:spMkLst>
        </pc:spChg>
      </pc:sldChg>
      <pc:sldChg chg="modSp add replId">
        <pc:chgData name="REIMONDO NAHUEL ALEJO" userId="S::nreimondo@uade.edu.ar::6321e4ea-f963-4ffe-8417-f757321f65f7" providerId="AD" clId="Web-{BD7726B9-5AB5-9AF7-671F-8F29E28799EA}" dt="2026-05-30T03:36:02.228" v="1836" actId="20577"/>
        <pc:sldMkLst>
          <pc:docMk/>
          <pc:sldMk cId="1328227917" sldId="292"/>
        </pc:sldMkLst>
        <pc:spChg chg="mod">
          <ac:chgData name="REIMONDO NAHUEL ALEJO" userId="S::nreimondo@uade.edu.ar::6321e4ea-f963-4ffe-8417-f757321f65f7" providerId="AD" clId="Web-{BD7726B9-5AB5-9AF7-671F-8F29E28799EA}" dt="2026-05-30T03:36:02.228" v="1836" actId="20577"/>
          <ac:spMkLst>
            <pc:docMk/>
            <pc:sldMk cId="1328227917" sldId="292"/>
            <ac:spMk id="3" creationId="{70291E81-7780-2274-0A55-F0FDAACE0AE0}"/>
          </ac:spMkLst>
        </pc:spChg>
      </pc:sldChg>
      <pc:sldChg chg="add replId">
        <pc:chgData name="REIMONDO NAHUEL ALEJO" userId="S::nreimondo@uade.edu.ar::6321e4ea-f963-4ffe-8417-f757321f65f7" providerId="AD" clId="Web-{BD7726B9-5AB5-9AF7-671F-8F29E28799EA}" dt="2026-05-30T03:36:03.603" v="1837"/>
        <pc:sldMkLst>
          <pc:docMk/>
          <pc:sldMk cId="248874894" sldId="293"/>
        </pc:sldMkLst>
      </pc:sldChg>
      <pc:sldChg chg="addSp delSp modSp add replId">
        <pc:chgData name="REIMONDO NAHUEL ALEJO" userId="S::nreimondo@uade.edu.ar::6321e4ea-f963-4ffe-8417-f757321f65f7" providerId="AD" clId="Web-{BD7726B9-5AB5-9AF7-671F-8F29E28799EA}" dt="2026-05-30T03:46:07.800" v="2070" actId="1076"/>
        <pc:sldMkLst>
          <pc:docMk/>
          <pc:sldMk cId="2793055401" sldId="294"/>
        </pc:sldMkLst>
        <pc:spChg chg="mod">
          <ac:chgData name="REIMONDO NAHUEL ALEJO" userId="S::nreimondo@uade.edu.ar::6321e4ea-f963-4ffe-8417-f757321f65f7" providerId="AD" clId="Web-{BD7726B9-5AB5-9AF7-671F-8F29E28799EA}" dt="2026-05-30T03:41:44.224" v="2018" actId="20577"/>
          <ac:spMkLst>
            <pc:docMk/>
            <pc:sldMk cId="2793055401" sldId="294"/>
            <ac:spMk id="3" creationId="{F4B6925A-B547-A669-37E0-C81F243C9036}"/>
          </ac:spMkLst>
        </pc:spChg>
        <pc:spChg chg="add mod">
          <ac:chgData name="REIMONDO NAHUEL ALEJO" userId="S::nreimondo@uade.edu.ar::6321e4ea-f963-4ffe-8417-f757321f65f7" providerId="AD" clId="Web-{BD7726B9-5AB5-9AF7-671F-8F29E28799EA}" dt="2026-05-30T03:38:00.216" v="1871" actId="20577"/>
          <ac:spMkLst>
            <pc:docMk/>
            <pc:sldMk cId="2793055401" sldId="294"/>
            <ac:spMk id="4" creationId="{578616D5-F7D3-0D6F-9987-5A23E97E8100}"/>
          </ac:spMkLst>
        </pc:spChg>
        <pc:picChg chg="add del mod">
          <ac:chgData name="REIMONDO NAHUEL ALEJO" userId="S::nreimondo@uade.edu.ar::6321e4ea-f963-4ffe-8417-f757321f65f7" providerId="AD" clId="Web-{BD7726B9-5AB5-9AF7-671F-8F29E28799EA}" dt="2026-05-30T03:41:54.506" v="2020"/>
          <ac:picMkLst>
            <pc:docMk/>
            <pc:sldMk cId="2793055401" sldId="294"/>
            <ac:picMk id="5" creationId="{A5473CCE-D438-EE3E-9383-E0C52B5FB2BA}"/>
          </ac:picMkLst>
        </pc:picChg>
        <pc:picChg chg="add mod">
          <ac:chgData name="REIMONDO NAHUEL ALEJO" userId="S::nreimondo@uade.edu.ar::6321e4ea-f963-4ffe-8417-f757321f65f7" providerId="AD" clId="Web-{BD7726B9-5AB5-9AF7-671F-8F29E28799EA}" dt="2026-05-30T03:46:07.800" v="2070" actId="1076"/>
          <ac:picMkLst>
            <pc:docMk/>
            <pc:sldMk cId="2793055401" sldId="294"/>
            <ac:picMk id="6" creationId="{31C8366E-B2AE-CCD0-9B34-6D8DBC931EC9}"/>
          </ac:picMkLst>
        </pc:picChg>
      </pc:sldChg>
      <pc:sldChg chg="modSp add replId">
        <pc:chgData name="REIMONDO NAHUEL ALEJO" userId="S::nreimondo@uade.edu.ar::6321e4ea-f963-4ffe-8417-f757321f65f7" providerId="AD" clId="Web-{BD7726B9-5AB5-9AF7-671F-8F29E28799EA}" dt="2026-05-30T03:43:29.667" v="2062" actId="20577"/>
        <pc:sldMkLst>
          <pc:docMk/>
          <pc:sldMk cId="20962759" sldId="295"/>
        </pc:sldMkLst>
        <pc:spChg chg="mod">
          <ac:chgData name="REIMONDO NAHUEL ALEJO" userId="S::nreimondo@uade.edu.ar::6321e4ea-f963-4ffe-8417-f757321f65f7" providerId="AD" clId="Web-{BD7726B9-5AB5-9AF7-671F-8F29E28799EA}" dt="2026-05-30T03:43:29.667" v="2062" actId="20577"/>
          <ac:spMkLst>
            <pc:docMk/>
            <pc:sldMk cId="20962759" sldId="295"/>
            <ac:spMk id="3" creationId="{35D2D149-106F-76EA-A3A5-7371192FC8DB}"/>
          </ac:spMkLst>
        </pc:spChg>
      </pc:sldChg>
      <pc:sldChg chg="addSp delSp modSp add replId">
        <pc:chgData name="REIMONDO NAHUEL ALEJO" userId="S::nreimondo@uade.edu.ar::6321e4ea-f963-4ffe-8417-f757321f65f7" providerId="AD" clId="Web-{BD7726B9-5AB5-9AF7-671F-8F29E28799EA}" dt="2026-05-30T03:50:00.185" v="2244" actId="20577"/>
        <pc:sldMkLst>
          <pc:docMk/>
          <pc:sldMk cId="2388575047" sldId="296"/>
        </pc:sldMkLst>
        <pc:spChg chg="mod">
          <ac:chgData name="REIMONDO NAHUEL ALEJO" userId="S::nreimondo@uade.edu.ar::6321e4ea-f963-4ffe-8417-f757321f65f7" providerId="AD" clId="Web-{BD7726B9-5AB5-9AF7-671F-8F29E28799EA}" dt="2026-05-30T03:50:00.185" v="2244" actId="20577"/>
          <ac:spMkLst>
            <pc:docMk/>
            <pc:sldMk cId="2388575047" sldId="296"/>
            <ac:spMk id="3" creationId="{F70BC623-E62B-583A-FFA6-2498271029EF}"/>
          </ac:spMkLst>
        </pc:spChg>
        <pc:spChg chg="del">
          <ac:chgData name="REIMONDO NAHUEL ALEJO" userId="S::nreimondo@uade.edu.ar::6321e4ea-f963-4ffe-8417-f757321f65f7" providerId="AD" clId="Web-{BD7726B9-5AB5-9AF7-671F-8F29E28799EA}" dt="2026-05-30T03:48:51.136" v="2217"/>
          <ac:spMkLst>
            <pc:docMk/>
            <pc:sldMk cId="2388575047" sldId="296"/>
            <ac:spMk id="4" creationId="{22A5259E-448B-B371-AB03-1E9D2B9EA951}"/>
          </ac:spMkLst>
        </pc:spChg>
        <pc:picChg chg="del">
          <ac:chgData name="REIMONDO NAHUEL ALEJO" userId="S::nreimondo@uade.edu.ar::6321e4ea-f963-4ffe-8417-f757321f65f7" providerId="AD" clId="Web-{BD7726B9-5AB5-9AF7-671F-8F29E28799EA}" dt="2026-05-30T03:47:05.443" v="2072"/>
          <ac:picMkLst>
            <pc:docMk/>
            <pc:sldMk cId="2388575047" sldId="296"/>
            <ac:picMk id="5" creationId="{2FA8CE1E-EFEC-1A3B-ED35-BE0C25176740}"/>
          </ac:picMkLst>
        </pc:picChg>
        <pc:picChg chg="add mod">
          <ac:chgData name="REIMONDO NAHUEL ALEJO" userId="S::nreimondo@uade.edu.ar::6321e4ea-f963-4ffe-8417-f757321f65f7" providerId="AD" clId="Web-{BD7726B9-5AB5-9AF7-671F-8F29E28799EA}" dt="2026-05-30T03:49:16.183" v="2220" actId="1076"/>
          <ac:picMkLst>
            <pc:docMk/>
            <pc:sldMk cId="2388575047" sldId="296"/>
            <ac:picMk id="6" creationId="{84FFEEA7-570D-3B00-32C4-28FA4FF2FFE6}"/>
          </ac:picMkLst>
        </pc:picChg>
      </pc:sldChg>
      <pc:sldChg chg="addSp delSp modSp add replId">
        <pc:chgData name="REIMONDO NAHUEL ALEJO" userId="S::nreimondo@uade.edu.ar::6321e4ea-f963-4ffe-8417-f757321f65f7" providerId="AD" clId="Web-{BD7726B9-5AB5-9AF7-671F-8F29E28799EA}" dt="2026-05-30T03:52:27.128" v="2383" actId="20577"/>
        <pc:sldMkLst>
          <pc:docMk/>
          <pc:sldMk cId="32909634" sldId="297"/>
        </pc:sldMkLst>
        <pc:spChg chg="mod">
          <ac:chgData name="REIMONDO NAHUEL ALEJO" userId="S::nreimondo@uade.edu.ar::6321e4ea-f963-4ffe-8417-f757321f65f7" providerId="AD" clId="Web-{BD7726B9-5AB5-9AF7-671F-8F29E28799EA}" dt="2026-05-30T03:52:27.128" v="2383" actId="20577"/>
          <ac:spMkLst>
            <pc:docMk/>
            <pc:sldMk cId="32909634" sldId="297"/>
            <ac:spMk id="3" creationId="{5778CC03-6825-6CA1-9261-D42A91120243}"/>
          </ac:spMkLst>
        </pc:spChg>
        <pc:picChg chg="add del">
          <ac:chgData name="REIMONDO NAHUEL ALEJO" userId="S::nreimondo@uade.edu.ar::6321e4ea-f963-4ffe-8417-f757321f65f7" providerId="AD" clId="Web-{BD7726B9-5AB5-9AF7-671F-8F29E28799EA}" dt="2026-05-30T03:52:22.128" v="2382"/>
          <ac:picMkLst>
            <pc:docMk/>
            <pc:sldMk cId="32909634" sldId="297"/>
            <ac:picMk id="6" creationId="{B2468A00-E278-B2E7-6B0E-B37F32FA7663}"/>
          </ac:picMkLst>
        </pc:picChg>
      </pc:sldChg>
      <pc:sldChg chg="addSp delSp modSp add replId">
        <pc:chgData name="REIMONDO NAHUEL ALEJO" userId="S::nreimondo@uade.edu.ar::6321e4ea-f963-4ffe-8417-f757321f65f7" providerId="AD" clId="Web-{BD7726B9-5AB5-9AF7-671F-8F29E28799EA}" dt="2026-05-30T03:57:47.608" v="2571" actId="20577"/>
        <pc:sldMkLst>
          <pc:docMk/>
          <pc:sldMk cId="3766424962" sldId="298"/>
        </pc:sldMkLst>
        <pc:spChg chg="mod">
          <ac:chgData name="REIMONDO NAHUEL ALEJO" userId="S::nreimondo@uade.edu.ar::6321e4ea-f963-4ffe-8417-f757321f65f7" providerId="AD" clId="Web-{BD7726B9-5AB5-9AF7-671F-8F29E28799EA}" dt="2026-05-30T03:57:47.608" v="2571" actId="20577"/>
          <ac:spMkLst>
            <pc:docMk/>
            <pc:sldMk cId="3766424962" sldId="298"/>
            <ac:spMk id="3" creationId="{ACFA428F-72A9-CF91-AD2F-29400904D77C}"/>
          </ac:spMkLst>
        </pc:spChg>
        <pc:picChg chg="add del mod">
          <ac:chgData name="REIMONDO NAHUEL ALEJO" userId="S::nreimondo@uade.edu.ar::6321e4ea-f963-4ffe-8417-f757321f65f7" providerId="AD" clId="Web-{BD7726B9-5AB5-9AF7-671F-8F29E28799EA}" dt="2026-05-30T03:57:43.389" v="2570"/>
          <ac:picMkLst>
            <pc:docMk/>
            <pc:sldMk cId="3766424962" sldId="298"/>
            <ac:picMk id="4" creationId="{1189C42A-DFCE-18D3-2304-704E5FEB364E}"/>
          </ac:picMkLst>
        </pc:picChg>
      </pc:sldChg>
      <pc:sldChg chg="modSp add replId">
        <pc:chgData name="REIMONDO NAHUEL ALEJO" userId="S::nreimondo@uade.edu.ar::6321e4ea-f963-4ffe-8417-f757321f65f7" providerId="AD" clId="Web-{BD7726B9-5AB5-9AF7-671F-8F29E28799EA}" dt="2026-05-30T03:58:04.436" v="2577" actId="14100"/>
        <pc:sldMkLst>
          <pc:docMk/>
          <pc:sldMk cId="678917812" sldId="299"/>
        </pc:sldMkLst>
        <pc:spChg chg="mod">
          <ac:chgData name="REIMONDO NAHUEL ALEJO" userId="S::nreimondo@uade.edu.ar::6321e4ea-f963-4ffe-8417-f757321f65f7" providerId="AD" clId="Web-{BD7726B9-5AB5-9AF7-671F-8F29E28799EA}" dt="2026-05-30T03:57:58.530" v="2575" actId="20577"/>
          <ac:spMkLst>
            <pc:docMk/>
            <pc:sldMk cId="678917812" sldId="299"/>
            <ac:spMk id="3" creationId="{CC05A5A6-E464-1A8B-24A1-290EAE1204C7}"/>
          </ac:spMkLst>
        </pc:spChg>
        <pc:picChg chg="mod">
          <ac:chgData name="REIMONDO NAHUEL ALEJO" userId="S::nreimondo@uade.edu.ar::6321e4ea-f963-4ffe-8417-f757321f65f7" providerId="AD" clId="Web-{BD7726B9-5AB5-9AF7-671F-8F29E28799EA}" dt="2026-05-30T03:58:04.436" v="2577" actId="14100"/>
          <ac:picMkLst>
            <pc:docMk/>
            <pc:sldMk cId="678917812" sldId="299"/>
            <ac:picMk id="4" creationId="{BA28A484-6206-F33F-7CA1-73CE1EB934BB}"/>
          </ac:picMkLst>
        </pc:picChg>
      </pc:sldChg>
      <pc:sldChg chg="addSp delSp modSp add replId">
        <pc:chgData name="REIMONDO NAHUEL ALEJO" userId="S::nreimondo@uade.edu.ar::6321e4ea-f963-4ffe-8417-f757321f65f7" providerId="AD" clId="Web-{BD7726B9-5AB5-9AF7-671F-8F29E28799EA}" dt="2026-05-30T04:00:06.599" v="2702" actId="1076"/>
        <pc:sldMkLst>
          <pc:docMk/>
          <pc:sldMk cId="2795448057" sldId="300"/>
        </pc:sldMkLst>
        <pc:spChg chg="mod">
          <ac:chgData name="REIMONDO NAHUEL ALEJO" userId="S::nreimondo@uade.edu.ar::6321e4ea-f963-4ffe-8417-f757321f65f7" providerId="AD" clId="Web-{BD7726B9-5AB5-9AF7-671F-8F29E28799EA}" dt="2026-05-30T03:59:50.598" v="2700" actId="20577"/>
          <ac:spMkLst>
            <pc:docMk/>
            <pc:sldMk cId="2795448057" sldId="300"/>
            <ac:spMk id="3" creationId="{DBE9247F-1951-2AA3-33DF-0DEAEB454B98}"/>
          </ac:spMkLst>
        </pc:spChg>
        <pc:picChg chg="del">
          <ac:chgData name="REIMONDO NAHUEL ALEJO" userId="S::nreimondo@uade.edu.ar::6321e4ea-f963-4ffe-8417-f757321f65f7" providerId="AD" clId="Web-{BD7726B9-5AB5-9AF7-671F-8F29E28799EA}" dt="2026-05-30T03:58:30.906" v="2579"/>
          <ac:picMkLst>
            <pc:docMk/>
            <pc:sldMk cId="2795448057" sldId="300"/>
            <ac:picMk id="4" creationId="{8CFB2F39-1F6B-444F-0F27-FC7AAB561331}"/>
          </ac:picMkLst>
        </pc:picChg>
        <pc:picChg chg="add mod">
          <ac:chgData name="REIMONDO NAHUEL ALEJO" userId="S::nreimondo@uade.edu.ar::6321e4ea-f963-4ffe-8417-f757321f65f7" providerId="AD" clId="Web-{BD7726B9-5AB5-9AF7-671F-8F29E28799EA}" dt="2026-05-30T04:00:06.599" v="2702" actId="1076"/>
          <ac:picMkLst>
            <pc:docMk/>
            <pc:sldMk cId="2795448057" sldId="300"/>
            <ac:picMk id="5" creationId="{DD493257-44EA-630F-B16D-327D5C70C561}"/>
          </ac:picMkLst>
        </pc:picChg>
      </pc:sldChg>
      <pc:sldChg chg="addSp delSp modSp add replId">
        <pc:chgData name="REIMONDO NAHUEL ALEJO" userId="S::nreimondo@uade.edu.ar::6321e4ea-f963-4ffe-8417-f757321f65f7" providerId="AD" clId="Web-{BD7726B9-5AB5-9AF7-671F-8F29E28799EA}" dt="2026-05-30T04:01:28.947" v="2747" actId="14100"/>
        <pc:sldMkLst>
          <pc:docMk/>
          <pc:sldMk cId="3247750654" sldId="301"/>
        </pc:sldMkLst>
        <pc:spChg chg="mod">
          <ac:chgData name="REIMONDO NAHUEL ALEJO" userId="S::nreimondo@uade.edu.ar::6321e4ea-f963-4ffe-8417-f757321f65f7" providerId="AD" clId="Web-{BD7726B9-5AB5-9AF7-671F-8F29E28799EA}" dt="2026-05-30T04:00:48.898" v="2743" actId="20577"/>
          <ac:spMkLst>
            <pc:docMk/>
            <pc:sldMk cId="3247750654" sldId="301"/>
            <ac:spMk id="3" creationId="{355CB4A1-54F9-2A33-68B3-4D2A2502844F}"/>
          </ac:spMkLst>
        </pc:spChg>
        <pc:picChg chg="add del mod">
          <ac:chgData name="REIMONDO NAHUEL ALEJO" userId="S::nreimondo@uade.edu.ar::6321e4ea-f963-4ffe-8417-f757321f65f7" providerId="AD" clId="Web-{BD7726B9-5AB5-9AF7-671F-8F29E28799EA}" dt="2026-05-30T04:01:18.634" v="2744"/>
          <ac:picMkLst>
            <pc:docMk/>
            <pc:sldMk cId="3247750654" sldId="301"/>
            <ac:picMk id="4" creationId="{61ACE290-D358-3BA0-F323-5FD63AC874E0}"/>
          </ac:picMkLst>
        </pc:picChg>
        <pc:picChg chg="del">
          <ac:chgData name="REIMONDO NAHUEL ALEJO" userId="S::nreimondo@uade.edu.ar::6321e4ea-f963-4ffe-8417-f757321f65f7" providerId="AD" clId="Web-{BD7726B9-5AB5-9AF7-671F-8F29E28799EA}" dt="2026-05-30T04:00:14.865" v="2704"/>
          <ac:picMkLst>
            <pc:docMk/>
            <pc:sldMk cId="3247750654" sldId="301"/>
            <ac:picMk id="5" creationId="{EDA8C986-E625-B61E-CF37-E7CA0F0A4975}"/>
          </ac:picMkLst>
        </pc:picChg>
        <pc:picChg chg="add mod">
          <ac:chgData name="REIMONDO NAHUEL ALEJO" userId="S::nreimondo@uade.edu.ar::6321e4ea-f963-4ffe-8417-f757321f65f7" providerId="AD" clId="Web-{BD7726B9-5AB5-9AF7-671F-8F29E28799EA}" dt="2026-05-30T04:01:28.947" v="2747" actId="14100"/>
          <ac:picMkLst>
            <pc:docMk/>
            <pc:sldMk cId="3247750654" sldId="301"/>
            <ac:picMk id="6" creationId="{7611C95B-E622-EEF2-CEAF-6AA1C14F393C}"/>
          </ac:picMkLst>
        </pc:picChg>
      </pc:sldChg>
      <pc:sldChg chg="addSp delSp modSp add replId">
        <pc:chgData name="REIMONDO NAHUEL ALEJO" userId="S::nreimondo@uade.edu.ar::6321e4ea-f963-4ffe-8417-f757321f65f7" providerId="AD" clId="Web-{BD7726B9-5AB5-9AF7-671F-8F29E28799EA}" dt="2026-05-30T04:02:22.106" v="2771" actId="20577"/>
        <pc:sldMkLst>
          <pc:docMk/>
          <pc:sldMk cId="3526677278" sldId="302"/>
        </pc:sldMkLst>
        <pc:spChg chg="mod">
          <ac:chgData name="REIMONDO NAHUEL ALEJO" userId="S::nreimondo@uade.edu.ar::6321e4ea-f963-4ffe-8417-f757321f65f7" providerId="AD" clId="Web-{BD7726B9-5AB5-9AF7-671F-8F29E28799EA}" dt="2026-05-30T04:02:22.106" v="2771" actId="20577"/>
          <ac:spMkLst>
            <pc:docMk/>
            <pc:sldMk cId="3526677278" sldId="302"/>
            <ac:spMk id="3" creationId="{F94FDC69-184D-7990-FDCF-B051E5556D53}"/>
          </ac:spMkLst>
        </pc:spChg>
        <pc:picChg chg="add mod">
          <ac:chgData name="REIMONDO NAHUEL ALEJO" userId="S::nreimondo@uade.edu.ar::6321e4ea-f963-4ffe-8417-f757321f65f7" providerId="AD" clId="Web-{BD7726B9-5AB5-9AF7-671F-8F29E28799EA}" dt="2026-05-30T04:02:10.902" v="2751" actId="1076"/>
          <ac:picMkLst>
            <pc:docMk/>
            <pc:sldMk cId="3526677278" sldId="302"/>
            <ac:picMk id="4" creationId="{2CB14FB1-9193-97F8-0A71-E386A47AB873}"/>
          </ac:picMkLst>
        </pc:picChg>
        <pc:picChg chg="del">
          <ac:chgData name="REIMONDO NAHUEL ALEJO" userId="S::nreimondo@uade.edu.ar::6321e4ea-f963-4ffe-8417-f757321f65f7" providerId="AD" clId="Web-{BD7726B9-5AB5-9AF7-671F-8F29E28799EA}" dt="2026-05-30T04:02:02.324" v="2749"/>
          <ac:picMkLst>
            <pc:docMk/>
            <pc:sldMk cId="3526677278" sldId="302"/>
            <ac:picMk id="6" creationId="{CF44EF1F-225F-BE7F-B130-6C5F8CB668F3}"/>
          </ac:picMkLst>
        </pc:picChg>
      </pc:sldChg>
      <pc:sldChg chg="addSp delSp modSp add replId">
        <pc:chgData name="REIMONDO NAHUEL ALEJO" userId="S::nreimondo@uade.edu.ar::6321e4ea-f963-4ffe-8417-f757321f65f7" providerId="AD" clId="Web-{BD7726B9-5AB5-9AF7-671F-8F29E28799EA}" dt="2026-05-30T04:07:00.213" v="2832" actId="20577"/>
        <pc:sldMkLst>
          <pc:docMk/>
          <pc:sldMk cId="1124019319" sldId="303"/>
        </pc:sldMkLst>
        <pc:spChg chg="mod">
          <ac:chgData name="REIMONDO NAHUEL ALEJO" userId="S::nreimondo@uade.edu.ar::6321e4ea-f963-4ffe-8417-f757321f65f7" providerId="AD" clId="Web-{BD7726B9-5AB5-9AF7-671F-8F29E28799EA}" dt="2026-05-30T04:07:00.213" v="2832" actId="20577"/>
          <ac:spMkLst>
            <pc:docMk/>
            <pc:sldMk cId="1124019319" sldId="303"/>
            <ac:spMk id="3" creationId="{9D95BC9D-57FD-7605-2062-8F9CFD7589B6}"/>
          </ac:spMkLst>
        </pc:spChg>
        <pc:picChg chg="del">
          <ac:chgData name="REIMONDO NAHUEL ALEJO" userId="S::nreimondo@uade.edu.ar::6321e4ea-f963-4ffe-8417-f757321f65f7" providerId="AD" clId="Web-{BD7726B9-5AB5-9AF7-671F-8F29E28799EA}" dt="2026-05-30T04:03:15.344" v="2773"/>
          <ac:picMkLst>
            <pc:docMk/>
            <pc:sldMk cId="1124019319" sldId="303"/>
            <ac:picMk id="4" creationId="{4AB33AAC-7EAF-CE97-6F3A-05CDE95526C4}"/>
          </ac:picMkLst>
        </pc:picChg>
        <pc:picChg chg="add mod">
          <ac:chgData name="REIMONDO NAHUEL ALEJO" userId="S::nreimondo@uade.edu.ar::6321e4ea-f963-4ffe-8417-f757321f65f7" providerId="AD" clId="Web-{BD7726B9-5AB5-9AF7-671F-8F29E28799EA}" dt="2026-05-30T04:04:14.784" v="2829" actId="1076"/>
          <ac:picMkLst>
            <pc:docMk/>
            <pc:sldMk cId="1124019319" sldId="303"/>
            <ac:picMk id="5" creationId="{3F9380DC-10B7-050C-7411-3D71B30F5FA0}"/>
          </ac:picMkLst>
        </pc:picChg>
      </pc:sldChg>
      <pc:sldChg chg="addSp delSp modSp add replId">
        <pc:chgData name="REIMONDO NAHUEL ALEJO" userId="S::nreimondo@uade.edu.ar::6321e4ea-f963-4ffe-8417-f757321f65f7" providerId="AD" clId="Web-{BD7726B9-5AB5-9AF7-671F-8F29E28799EA}" dt="2026-05-30T04:08:31.919" v="2955" actId="1076"/>
        <pc:sldMkLst>
          <pc:docMk/>
          <pc:sldMk cId="468044643" sldId="304"/>
        </pc:sldMkLst>
        <pc:spChg chg="mod">
          <ac:chgData name="REIMONDO NAHUEL ALEJO" userId="S::nreimondo@uade.edu.ar::6321e4ea-f963-4ffe-8417-f757321f65f7" providerId="AD" clId="Web-{BD7726B9-5AB5-9AF7-671F-8F29E28799EA}" dt="2026-05-30T04:08:11.934" v="2953" actId="20577"/>
          <ac:spMkLst>
            <pc:docMk/>
            <pc:sldMk cId="468044643" sldId="304"/>
            <ac:spMk id="3" creationId="{B6E83058-64ED-9006-AB39-932130546569}"/>
          </ac:spMkLst>
        </pc:spChg>
        <pc:picChg chg="add mod">
          <ac:chgData name="REIMONDO NAHUEL ALEJO" userId="S::nreimondo@uade.edu.ar::6321e4ea-f963-4ffe-8417-f757321f65f7" providerId="AD" clId="Web-{BD7726B9-5AB5-9AF7-671F-8F29E28799EA}" dt="2026-05-30T04:08:31.919" v="2955" actId="1076"/>
          <ac:picMkLst>
            <pc:docMk/>
            <pc:sldMk cId="468044643" sldId="304"/>
            <ac:picMk id="4" creationId="{35BF66A4-FEED-C296-E788-89B5BACF5EE1}"/>
          </ac:picMkLst>
        </pc:picChg>
        <pc:picChg chg="del">
          <ac:chgData name="REIMONDO NAHUEL ALEJO" userId="S::nreimondo@uade.edu.ar::6321e4ea-f963-4ffe-8417-f757321f65f7" providerId="AD" clId="Web-{BD7726B9-5AB5-9AF7-671F-8F29E28799EA}" dt="2026-05-30T04:07:02.775" v="2833"/>
          <ac:picMkLst>
            <pc:docMk/>
            <pc:sldMk cId="468044643" sldId="304"/>
            <ac:picMk id="5" creationId="{4BC89815-1A6C-B5C5-EAC1-F093BE6BA64A}"/>
          </ac:picMkLst>
        </pc:picChg>
      </pc:sldChg>
      <pc:sldChg chg="add replId">
        <pc:chgData name="REIMONDO NAHUEL ALEJO" userId="S::nreimondo@uade.edu.ar::6321e4ea-f963-4ffe-8417-f757321f65f7" providerId="AD" clId="Web-{BD7726B9-5AB5-9AF7-671F-8F29E28799EA}" dt="2026-05-30T04:24:34.944" v="2956"/>
        <pc:sldMkLst>
          <pc:docMk/>
          <pc:sldMk cId="2077024662" sldId="305"/>
        </pc:sldMkLst>
      </pc:sldChg>
      <pc:sldChg chg="addSp delSp modSp add replId">
        <pc:chgData name="REIMONDO NAHUEL ALEJO" userId="S::nreimondo@uade.edu.ar::6321e4ea-f963-4ffe-8417-f757321f65f7" providerId="AD" clId="Web-{BD7726B9-5AB5-9AF7-671F-8F29E28799EA}" dt="2026-05-30T04:25:27.102" v="2997" actId="1076"/>
        <pc:sldMkLst>
          <pc:docMk/>
          <pc:sldMk cId="1753375502" sldId="306"/>
        </pc:sldMkLst>
        <pc:spChg chg="mod">
          <ac:chgData name="REIMONDO NAHUEL ALEJO" userId="S::nreimondo@uade.edu.ar::6321e4ea-f963-4ffe-8417-f757321f65f7" providerId="AD" clId="Web-{BD7726B9-5AB5-9AF7-671F-8F29E28799EA}" dt="2026-05-30T04:25:20.477" v="2995" actId="20577"/>
          <ac:spMkLst>
            <pc:docMk/>
            <pc:sldMk cId="1753375502" sldId="306"/>
            <ac:spMk id="3" creationId="{4D5F9817-7C0C-5F15-6EEB-F49C3BE61B92}"/>
          </ac:spMkLst>
        </pc:spChg>
        <pc:picChg chg="del">
          <ac:chgData name="REIMONDO NAHUEL ALEJO" userId="S::nreimondo@uade.edu.ar::6321e4ea-f963-4ffe-8417-f757321f65f7" providerId="AD" clId="Web-{BD7726B9-5AB5-9AF7-671F-8F29E28799EA}" dt="2026-05-30T04:24:39.366" v="2958"/>
          <ac:picMkLst>
            <pc:docMk/>
            <pc:sldMk cId="1753375502" sldId="306"/>
            <ac:picMk id="4" creationId="{DD06B629-0B57-64A1-C609-D8E96796316E}"/>
          </ac:picMkLst>
        </pc:picChg>
        <pc:picChg chg="add mod">
          <ac:chgData name="REIMONDO NAHUEL ALEJO" userId="S::nreimondo@uade.edu.ar::6321e4ea-f963-4ffe-8417-f757321f65f7" providerId="AD" clId="Web-{BD7726B9-5AB5-9AF7-671F-8F29E28799EA}" dt="2026-05-30T04:25:27.102" v="2997" actId="1076"/>
          <ac:picMkLst>
            <pc:docMk/>
            <pc:sldMk cId="1753375502" sldId="306"/>
            <ac:picMk id="5" creationId="{C6D75E5D-7CC0-81EC-2747-32AFB11CB899}"/>
          </ac:picMkLst>
        </pc:picChg>
      </pc:sldChg>
      <pc:sldChg chg="addSp delSp modSp add replId">
        <pc:chgData name="REIMONDO NAHUEL ALEJO" userId="S::nreimondo@uade.edu.ar::6321e4ea-f963-4ffe-8417-f757321f65f7" providerId="AD" clId="Web-{BD7726B9-5AB5-9AF7-671F-8F29E28799EA}" dt="2026-05-30T04:27:00.996" v="3094" actId="14100"/>
        <pc:sldMkLst>
          <pc:docMk/>
          <pc:sldMk cId="691633373" sldId="307"/>
        </pc:sldMkLst>
        <pc:spChg chg="mod">
          <ac:chgData name="REIMONDO NAHUEL ALEJO" userId="S::nreimondo@uade.edu.ar::6321e4ea-f963-4ffe-8417-f757321f65f7" providerId="AD" clId="Web-{BD7726B9-5AB5-9AF7-671F-8F29E28799EA}" dt="2026-05-30T04:26:50.558" v="3091" actId="20577"/>
          <ac:spMkLst>
            <pc:docMk/>
            <pc:sldMk cId="691633373" sldId="307"/>
            <ac:spMk id="3" creationId="{A6E8E93B-43E9-8373-FAA0-5E912B7E8859}"/>
          </ac:spMkLst>
        </pc:spChg>
        <pc:picChg chg="add mod">
          <ac:chgData name="REIMONDO NAHUEL ALEJO" userId="S::nreimondo@uade.edu.ar::6321e4ea-f963-4ffe-8417-f757321f65f7" providerId="AD" clId="Web-{BD7726B9-5AB5-9AF7-671F-8F29E28799EA}" dt="2026-05-30T04:27:00.996" v="3094" actId="14100"/>
          <ac:picMkLst>
            <pc:docMk/>
            <pc:sldMk cId="691633373" sldId="307"/>
            <ac:picMk id="4" creationId="{0A81B631-3A85-8F74-EDC9-A49B44363D0E}"/>
          </ac:picMkLst>
        </pc:picChg>
        <pc:picChg chg="del">
          <ac:chgData name="REIMONDO NAHUEL ALEJO" userId="S::nreimondo@uade.edu.ar::6321e4ea-f963-4ffe-8417-f757321f65f7" providerId="AD" clId="Web-{BD7726B9-5AB5-9AF7-671F-8F29E28799EA}" dt="2026-05-30T04:25:31.649" v="2999"/>
          <ac:picMkLst>
            <pc:docMk/>
            <pc:sldMk cId="691633373" sldId="307"/>
            <ac:picMk id="5" creationId="{6237719E-604A-F31F-4492-D45559F56937}"/>
          </ac:picMkLst>
        </pc:picChg>
      </pc:sldChg>
      <pc:sldChg chg="addSp delSp modSp add replId">
        <pc:chgData name="REIMONDO NAHUEL ALEJO" userId="S::nreimondo@uade.edu.ar::6321e4ea-f963-4ffe-8417-f757321f65f7" providerId="AD" clId="Web-{BD7726B9-5AB5-9AF7-671F-8F29E28799EA}" dt="2026-05-30T04:49:50.019" v="3193" actId="20577"/>
        <pc:sldMkLst>
          <pc:docMk/>
          <pc:sldMk cId="1282161326" sldId="308"/>
        </pc:sldMkLst>
        <pc:spChg chg="mod">
          <ac:chgData name="REIMONDO NAHUEL ALEJO" userId="S::nreimondo@uade.edu.ar::6321e4ea-f963-4ffe-8417-f757321f65f7" providerId="AD" clId="Web-{BD7726B9-5AB5-9AF7-671F-8F29E28799EA}" dt="2026-05-30T04:49:50.019" v="3193" actId="20577"/>
          <ac:spMkLst>
            <pc:docMk/>
            <pc:sldMk cId="1282161326" sldId="308"/>
            <ac:spMk id="3" creationId="{DC35EAE4-44FD-C814-523D-974A114AFDD2}"/>
          </ac:spMkLst>
        </pc:spChg>
        <pc:picChg chg="del">
          <ac:chgData name="REIMONDO NAHUEL ALEJO" userId="S::nreimondo@uade.edu.ar::6321e4ea-f963-4ffe-8417-f757321f65f7" providerId="AD" clId="Web-{BD7726B9-5AB5-9AF7-671F-8F29E28799EA}" dt="2026-05-30T04:48:19.223" v="3096"/>
          <ac:picMkLst>
            <pc:docMk/>
            <pc:sldMk cId="1282161326" sldId="308"/>
            <ac:picMk id="4" creationId="{E7CEA898-F3A3-A696-4AF7-2E1E5CE1524F}"/>
          </ac:picMkLst>
        </pc:picChg>
        <pc:picChg chg="add mod">
          <ac:chgData name="REIMONDO NAHUEL ALEJO" userId="S::nreimondo@uade.edu.ar::6321e4ea-f963-4ffe-8417-f757321f65f7" providerId="AD" clId="Web-{BD7726B9-5AB5-9AF7-671F-8F29E28799EA}" dt="2026-05-30T04:48:42.129" v="3097"/>
          <ac:picMkLst>
            <pc:docMk/>
            <pc:sldMk cId="1282161326" sldId="308"/>
            <ac:picMk id="5" creationId="{7F1E3478-089B-71E5-8426-56BEE5AD42CD}"/>
          </ac:picMkLst>
        </pc:picChg>
      </pc:sldChg>
      <pc:sldMasterChg chg="add addSldLayout">
        <pc:chgData name="REIMONDO NAHUEL ALEJO" userId="S::nreimondo@uade.edu.ar::6321e4ea-f963-4ffe-8417-f757321f65f7" providerId="AD" clId="Web-{BD7726B9-5AB5-9AF7-671F-8F29E28799EA}" dt="2026-05-30T02:57:16.157" v="0"/>
        <pc:sldMasterMkLst>
          <pc:docMk/>
          <pc:sldMasterMk cId="4091618591" sldId="2147483660"/>
        </pc:sldMasterMkLst>
        <pc:sldLayoutChg chg="add">
          <pc:chgData name="REIMONDO NAHUEL ALEJO" userId="S::nreimondo@uade.edu.ar::6321e4ea-f963-4ffe-8417-f757321f65f7" providerId="AD" clId="Web-{BD7726B9-5AB5-9AF7-671F-8F29E28799EA}" dt="2026-05-30T02:57:16.157" v="0"/>
          <pc:sldLayoutMkLst>
            <pc:docMk/>
            <pc:sldMasterMk cId="4091618591" sldId="2147483660"/>
            <pc:sldLayoutMk cId="583372267" sldId="2147483661"/>
          </pc:sldLayoutMkLst>
        </pc:sldLayoutChg>
        <pc:sldLayoutChg chg="add">
          <pc:chgData name="REIMONDO NAHUEL ALEJO" userId="S::nreimondo@uade.edu.ar::6321e4ea-f963-4ffe-8417-f757321f65f7" providerId="AD" clId="Web-{BD7726B9-5AB5-9AF7-671F-8F29E28799EA}" dt="2026-05-30T02:57:16.157" v="0"/>
          <pc:sldLayoutMkLst>
            <pc:docMk/>
            <pc:sldMasterMk cId="4091618591" sldId="2147483660"/>
            <pc:sldLayoutMk cId="2514837126" sldId="2147483662"/>
          </pc:sldLayoutMkLst>
        </pc:sldLayoutChg>
        <pc:sldLayoutChg chg="add">
          <pc:chgData name="REIMONDO NAHUEL ALEJO" userId="S::nreimondo@uade.edu.ar::6321e4ea-f963-4ffe-8417-f757321f65f7" providerId="AD" clId="Web-{BD7726B9-5AB5-9AF7-671F-8F29E28799EA}" dt="2026-05-30T02:57:16.157" v="0"/>
          <pc:sldLayoutMkLst>
            <pc:docMk/>
            <pc:sldMasterMk cId="4091618591" sldId="2147483660"/>
            <pc:sldLayoutMk cId="1195217195" sldId="2147483663"/>
          </pc:sldLayoutMkLst>
        </pc:sldLayoutChg>
        <pc:sldLayoutChg chg="add">
          <pc:chgData name="REIMONDO NAHUEL ALEJO" userId="S::nreimondo@uade.edu.ar::6321e4ea-f963-4ffe-8417-f757321f65f7" providerId="AD" clId="Web-{BD7726B9-5AB5-9AF7-671F-8F29E28799EA}" dt="2026-05-30T02:57:16.157" v="0"/>
          <pc:sldLayoutMkLst>
            <pc:docMk/>
            <pc:sldMasterMk cId="4091618591" sldId="2147483660"/>
            <pc:sldLayoutMk cId="1111033124" sldId="2147483664"/>
          </pc:sldLayoutMkLst>
        </pc:sldLayoutChg>
        <pc:sldLayoutChg chg="add">
          <pc:chgData name="REIMONDO NAHUEL ALEJO" userId="S::nreimondo@uade.edu.ar::6321e4ea-f963-4ffe-8417-f757321f65f7" providerId="AD" clId="Web-{BD7726B9-5AB5-9AF7-671F-8F29E28799EA}" dt="2026-05-30T02:57:16.157" v="0"/>
          <pc:sldLayoutMkLst>
            <pc:docMk/>
            <pc:sldMasterMk cId="4091618591" sldId="2147483660"/>
            <pc:sldLayoutMk cId="1150684844" sldId="2147483665"/>
          </pc:sldLayoutMkLst>
        </pc:sldLayoutChg>
        <pc:sldLayoutChg chg="add">
          <pc:chgData name="REIMONDO NAHUEL ALEJO" userId="S::nreimondo@uade.edu.ar::6321e4ea-f963-4ffe-8417-f757321f65f7" providerId="AD" clId="Web-{BD7726B9-5AB5-9AF7-671F-8F29E28799EA}" dt="2026-05-30T02:57:16.157" v="0"/>
          <pc:sldLayoutMkLst>
            <pc:docMk/>
            <pc:sldMasterMk cId="4091618591" sldId="2147483660"/>
            <pc:sldLayoutMk cId="3234067899" sldId="2147483666"/>
          </pc:sldLayoutMkLst>
        </pc:sldLayoutChg>
        <pc:sldLayoutChg chg="add">
          <pc:chgData name="REIMONDO NAHUEL ALEJO" userId="S::nreimondo@uade.edu.ar::6321e4ea-f963-4ffe-8417-f757321f65f7" providerId="AD" clId="Web-{BD7726B9-5AB5-9AF7-671F-8F29E28799EA}" dt="2026-05-30T02:57:16.157" v="0"/>
          <pc:sldLayoutMkLst>
            <pc:docMk/>
            <pc:sldMasterMk cId="4091618591" sldId="2147483660"/>
            <pc:sldLayoutMk cId="2812389127" sldId="2147483667"/>
          </pc:sldLayoutMkLst>
        </pc:sldLayoutChg>
        <pc:sldLayoutChg chg="add">
          <pc:chgData name="REIMONDO NAHUEL ALEJO" userId="S::nreimondo@uade.edu.ar::6321e4ea-f963-4ffe-8417-f757321f65f7" providerId="AD" clId="Web-{BD7726B9-5AB5-9AF7-671F-8F29E28799EA}" dt="2026-05-30T02:57:16.157" v="0"/>
          <pc:sldLayoutMkLst>
            <pc:docMk/>
            <pc:sldMasterMk cId="4091618591" sldId="2147483660"/>
            <pc:sldLayoutMk cId="139312560" sldId="2147483668"/>
          </pc:sldLayoutMkLst>
        </pc:sldLayoutChg>
        <pc:sldLayoutChg chg="add">
          <pc:chgData name="REIMONDO NAHUEL ALEJO" userId="S::nreimondo@uade.edu.ar::6321e4ea-f963-4ffe-8417-f757321f65f7" providerId="AD" clId="Web-{BD7726B9-5AB5-9AF7-671F-8F29E28799EA}" dt="2026-05-30T02:57:16.157" v="0"/>
          <pc:sldLayoutMkLst>
            <pc:docMk/>
            <pc:sldMasterMk cId="4091618591" sldId="2147483660"/>
            <pc:sldLayoutMk cId="462536072" sldId="2147483669"/>
          </pc:sldLayoutMkLst>
        </pc:sldLayoutChg>
        <pc:sldLayoutChg chg="add">
          <pc:chgData name="REIMONDO NAHUEL ALEJO" userId="S::nreimondo@uade.edu.ar::6321e4ea-f963-4ffe-8417-f757321f65f7" providerId="AD" clId="Web-{BD7726B9-5AB5-9AF7-671F-8F29E28799EA}" dt="2026-05-30T02:57:16.157" v="0"/>
          <pc:sldLayoutMkLst>
            <pc:docMk/>
            <pc:sldMasterMk cId="4091618591" sldId="2147483660"/>
            <pc:sldLayoutMk cId="3896447101" sldId="2147483670"/>
          </pc:sldLayoutMkLst>
        </pc:sldLayoutChg>
        <pc:sldLayoutChg chg="add">
          <pc:chgData name="REIMONDO NAHUEL ALEJO" userId="S::nreimondo@uade.edu.ar::6321e4ea-f963-4ffe-8417-f757321f65f7" providerId="AD" clId="Web-{BD7726B9-5AB5-9AF7-671F-8F29E28799EA}" dt="2026-05-30T02:57:16.157" v="0"/>
          <pc:sldLayoutMkLst>
            <pc:docMk/>
            <pc:sldMasterMk cId="4091618591" sldId="2147483660"/>
            <pc:sldLayoutMk cId="4019616996" sldId="2147483671"/>
          </pc:sldLayoutMkLst>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p:cNvSpPr>
            <a:spLocks noGrp="1"/>
          </p:cNvSpPr>
          <p:nvPr>
            <p:ph type="dt" sz="half" idx="10"/>
          </p:nvPr>
        </p:nvSpPr>
        <p:spPr/>
        <p:txBody>
          <a:bodyPr/>
          <a:lstStyle/>
          <a:p>
            <a:fld id="{40771E8B-6CA5-40B2-8038-0E112F3DAC1C}" type="datetimeFigureOut">
              <a:rPr lang="es-ES" smtClean="0"/>
              <a:t>29/05/2026</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0F1556C4-DFC3-4611-A7CC-780699185E26}" type="slidenum">
              <a:rPr lang="es-ES" smtClean="0"/>
              <a:t>‹#›</a:t>
            </a:fld>
            <a:endParaRPr lang="es-ES"/>
          </a:p>
        </p:txBody>
      </p:sp>
    </p:spTree>
    <p:extLst>
      <p:ext uri="{BB962C8B-B14F-4D97-AF65-F5344CB8AC3E}">
        <p14:creationId xmlns:p14="http://schemas.microsoft.com/office/powerpoint/2010/main" val="22881914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40771E8B-6CA5-40B2-8038-0E112F3DAC1C}" type="datetimeFigureOut">
              <a:rPr lang="es-ES" smtClean="0"/>
              <a:t>29/05/2026</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0F1556C4-DFC3-4611-A7CC-780699185E26}" type="slidenum">
              <a:rPr lang="es-ES" smtClean="0"/>
              <a:t>‹#›</a:t>
            </a:fld>
            <a:endParaRPr lang="es-ES"/>
          </a:p>
        </p:txBody>
      </p:sp>
    </p:spTree>
    <p:extLst>
      <p:ext uri="{BB962C8B-B14F-4D97-AF65-F5344CB8AC3E}">
        <p14:creationId xmlns:p14="http://schemas.microsoft.com/office/powerpoint/2010/main" val="33981744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el estilo de texto del patrón</a:t>
            </a:r>
          </a:p>
        </p:txBody>
      </p:sp>
      <p:sp>
        <p:nvSpPr>
          <p:cNvPr id="4" name="Marcador de fecha 3"/>
          <p:cNvSpPr>
            <a:spLocks noGrp="1"/>
          </p:cNvSpPr>
          <p:nvPr>
            <p:ph type="dt" sz="half" idx="10"/>
          </p:nvPr>
        </p:nvSpPr>
        <p:spPr/>
        <p:txBody>
          <a:bodyPr/>
          <a:lstStyle/>
          <a:p>
            <a:fld id="{40771E8B-6CA5-40B2-8038-0E112F3DAC1C}" type="datetimeFigureOut">
              <a:rPr lang="es-ES" smtClean="0"/>
              <a:t>29/05/2026</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0F1556C4-DFC3-4611-A7CC-780699185E26}" type="slidenum">
              <a:rPr lang="es-ES" smtClean="0"/>
              <a:t>‹#›</a:t>
            </a:fld>
            <a:endParaRPr lang="es-ES"/>
          </a:p>
        </p:txBody>
      </p:sp>
    </p:spTree>
    <p:extLst>
      <p:ext uri="{BB962C8B-B14F-4D97-AF65-F5344CB8AC3E}">
        <p14:creationId xmlns:p14="http://schemas.microsoft.com/office/powerpoint/2010/main" val="23397005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sz="half" idx="1"/>
          </p:nvPr>
        </p:nvSpPr>
        <p:spPr>
          <a:xfrm>
            <a:off x="838200" y="1825625"/>
            <a:ext cx="5181600" cy="4351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p:cNvSpPr>
            <a:spLocks noGrp="1"/>
          </p:cNvSpPr>
          <p:nvPr>
            <p:ph sz="half" idx="2"/>
          </p:nvPr>
        </p:nvSpPr>
        <p:spPr>
          <a:xfrm>
            <a:off x="6172200" y="1825625"/>
            <a:ext cx="5181600" cy="4351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p:cNvSpPr>
            <a:spLocks noGrp="1"/>
          </p:cNvSpPr>
          <p:nvPr>
            <p:ph type="dt" sz="half" idx="10"/>
          </p:nvPr>
        </p:nvSpPr>
        <p:spPr/>
        <p:txBody>
          <a:bodyPr/>
          <a:lstStyle/>
          <a:p>
            <a:fld id="{40771E8B-6CA5-40B2-8038-0E112F3DAC1C}" type="datetimeFigureOut">
              <a:rPr lang="es-ES" smtClean="0"/>
              <a:t>29/05/2026</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0F1556C4-DFC3-4611-A7CC-780699185E26}" type="slidenum">
              <a:rPr lang="es-ES" smtClean="0"/>
              <a:t>‹#›</a:t>
            </a:fld>
            <a:endParaRPr lang="es-ES"/>
          </a:p>
        </p:txBody>
      </p:sp>
    </p:spTree>
    <p:extLst>
      <p:ext uri="{BB962C8B-B14F-4D97-AF65-F5344CB8AC3E}">
        <p14:creationId xmlns:p14="http://schemas.microsoft.com/office/powerpoint/2010/main" val="9790298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p:cNvSpPr>
            <a:spLocks noGrp="1"/>
          </p:cNvSpPr>
          <p:nvPr>
            <p:ph type="dt" sz="half" idx="10"/>
          </p:nvPr>
        </p:nvSpPr>
        <p:spPr/>
        <p:txBody>
          <a:bodyPr/>
          <a:lstStyle/>
          <a:p>
            <a:fld id="{40771E8B-6CA5-40B2-8038-0E112F3DAC1C}" type="datetimeFigureOut">
              <a:rPr lang="es-ES" smtClean="0"/>
              <a:t>29/05/2026</a:t>
            </a:fld>
            <a:endParaRPr lang="es-ES"/>
          </a:p>
        </p:txBody>
      </p:sp>
      <p:sp>
        <p:nvSpPr>
          <p:cNvPr id="8" name="Marcador de pie de página 7"/>
          <p:cNvSpPr>
            <a:spLocks noGrp="1"/>
          </p:cNvSpPr>
          <p:nvPr>
            <p:ph type="ftr" sz="quarter" idx="11"/>
          </p:nvPr>
        </p:nvSpPr>
        <p:spPr/>
        <p:txBody>
          <a:bodyPr/>
          <a:lstStyle/>
          <a:p>
            <a:endParaRPr lang="es-ES"/>
          </a:p>
        </p:txBody>
      </p:sp>
      <p:sp>
        <p:nvSpPr>
          <p:cNvPr id="9" name="Marcador de número de diapositiva 8"/>
          <p:cNvSpPr>
            <a:spLocks noGrp="1"/>
          </p:cNvSpPr>
          <p:nvPr>
            <p:ph type="sldNum" sz="quarter" idx="12"/>
          </p:nvPr>
        </p:nvSpPr>
        <p:spPr/>
        <p:txBody>
          <a:bodyPr/>
          <a:lstStyle/>
          <a:p>
            <a:fld id="{0F1556C4-DFC3-4611-A7CC-780699185E26}" type="slidenum">
              <a:rPr lang="es-ES" smtClean="0"/>
              <a:t>‹#›</a:t>
            </a:fld>
            <a:endParaRPr lang="es-ES"/>
          </a:p>
        </p:txBody>
      </p:sp>
    </p:spTree>
    <p:extLst>
      <p:ext uri="{BB962C8B-B14F-4D97-AF65-F5344CB8AC3E}">
        <p14:creationId xmlns:p14="http://schemas.microsoft.com/office/powerpoint/2010/main" val="17523942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fecha 2"/>
          <p:cNvSpPr>
            <a:spLocks noGrp="1"/>
          </p:cNvSpPr>
          <p:nvPr>
            <p:ph type="dt" sz="half" idx="10"/>
          </p:nvPr>
        </p:nvSpPr>
        <p:spPr/>
        <p:txBody>
          <a:bodyPr/>
          <a:lstStyle/>
          <a:p>
            <a:fld id="{40771E8B-6CA5-40B2-8038-0E112F3DAC1C}" type="datetimeFigureOut">
              <a:rPr lang="es-ES" smtClean="0"/>
              <a:t>29/05/2026</a:t>
            </a:fld>
            <a:endParaRPr lang="es-ES"/>
          </a:p>
        </p:txBody>
      </p:sp>
      <p:sp>
        <p:nvSpPr>
          <p:cNvPr id="4" name="Marcador de pie de página 3"/>
          <p:cNvSpPr>
            <a:spLocks noGrp="1"/>
          </p:cNvSpPr>
          <p:nvPr>
            <p:ph type="ftr" sz="quarter" idx="11"/>
          </p:nvPr>
        </p:nvSpPr>
        <p:spPr/>
        <p:txBody>
          <a:bodyPr/>
          <a:lstStyle/>
          <a:p>
            <a:endParaRPr lang="es-ES"/>
          </a:p>
        </p:txBody>
      </p:sp>
      <p:sp>
        <p:nvSpPr>
          <p:cNvPr id="5" name="Marcador de número de diapositiva 4"/>
          <p:cNvSpPr>
            <a:spLocks noGrp="1"/>
          </p:cNvSpPr>
          <p:nvPr>
            <p:ph type="sldNum" sz="quarter" idx="12"/>
          </p:nvPr>
        </p:nvSpPr>
        <p:spPr/>
        <p:txBody>
          <a:bodyPr/>
          <a:lstStyle/>
          <a:p>
            <a:fld id="{0F1556C4-DFC3-4611-A7CC-780699185E26}" type="slidenum">
              <a:rPr lang="es-ES" smtClean="0"/>
              <a:t>‹#›</a:t>
            </a:fld>
            <a:endParaRPr lang="es-ES"/>
          </a:p>
        </p:txBody>
      </p:sp>
    </p:spTree>
    <p:extLst>
      <p:ext uri="{BB962C8B-B14F-4D97-AF65-F5344CB8AC3E}">
        <p14:creationId xmlns:p14="http://schemas.microsoft.com/office/powerpoint/2010/main" val="36306586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40771E8B-6CA5-40B2-8038-0E112F3DAC1C}" type="datetimeFigureOut">
              <a:rPr lang="es-ES" smtClean="0"/>
              <a:t>29/05/2026</a:t>
            </a:fld>
            <a:endParaRPr lang="es-ES"/>
          </a:p>
        </p:txBody>
      </p:sp>
      <p:sp>
        <p:nvSpPr>
          <p:cNvPr id="3" name="Marcador de pie de página 2"/>
          <p:cNvSpPr>
            <a:spLocks noGrp="1"/>
          </p:cNvSpPr>
          <p:nvPr>
            <p:ph type="ftr" sz="quarter" idx="11"/>
          </p:nvPr>
        </p:nvSpPr>
        <p:spPr/>
        <p:txBody>
          <a:bodyPr/>
          <a:lstStyle/>
          <a:p>
            <a:endParaRPr lang="es-ES"/>
          </a:p>
        </p:txBody>
      </p:sp>
      <p:sp>
        <p:nvSpPr>
          <p:cNvPr id="4" name="Marcador de número de diapositiva 3"/>
          <p:cNvSpPr>
            <a:spLocks noGrp="1"/>
          </p:cNvSpPr>
          <p:nvPr>
            <p:ph type="sldNum" sz="quarter" idx="12"/>
          </p:nvPr>
        </p:nvSpPr>
        <p:spPr/>
        <p:txBody>
          <a:bodyPr/>
          <a:lstStyle/>
          <a:p>
            <a:fld id="{0F1556C4-DFC3-4611-A7CC-780699185E26}" type="slidenum">
              <a:rPr lang="es-ES" smtClean="0"/>
              <a:t>‹#›</a:t>
            </a:fld>
            <a:endParaRPr lang="es-ES"/>
          </a:p>
        </p:txBody>
      </p:sp>
    </p:spTree>
    <p:extLst>
      <p:ext uri="{BB962C8B-B14F-4D97-AF65-F5344CB8AC3E}">
        <p14:creationId xmlns:p14="http://schemas.microsoft.com/office/powerpoint/2010/main" val="36823756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el estilo de texto del patrón</a:t>
            </a:r>
          </a:p>
        </p:txBody>
      </p:sp>
      <p:sp>
        <p:nvSpPr>
          <p:cNvPr id="5" name="Marcador de fecha 4"/>
          <p:cNvSpPr>
            <a:spLocks noGrp="1"/>
          </p:cNvSpPr>
          <p:nvPr>
            <p:ph type="dt" sz="half" idx="10"/>
          </p:nvPr>
        </p:nvSpPr>
        <p:spPr/>
        <p:txBody>
          <a:bodyPr/>
          <a:lstStyle/>
          <a:p>
            <a:fld id="{40771E8B-6CA5-40B2-8038-0E112F3DAC1C}" type="datetimeFigureOut">
              <a:rPr lang="es-ES" smtClean="0"/>
              <a:t>29/05/2026</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0F1556C4-DFC3-4611-A7CC-780699185E26}" type="slidenum">
              <a:rPr lang="es-ES" smtClean="0"/>
              <a:t>‹#›</a:t>
            </a:fld>
            <a:endParaRPr lang="es-ES"/>
          </a:p>
        </p:txBody>
      </p:sp>
    </p:spTree>
    <p:extLst>
      <p:ext uri="{BB962C8B-B14F-4D97-AF65-F5344CB8AC3E}">
        <p14:creationId xmlns:p14="http://schemas.microsoft.com/office/powerpoint/2010/main" val="13604498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el estilo de texto del patrón</a:t>
            </a:r>
          </a:p>
        </p:txBody>
      </p:sp>
      <p:sp>
        <p:nvSpPr>
          <p:cNvPr id="5" name="Marcador de fecha 4"/>
          <p:cNvSpPr>
            <a:spLocks noGrp="1"/>
          </p:cNvSpPr>
          <p:nvPr>
            <p:ph type="dt" sz="half" idx="10"/>
          </p:nvPr>
        </p:nvSpPr>
        <p:spPr/>
        <p:txBody>
          <a:bodyPr/>
          <a:lstStyle/>
          <a:p>
            <a:fld id="{40771E8B-6CA5-40B2-8038-0E112F3DAC1C}" type="datetimeFigureOut">
              <a:rPr lang="es-ES" smtClean="0"/>
              <a:t>29/05/2026</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0F1556C4-DFC3-4611-A7CC-780699185E26}" type="slidenum">
              <a:rPr lang="es-ES" smtClean="0"/>
              <a:t>‹#›</a:t>
            </a:fld>
            <a:endParaRPr lang="es-ES"/>
          </a:p>
        </p:txBody>
      </p:sp>
    </p:spTree>
    <p:extLst>
      <p:ext uri="{BB962C8B-B14F-4D97-AF65-F5344CB8AC3E}">
        <p14:creationId xmlns:p14="http://schemas.microsoft.com/office/powerpoint/2010/main" val="3836035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texto vertical 2"/>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40771E8B-6CA5-40B2-8038-0E112F3DAC1C}" type="datetimeFigureOut">
              <a:rPr lang="es-ES" smtClean="0"/>
              <a:t>29/05/2026</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0F1556C4-DFC3-4611-A7CC-780699185E26}" type="slidenum">
              <a:rPr lang="es-ES" smtClean="0"/>
              <a:t>‹#›</a:t>
            </a:fld>
            <a:endParaRPr lang="es-ES"/>
          </a:p>
        </p:txBody>
      </p:sp>
    </p:spTree>
    <p:extLst>
      <p:ext uri="{BB962C8B-B14F-4D97-AF65-F5344CB8AC3E}">
        <p14:creationId xmlns:p14="http://schemas.microsoft.com/office/powerpoint/2010/main" val="5418632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40771E8B-6CA5-40B2-8038-0E112F3DAC1C}" type="datetimeFigureOut">
              <a:rPr lang="es-ES" smtClean="0"/>
              <a:t>29/05/2026</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0F1556C4-DFC3-4611-A7CC-780699185E26}" type="slidenum">
              <a:rPr lang="es-ES" smtClean="0"/>
              <a:t>‹#›</a:t>
            </a:fld>
            <a:endParaRPr lang="es-ES"/>
          </a:p>
        </p:txBody>
      </p:sp>
    </p:spTree>
    <p:extLst>
      <p:ext uri="{BB962C8B-B14F-4D97-AF65-F5344CB8AC3E}">
        <p14:creationId xmlns:p14="http://schemas.microsoft.com/office/powerpoint/2010/main" val="22150962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610A-17B4-4656-93CF-E1D9982860F7}"/>
              </a:ext>
            </a:extLst>
          </p:cNvPr>
          <p:cNvSpPr>
            <a:spLocks noGrp="1"/>
          </p:cNvSpPr>
          <p:nvPr>
            <p:ph type="ctrTitle"/>
          </p:nvPr>
        </p:nvSpPr>
        <p:spPr>
          <a:xfrm>
            <a:off x="640080" y="1371599"/>
            <a:ext cx="6675120" cy="2951825"/>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451C80B-DFD6-415B-BA5B-E56E510CD12B}"/>
              </a:ext>
            </a:extLst>
          </p:cNvPr>
          <p:cNvSpPr>
            <a:spLocks noGrp="1"/>
          </p:cNvSpPr>
          <p:nvPr>
            <p:ph type="subTitle" idx="1"/>
          </p:nvPr>
        </p:nvSpPr>
        <p:spPr>
          <a:xfrm>
            <a:off x="640080" y="4584879"/>
            <a:ext cx="6675120" cy="1287887"/>
          </a:xfrm>
        </p:spPr>
        <p:txBody>
          <a:bodyPr anchor="b">
            <a:normAutofit/>
          </a:bodyPr>
          <a:lstStyle>
            <a:lvl1pPr marL="0" indent="0" algn="l">
              <a:lnSpc>
                <a:spcPct val="13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67A2065B-06FF-4991-9F8A-4BE25457B479}"/>
              </a:ext>
            </a:extLst>
          </p:cNvPr>
          <p:cNvSpPr>
            <a:spLocks noGrp="1"/>
          </p:cNvSpPr>
          <p:nvPr>
            <p:ph type="dt" sz="half" idx="10"/>
          </p:nvPr>
        </p:nvSpPr>
        <p:spPr/>
        <p:txBody>
          <a:bodyPr/>
          <a:lstStyle/>
          <a:p>
            <a:fld id="{6444479B-705B-4489-957E-7E8A228BDFA0}" type="datetime1">
              <a:rPr lang="en-US" smtClean="0"/>
              <a:t>5/29/2026</a:t>
            </a:fld>
            <a:endParaRPr lang="en-US"/>
          </a:p>
        </p:txBody>
      </p:sp>
      <p:sp>
        <p:nvSpPr>
          <p:cNvPr id="5" name="Footer Placeholder 4">
            <a:extLst>
              <a:ext uri="{FF2B5EF4-FFF2-40B4-BE49-F238E27FC236}">
                <a16:creationId xmlns:a16="http://schemas.microsoft.com/office/drawing/2014/main" id="{B20DF2FA-C604-45D8-A633-11D3742EC14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2EE5DA9-2D04-4850-AB9F-BD353816504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58337226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8B246-6A68-46BE-9DBD-614FA8CF4E26}"/>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3E47706-8D18-4093-A7C1-F30D7543CE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C7C8FC-AAEA-4AB6-9DB5-2503F58F0E69}"/>
              </a:ext>
            </a:extLst>
          </p:cNvPr>
          <p:cNvSpPr>
            <a:spLocks noGrp="1"/>
          </p:cNvSpPr>
          <p:nvPr>
            <p:ph type="dt" sz="half" idx="10"/>
          </p:nvPr>
        </p:nvSpPr>
        <p:spPr/>
        <p:txBody>
          <a:bodyPr/>
          <a:lstStyle/>
          <a:p>
            <a:fld id="{9F89F774-3FA6-43B8-9241-99959C8FD463}" type="datetime1">
              <a:rPr lang="en-US" smtClean="0"/>
              <a:t>5/29/2026</a:t>
            </a:fld>
            <a:endParaRPr lang="en-US"/>
          </a:p>
        </p:txBody>
      </p:sp>
      <p:sp>
        <p:nvSpPr>
          <p:cNvPr id="5" name="Footer Placeholder 4">
            <a:extLst>
              <a:ext uri="{FF2B5EF4-FFF2-40B4-BE49-F238E27FC236}">
                <a16:creationId xmlns:a16="http://schemas.microsoft.com/office/drawing/2014/main" id="{E8B1616B-3F08-4869-A522-773C38940F6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E030CE6-9124-4B3A-A912-AE16B5C34003}"/>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5148371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1BB59B6-79B9-97F5-AC3B-DF65899D39D8}"/>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C78885-57B2-4930-BD7D-CBF916EDF1C6}"/>
              </a:ext>
            </a:extLst>
          </p:cNvPr>
          <p:cNvSpPr>
            <a:spLocks noGrp="1"/>
          </p:cNvSpPr>
          <p:nvPr>
            <p:ph type="title"/>
          </p:nvPr>
        </p:nvSpPr>
        <p:spPr>
          <a:xfrm>
            <a:off x="640080" y="1291366"/>
            <a:ext cx="9214884" cy="3159974"/>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BE495E4-2F8B-4CC7-88AC-A312067E60D2}"/>
              </a:ext>
            </a:extLst>
          </p:cNvPr>
          <p:cNvSpPr>
            <a:spLocks noGrp="1"/>
          </p:cNvSpPr>
          <p:nvPr>
            <p:ph type="body" idx="1"/>
          </p:nvPr>
        </p:nvSpPr>
        <p:spPr>
          <a:xfrm>
            <a:off x="640080" y="5018567"/>
            <a:ext cx="7907079" cy="1073889"/>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585CC9-BAD3-4807-90BB-97DA2D6A6BE2}"/>
              </a:ext>
            </a:extLst>
          </p:cNvPr>
          <p:cNvSpPr>
            <a:spLocks noGrp="1"/>
          </p:cNvSpPr>
          <p:nvPr>
            <p:ph type="dt" sz="half" idx="10"/>
          </p:nvPr>
        </p:nvSpPr>
        <p:spPr/>
        <p:txBody>
          <a:bodyPr/>
          <a:lstStyle/>
          <a:p>
            <a:fld id="{F9504452-5DCC-4FE2-A5C9-8A5EF6714D65}" type="datetime1">
              <a:rPr lang="en-US" smtClean="0"/>
              <a:t>5/29/2026</a:t>
            </a:fld>
            <a:endParaRPr lang="en-US"/>
          </a:p>
        </p:txBody>
      </p:sp>
      <p:sp>
        <p:nvSpPr>
          <p:cNvPr id="5" name="Footer Placeholder 4">
            <a:extLst>
              <a:ext uri="{FF2B5EF4-FFF2-40B4-BE49-F238E27FC236}">
                <a16:creationId xmlns:a16="http://schemas.microsoft.com/office/drawing/2014/main" id="{5F108CEF-165F-4D7E-9666-5CD0156B497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E0EBC3D-3277-4D34-9F67-71040C21E3B3}"/>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FF05EAE5-4812-F718-6D75-9627884180BF}"/>
              </a:ext>
              <a:ext uri="{C183D7F6-B498-43B3-948B-1728B52AA6E4}">
                <adec:decorative xmlns:adec="http://schemas.microsoft.com/office/drawing/2017/decorative" val="1"/>
              </a:ext>
            </a:extLst>
          </p:cNvPr>
          <p:cNvCxnSpPr>
            <a:cxnSpLocks/>
          </p:cNvCxnSpPr>
          <p:nvPr/>
        </p:nvCxnSpPr>
        <p:spPr>
          <a:xfrm>
            <a:off x="716281" y="4715234"/>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952171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477A4-4D01-45B6-9563-0BF13BA72F7C}"/>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EE17E00-96AC-45F0-82B2-9F601E9B93C2}"/>
              </a:ext>
            </a:extLst>
          </p:cNvPr>
          <p:cNvSpPr>
            <a:spLocks noGrp="1"/>
          </p:cNvSpPr>
          <p:nvPr>
            <p:ph sz="half" idx="1"/>
          </p:nvPr>
        </p:nvSpPr>
        <p:spPr>
          <a:xfrm>
            <a:off x="640080"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BA30CD-95C0-427B-A571-A7D8A53278F4}"/>
              </a:ext>
            </a:extLst>
          </p:cNvPr>
          <p:cNvSpPr>
            <a:spLocks noGrp="1"/>
          </p:cNvSpPr>
          <p:nvPr>
            <p:ph sz="half" idx="2"/>
          </p:nvPr>
        </p:nvSpPr>
        <p:spPr>
          <a:xfrm>
            <a:off x="6318928"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6F67CAC-53E4-44AF-BEAC-8FFB96F05A86}"/>
              </a:ext>
            </a:extLst>
          </p:cNvPr>
          <p:cNvSpPr>
            <a:spLocks noGrp="1"/>
          </p:cNvSpPr>
          <p:nvPr>
            <p:ph type="dt" sz="half" idx="10"/>
          </p:nvPr>
        </p:nvSpPr>
        <p:spPr/>
        <p:txBody>
          <a:bodyPr/>
          <a:lstStyle/>
          <a:p>
            <a:fld id="{E579ABC2-0180-4F3A-A895-A85BC724D472}" type="datetime1">
              <a:rPr lang="en-US" smtClean="0"/>
              <a:t>5/29/2026</a:t>
            </a:fld>
            <a:endParaRPr lang="en-US"/>
          </a:p>
        </p:txBody>
      </p:sp>
      <p:sp>
        <p:nvSpPr>
          <p:cNvPr id="6" name="Footer Placeholder 5">
            <a:extLst>
              <a:ext uri="{FF2B5EF4-FFF2-40B4-BE49-F238E27FC236}">
                <a16:creationId xmlns:a16="http://schemas.microsoft.com/office/drawing/2014/main" id="{083D9F3A-E7F0-45E7-AFA8-0D4A669EC16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C5F008B-58BB-45FF-923F-5909DAB49D34}"/>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1110331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7B549-9E51-42E0-992A-73E775957773}"/>
              </a:ext>
            </a:extLst>
          </p:cNvPr>
          <p:cNvSpPr>
            <a:spLocks noGrp="1"/>
          </p:cNvSpPr>
          <p:nvPr>
            <p:ph type="title"/>
          </p:nvPr>
        </p:nvSpPr>
        <p:spPr>
          <a:xfrm>
            <a:off x="640079" y="1371599"/>
            <a:ext cx="10890929" cy="93975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81A5FDC-7C4B-45FB-8462-E2CE79919F33}"/>
              </a:ext>
            </a:extLst>
          </p:cNvPr>
          <p:cNvSpPr>
            <a:spLocks noGrp="1"/>
          </p:cNvSpPr>
          <p:nvPr>
            <p:ph type="body" idx="1"/>
          </p:nvPr>
        </p:nvSpPr>
        <p:spPr>
          <a:xfrm>
            <a:off x="640079"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D8B686-2E92-45B9-A3D7-9DCAA0C50B36}"/>
              </a:ext>
            </a:extLst>
          </p:cNvPr>
          <p:cNvSpPr>
            <a:spLocks noGrp="1"/>
          </p:cNvSpPr>
          <p:nvPr>
            <p:ph sz="half" idx="2"/>
          </p:nvPr>
        </p:nvSpPr>
        <p:spPr>
          <a:xfrm>
            <a:off x="640079"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6ADB526-4A44-47B6-8D14-93202E590AA7}"/>
              </a:ext>
            </a:extLst>
          </p:cNvPr>
          <p:cNvSpPr>
            <a:spLocks noGrp="1"/>
          </p:cNvSpPr>
          <p:nvPr>
            <p:ph type="body" sz="quarter" idx="3"/>
          </p:nvPr>
        </p:nvSpPr>
        <p:spPr>
          <a:xfrm>
            <a:off x="6318928"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4177CA-5C13-4311-BFD3-B98FBD942DA5}"/>
              </a:ext>
            </a:extLst>
          </p:cNvPr>
          <p:cNvSpPr>
            <a:spLocks noGrp="1"/>
          </p:cNvSpPr>
          <p:nvPr>
            <p:ph sz="quarter" idx="4"/>
          </p:nvPr>
        </p:nvSpPr>
        <p:spPr>
          <a:xfrm>
            <a:off x="6318928"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EA255A-4CB5-40CA-B756-1AA5E27C20BF}"/>
              </a:ext>
            </a:extLst>
          </p:cNvPr>
          <p:cNvSpPr>
            <a:spLocks noGrp="1"/>
          </p:cNvSpPr>
          <p:nvPr>
            <p:ph type="dt" sz="half" idx="10"/>
          </p:nvPr>
        </p:nvSpPr>
        <p:spPr/>
        <p:txBody>
          <a:bodyPr/>
          <a:lstStyle/>
          <a:p>
            <a:fld id="{6AEEA9BA-4E8F-439E-BEA4-91FBA01E3F5F}" type="datetime1">
              <a:rPr lang="en-US" smtClean="0"/>
              <a:t>5/29/2026</a:t>
            </a:fld>
            <a:endParaRPr lang="en-US"/>
          </a:p>
        </p:txBody>
      </p:sp>
      <p:sp>
        <p:nvSpPr>
          <p:cNvPr id="8" name="Footer Placeholder 7">
            <a:extLst>
              <a:ext uri="{FF2B5EF4-FFF2-40B4-BE49-F238E27FC236}">
                <a16:creationId xmlns:a16="http://schemas.microsoft.com/office/drawing/2014/main" id="{FF3072C4-10F1-49B8-B0BF-69204EDDCFAE}"/>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4A5ACC97-44C1-4887-909B-E6732D3C1FF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1506848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7D313-943A-47E0-8A7A-DFFBCC297AB7}"/>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23AC25A7-81C8-4AA1-AD9F-C78A451FDE2E}"/>
              </a:ext>
            </a:extLst>
          </p:cNvPr>
          <p:cNvSpPr>
            <a:spLocks noGrp="1"/>
          </p:cNvSpPr>
          <p:nvPr>
            <p:ph type="dt" sz="half" idx="10"/>
          </p:nvPr>
        </p:nvSpPr>
        <p:spPr/>
        <p:txBody>
          <a:bodyPr/>
          <a:lstStyle/>
          <a:p>
            <a:fld id="{BE15BF18-0007-481C-AA29-413124BC3EE7}" type="datetime1">
              <a:rPr lang="en-US" smtClean="0"/>
              <a:t>5/29/2026</a:t>
            </a:fld>
            <a:endParaRPr lang="en-US"/>
          </a:p>
        </p:txBody>
      </p:sp>
      <p:sp>
        <p:nvSpPr>
          <p:cNvPr id="4" name="Footer Placeholder 3">
            <a:extLst>
              <a:ext uri="{FF2B5EF4-FFF2-40B4-BE49-F238E27FC236}">
                <a16:creationId xmlns:a16="http://schemas.microsoft.com/office/drawing/2014/main" id="{6EF54740-6022-46B2-9C55-B60E9651684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89497C9-6B5E-46D6-8FE9-0A5E0CF7F95B}"/>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23406789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149F9F0F-FB8C-5565-247C-BDCC156B5CAF}"/>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a:extLst>
              <a:ext uri="{FF2B5EF4-FFF2-40B4-BE49-F238E27FC236}">
                <a16:creationId xmlns:a16="http://schemas.microsoft.com/office/drawing/2014/main" id="{92740D3C-270A-401A-810C-2F86BBBB87D4}"/>
              </a:ext>
            </a:extLst>
          </p:cNvPr>
          <p:cNvSpPr>
            <a:spLocks noGrp="1"/>
          </p:cNvSpPr>
          <p:nvPr>
            <p:ph type="dt" sz="half" idx="10"/>
          </p:nvPr>
        </p:nvSpPr>
        <p:spPr/>
        <p:txBody>
          <a:bodyPr/>
          <a:lstStyle/>
          <a:p>
            <a:fld id="{09BE9870-3748-43AD-B547-02A075CB4A1D}" type="datetime1">
              <a:rPr lang="en-US" smtClean="0"/>
              <a:t>5/29/2026</a:t>
            </a:fld>
            <a:endParaRPr lang="en-US"/>
          </a:p>
        </p:txBody>
      </p:sp>
      <p:sp>
        <p:nvSpPr>
          <p:cNvPr id="3" name="Footer Placeholder 2">
            <a:extLst>
              <a:ext uri="{FF2B5EF4-FFF2-40B4-BE49-F238E27FC236}">
                <a16:creationId xmlns:a16="http://schemas.microsoft.com/office/drawing/2014/main" id="{DDCBE9F8-1765-4F36-A4DE-1DB136025AC9}"/>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7790CF9E-A6C6-4873-ADBE-7A2939319E58}"/>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81238912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8CDF8-00AD-4441-A6D5-9D7A659EB6C0}"/>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8C330AF-CB7E-420A-AE8A-E02E90325885}"/>
              </a:ext>
            </a:extLst>
          </p:cNvPr>
          <p:cNvSpPr>
            <a:spLocks noGrp="1"/>
          </p:cNvSpPr>
          <p:nvPr>
            <p:ph idx="1"/>
          </p:nvPr>
        </p:nvSpPr>
        <p:spPr>
          <a:xfrm>
            <a:off x="4936519" y="1031001"/>
            <a:ext cx="6594490" cy="516636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F43257AD-2422-4CDA-9C55-700F4B5BF251}"/>
              </a:ext>
            </a:extLst>
          </p:cNvPr>
          <p:cNvSpPr>
            <a:spLocks noGrp="1"/>
          </p:cNvSpPr>
          <p:nvPr>
            <p:ph type="body" sz="half" idx="2"/>
          </p:nvPr>
        </p:nvSpPr>
        <p:spPr>
          <a:xfrm>
            <a:off x="640080" y="2972168"/>
            <a:ext cx="3859397" cy="322682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1B7454-C1CC-46F2-A6FB-1FE786C48F49}"/>
              </a:ext>
            </a:extLst>
          </p:cNvPr>
          <p:cNvSpPr>
            <a:spLocks noGrp="1"/>
          </p:cNvSpPr>
          <p:nvPr>
            <p:ph type="dt" sz="half" idx="10"/>
          </p:nvPr>
        </p:nvSpPr>
        <p:spPr/>
        <p:txBody>
          <a:bodyPr/>
          <a:lstStyle/>
          <a:p>
            <a:fld id="{558E7897-33C5-4F1A-9307-D068E37F3DC7}" type="datetime1">
              <a:rPr lang="en-US" smtClean="0"/>
              <a:t>5/29/2026</a:t>
            </a:fld>
            <a:endParaRPr lang="en-US"/>
          </a:p>
        </p:txBody>
      </p:sp>
      <p:sp>
        <p:nvSpPr>
          <p:cNvPr id="6" name="Footer Placeholder 5">
            <a:extLst>
              <a:ext uri="{FF2B5EF4-FFF2-40B4-BE49-F238E27FC236}">
                <a16:creationId xmlns:a16="http://schemas.microsoft.com/office/drawing/2014/main" id="{49077DBE-6CC7-421B-AB5E-341E20BD922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D6EAB8F-7526-4CDB-B782-FAD8B3E70B0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3931256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1647F-5A61-44C9-81DC-331C9AE5DDAE}"/>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1627A0F-F1B8-49BE-A0FF-7FE16E3BDCC1}"/>
              </a:ext>
            </a:extLst>
          </p:cNvPr>
          <p:cNvSpPr>
            <a:spLocks noGrp="1"/>
          </p:cNvSpPr>
          <p:nvPr>
            <p:ph type="pic" idx="1"/>
          </p:nvPr>
        </p:nvSpPr>
        <p:spPr>
          <a:xfrm>
            <a:off x="4937760" y="1033271"/>
            <a:ext cx="6592824" cy="516636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C86D1BD6-1519-4431-9FAF-7D4F4129972C}"/>
              </a:ext>
            </a:extLst>
          </p:cNvPr>
          <p:cNvSpPr>
            <a:spLocks noGrp="1"/>
          </p:cNvSpPr>
          <p:nvPr>
            <p:ph type="body" sz="half" idx="2"/>
          </p:nvPr>
        </p:nvSpPr>
        <p:spPr>
          <a:xfrm>
            <a:off x="640080" y="2972167"/>
            <a:ext cx="3859397" cy="32268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A587A0-353B-42C2-BA96-B1ADEDF642BE}"/>
              </a:ext>
            </a:extLst>
          </p:cNvPr>
          <p:cNvSpPr>
            <a:spLocks noGrp="1"/>
          </p:cNvSpPr>
          <p:nvPr>
            <p:ph type="dt" sz="half" idx="10"/>
          </p:nvPr>
        </p:nvSpPr>
        <p:spPr/>
        <p:txBody>
          <a:bodyPr/>
          <a:lstStyle/>
          <a:p>
            <a:fld id="{82E171BA-CC09-47C8-A6DF-F5C5CB59CEEC}" type="datetime1">
              <a:rPr lang="en-US" smtClean="0"/>
              <a:t>5/29/2026</a:t>
            </a:fld>
            <a:endParaRPr lang="en-US"/>
          </a:p>
        </p:txBody>
      </p:sp>
      <p:sp>
        <p:nvSpPr>
          <p:cNvPr id="6" name="Footer Placeholder 5">
            <a:extLst>
              <a:ext uri="{FF2B5EF4-FFF2-40B4-BE49-F238E27FC236}">
                <a16:creationId xmlns:a16="http://schemas.microsoft.com/office/drawing/2014/main" id="{44D5A88E-3957-4B76-B1BE-4164029217B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5F7C5FD-E56A-4C66-8F23-087F95A2FD0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46253607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4BB7-3F30-4C31-9BB2-8EC24FC0A1D6}"/>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1ECF4134-70F5-4EE6-88BE-49D129630C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19EABC7-C044-44DE-B303-55A0581DA1E8}"/>
              </a:ext>
            </a:extLst>
          </p:cNvPr>
          <p:cNvSpPr>
            <a:spLocks noGrp="1"/>
          </p:cNvSpPr>
          <p:nvPr>
            <p:ph type="dt" sz="half" idx="10"/>
          </p:nvPr>
        </p:nvSpPr>
        <p:spPr/>
        <p:txBody>
          <a:bodyPr/>
          <a:lstStyle/>
          <a:p>
            <a:fld id="{C07B66AD-7C08-490A-ADA4-B47E10FB2407}" type="datetime1">
              <a:rPr lang="en-US" smtClean="0"/>
              <a:t>5/29/2026</a:t>
            </a:fld>
            <a:endParaRPr lang="en-US"/>
          </a:p>
        </p:txBody>
      </p:sp>
      <p:sp>
        <p:nvSpPr>
          <p:cNvPr id="5" name="Footer Placeholder 4">
            <a:extLst>
              <a:ext uri="{FF2B5EF4-FFF2-40B4-BE49-F238E27FC236}">
                <a16:creationId xmlns:a16="http://schemas.microsoft.com/office/drawing/2014/main" id="{4D4A63E1-5BC5-402E-9916-BAB84BCF0BB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A2EF915-AF64-4ECC-8B1A-B7E6A89B7917}"/>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89644710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1CB3635-47E1-90D8-B693-DA85A66B3831}"/>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a:extLst>
              <a:ext uri="{FF2B5EF4-FFF2-40B4-BE49-F238E27FC236}">
                <a16:creationId xmlns:a16="http://schemas.microsoft.com/office/drawing/2014/main" id="{6EB09414-2AA1-4D8E-A00A-C092FBC92D91}"/>
              </a:ext>
            </a:extLst>
          </p:cNvPr>
          <p:cNvSpPr>
            <a:spLocks noGrp="1"/>
          </p:cNvSpPr>
          <p:nvPr>
            <p:ph type="title" orient="vert"/>
          </p:nvPr>
        </p:nvSpPr>
        <p:spPr>
          <a:xfrm>
            <a:off x="9209219" y="640079"/>
            <a:ext cx="1811773" cy="5536884"/>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42C3A78-37C5-46D0-9DF4-CB78AF883C2C}"/>
              </a:ext>
            </a:extLst>
          </p:cNvPr>
          <p:cNvSpPr>
            <a:spLocks noGrp="1"/>
          </p:cNvSpPr>
          <p:nvPr>
            <p:ph type="body" orient="vert" idx="1"/>
          </p:nvPr>
        </p:nvSpPr>
        <p:spPr>
          <a:xfrm>
            <a:off x="640080" y="640080"/>
            <a:ext cx="8412422" cy="553688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9D8705E-925D-4F57-8268-107CE3CF4C45}"/>
              </a:ext>
            </a:extLst>
          </p:cNvPr>
          <p:cNvSpPr>
            <a:spLocks noGrp="1"/>
          </p:cNvSpPr>
          <p:nvPr>
            <p:ph type="dt" sz="half" idx="10"/>
          </p:nvPr>
        </p:nvSpPr>
        <p:spPr/>
        <p:txBody>
          <a:bodyPr/>
          <a:lstStyle/>
          <a:p>
            <a:fld id="{05B95027-4255-49E7-9841-CD21BCC99996}" type="datetime1">
              <a:rPr lang="en-US" smtClean="0"/>
              <a:t>5/29/2026</a:t>
            </a:fld>
            <a:endParaRPr lang="en-US"/>
          </a:p>
        </p:txBody>
      </p:sp>
      <p:sp>
        <p:nvSpPr>
          <p:cNvPr id="5" name="Footer Placeholder 4">
            <a:extLst>
              <a:ext uri="{FF2B5EF4-FFF2-40B4-BE49-F238E27FC236}">
                <a16:creationId xmlns:a16="http://schemas.microsoft.com/office/drawing/2014/main" id="{50FE207E-070D-4EC8-A44C-21F1815FDAA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15D01D1-C266-4161-A820-C084B980131C}"/>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3230604F-219C-2DEE-830E-27274CC2FE19}"/>
              </a:ext>
              <a:ext uri="{C183D7F6-B498-43B3-948B-1728B52AA6E4}">
                <adec:decorative xmlns:adec="http://schemas.microsoft.com/office/drawing/2017/decorative" val="1"/>
              </a:ext>
            </a:extLst>
          </p:cNvPr>
          <p:cNvCxnSpPr>
            <a:cxnSpLocks/>
          </p:cNvCxnSpPr>
          <p:nvPr/>
        </p:nvCxnSpPr>
        <p:spPr>
          <a:xfrm rot="5400000">
            <a:off x="10872154" y="119243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196169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0771E8B-6CA5-40B2-8038-0E112F3DAC1C}" type="datetimeFigureOut">
              <a:rPr lang="es-ES" smtClean="0"/>
              <a:t>29/05/2026</a:t>
            </a:fld>
            <a:endParaRPr lang="es-ES"/>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ES"/>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F1556C4-DFC3-4611-A7CC-780699185E26}" type="slidenum">
              <a:rPr lang="es-ES" smtClean="0"/>
              <a:t>‹#›</a:t>
            </a:fld>
            <a:endParaRPr lang="es-ES"/>
          </a:p>
        </p:txBody>
      </p:sp>
    </p:spTree>
    <p:extLst>
      <p:ext uri="{BB962C8B-B14F-4D97-AF65-F5344CB8AC3E}">
        <p14:creationId xmlns:p14="http://schemas.microsoft.com/office/powerpoint/2010/main" val="29331189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B4E786-7636-4278-8595-D365D28A796A}"/>
              </a:ext>
            </a:extLst>
          </p:cNvPr>
          <p:cNvSpPr>
            <a:spLocks noGrp="1"/>
          </p:cNvSpPr>
          <p:nvPr>
            <p:ph type="title"/>
          </p:nvPr>
        </p:nvSpPr>
        <p:spPr>
          <a:xfrm>
            <a:off x="640079" y="1371601"/>
            <a:ext cx="10890929" cy="109728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A740849-7059-4C70-992B-5304D2EE9BAB}"/>
              </a:ext>
            </a:extLst>
          </p:cNvPr>
          <p:cNvSpPr>
            <a:spLocks noGrp="1"/>
          </p:cNvSpPr>
          <p:nvPr>
            <p:ph type="body" idx="1"/>
          </p:nvPr>
        </p:nvSpPr>
        <p:spPr>
          <a:xfrm>
            <a:off x="640080" y="2633472"/>
            <a:ext cx="10890928" cy="35661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09FEBF6-CEA6-4332-87B3-697807571C84}"/>
              </a:ext>
            </a:extLst>
          </p:cNvPr>
          <p:cNvSpPr>
            <a:spLocks noGrp="1"/>
          </p:cNvSpPr>
          <p:nvPr>
            <p:ph type="dt" sz="half" idx="2"/>
          </p:nvPr>
        </p:nvSpPr>
        <p:spPr>
          <a:xfrm>
            <a:off x="640080" y="6356350"/>
            <a:ext cx="2743200" cy="365125"/>
          </a:xfrm>
          <a:prstGeom prst="rect">
            <a:avLst/>
          </a:prstGeom>
        </p:spPr>
        <p:txBody>
          <a:bodyPr vert="horz" lIns="91440" tIns="45720" rIns="91440" bIns="45720" rtlCol="0" anchor="ctr"/>
          <a:lstStyle>
            <a:lvl1pPr algn="l">
              <a:defRPr sz="900" b="1" cap="all" spc="300" baseline="0">
                <a:solidFill>
                  <a:schemeClr val="tx1"/>
                </a:solidFill>
              </a:defRPr>
            </a:lvl1pPr>
          </a:lstStyle>
          <a:p>
            <a:fld id="{7DA38F49-B3E2-4BF0-BEC7-C30D34ABBB8D}" type="datetime1">
              <a:rPr lang="en-US" smtClean="0"/>
              <a:t>5/29/2026</a:t>
            </a:fld>
            <a:endParaRPr lang="en-US"/>
          </a:p>
        </p:txBody>
      </p:sp>
      <p:sp>
        <p:nvSpPr>
          <p:cNvPr id="5" name="Footer Placeholder 4">
            <a:extLst>
              <a:ext uri="{FF2B5EF4-FFF2-40B4-BE49-F238E27FC236}">
                <a16:creationId xmlns:a16="http://schemas.microsoft.com/office/drawing/2014/main" id="{BC6BAF94-621C-43E1-BA0C-410A6899031B}"/>
              </a:ext>
            </a:extLst>
          </p:cNvPr>
          <p:cNvSpPr>
            <a:spLocks noGrp="1"/>
          </p:cNvSpPr>
          <p:nvPr>
            <p:ph type="ftr" sz="quarter" idx="3"/>
          </p:nvPr>
        </p:nvSpPr>
        <p:spPr>
          <a:xfrm>
            <a:off x="6767622" y="6356350"/>
            <a:ext cx="4040373" cy="365125"/>
          </a:xfrm>
          <a:prstGeom prst="rect">
            <a:avLst/>
          </a:prstGeom>
        </p:spPr>
        <p:txBody>
          <a:bodyPr vert="horz" lIns="91440" tIns="45720" rIns="91440" bIns="45720" rtlCol="0" anchor="ctr"/>
          <a:lstStyle>
            <a:lvl1pPr algn="r">
              <a:defRPr sz="900" b="1" cap="all" spc="300" baseline="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137D19E5-9E16-48C9-AAE2-0C70679A8D7B}"/>
              </a:ext>
            </a:extLst>
          </p:cNvPr>
          <p:cNvSpPr>
            <a:spLocks noGrp="1"/>
          </p:cNvSpPr>
          <p:nvPr>
            <p:ph type="sldNum" sz="quarter" idx="4"/>
          </p:nvPr>
        </p:nvSpPr>
        <p:spPr>
          <a:xfrm>
            <a:off x="10807995" y="6356350"/>
            <a:ext cx="723014" cy="365125"/>
          </a:xfrm>
          <a:prstGeom prst="rect">
            <a:avLst/>
          </a:prstGeom>
        </p:spPr>
        <p:txBody>
          <a:bodyPr vert="horz" lIns="91440" tIns="45720" rIns="91440" bIns="45720" rtlCol="0" anchor="ctr"/>
          <a:lstStyle>
            <a:lvl1pPr algn="r">
              <a:defRPr sz="900" b="1" cap="all" spc="300" baseline="0">
                <a:solidFill>
                  <a:schemeClr val="tx1"/>
                </a:solidFill>
              </a:defRPr>
            </a:lvl1pPr>
          </a:lstStyle>
          <a:p>
            <a:fld id="{70C12960-6E85-460F-B6E3-5B82CB31AF3D}" type="slidenum">
              <a:rPr lang="en-US" smtClean="0"/>
              <a:t>‹#›</a:t>
            </a:fld>
            <a:endParaRPr lang="en-US"/>
          </a:p>
        </p:txBody>
      </p:sp>
      <p:cxnSp>
        <p:nvCxnSpPr>
          <p:cNvPr id="9" name="Straight Connector 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p:cNvCxnSpPr>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9161859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914400" rtl="0" eaLnBrk="1" latinLnBrk="0" hangingPunct="1">
        <a:lnSpc>
          <a:spcPct val="10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hyperlink" Target="https://docs.unity.com/en-us/remote-config/get-started#set-up-remote-config"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docs.unity.com/en-us/remote-config/get-started#set-up-remote-config"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pic>
        <p:nvPicPr>
          <p:cNvPr id="4" name="Picture 3">
            <a:extLst>
              <a:ext uri="{FF2B5EF4-FFF2-40B4-BE49-F238E27FC236}">
                <a16:creationId xmlns:a16="http://schemas.microsoft.com/office/drawing/2014/main" id="{B9744045-6B2A-E256-85A5-5DF14D852F83}"/>
              </a:ext>
            </a:extLst>
          </p:cNvPr>
          <p:cNvPicPr>
            <a:picLocks noChangeAspect="1"/>
          </p:cNvPicPr>
          <p:nvPr/>
        </p:nvPicPr>
        <p:blipFill>
          <a:blip r:embed="rId2"/>
          <a:srcRect t="36080" r="9091"/>
          <a:stretch>
            <a:fillRect/>
          </a:stretch>
        </p:blipFill>
        <p:spPr>
          <a:xfrm>
            <a:off x="1" y="1"/>
            <a:ext cx="12191999" cy="6857999"/>
          </a:xfrm>
          <a:prstGeom prst="rect">
            <a:avLst/>
          </a:prstGeom>
        </p:spPr>
      </p:pic>
      <p:sp>
        <p:nvSpPr>
          <p:cNvPr id="20" name="Rectangle 19">
            <a:extLst>
              <a:ext uri="{FF2B5EF4-FFF2-40B4-BE49-F238E27FC236}">
                <a16:creationId xmlns:a16="http://schemas.microsoft.com/office/drawing/2014/main" id="{72E284DE-AB43-1296-3166-892F44A3A2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73183" y="173181"/>
            <a:ext cx="6858002" cy="6511640"/>
          </a:xfrm>
          <a:prstGeom prst="rect">
            <a:avLst/>
          </a:prstGeom>
          <a:gradFill>
            <a:gsLst>
              <a:gs pos="0">
                <a:schemeClr val="bg1">
                  <a:alpha val="0"/>
                </a:schemeClr>
              </a:gs>
              <a:gs pos="46000">
                <a:schemeClr val="bg1">
                  <a:alpha val="30000"/>
                </a:schemeClr>
              </a:gs>
              <a:gs pos="26000">
                <a:schemeClr val="bg1">
                  <a:alpha val="17000"/>
                </a:schemeClr>
              </a:gs>
              <a:gs pos="100000">
                <a:schemeClr val="bg1">
                  <a:alpha val="4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ítulo 1"/>
          <p:cNvSpPr>
            <a:spLocks noGrp="1"/>
          </p:cNvSpPr>
          <p:nvPr>
            <p:ph type="ctrTitle"/>
          </p:nvPr>
        </p:nvSpPr>
        <p:spPr>
          <a:xfrm>
            <a:off x="457195" y="701964"/>
            <a:ext cx="5370950" cy="3640303"/>
          </a:xfrm>
        </p:spPr>
        <p:txBody>
          <a:bodyPr anchor="t">
            <a:normAutofit/>
          </a:bodyPr>
          <a:lstStyle/>
          <a:p>
            <a:r>
              <a:rPr lang="es-ES" sz="6000">
                <a:solidFill>
                  <a:srgbClr val="FFFFFF"/>
                </a:solidFill>
              </a:rPr>
              <a:t>Juegos en Red</a:t>
            </a:r>
          </a:p>
        </p:txBody>
      </p:sp>
      <p:sp>
        <p:nvSpPr>
          <p:cNvPr id="3" name="Subtítulo 2"/>
          <p:cNvSpPr>
            <a:spLocks noGrp="1"/>
          </p:cNvSpPr>
          <p:nvPr>
            <p:ph type="subTitle" idx="1"/>
          </p:nvPr>
        </p:nvSpPr>
        <p:spPr>
          <a:xfrm>
            <a:off x="468090" y="5253050"/>
            <a:ext cx="3888419" cy="969264"/>
          </a:xfrm>
        </p:spPr>
        <p:txBody>
          <a:bodyPr anchor="t">
            <a:normAutofit/>
          </a:bodyPr>
          <a:lstStyle/>
          <a:p>
            <a:pPr>
              <a:lnSpc>
                <a:spcPct val="100000"/>
              </a:lnSpc>
            </a:pPr>
            <a:r>
              <a:rPr lang="es-ES" sz="2000" dirty="0"/>
              <a:t>Live-</a:t>
            </a:r>
            <a:r>
              <a:rPr lang="es-ES" sz="2000" dirty="0" err="1"/>
              <a:t>OPs</a:t>
            </a:r>
          </a:p>
          <a:p>
            <a:pPr>
              <a:lnSpc>
                <a:spcPct val="100000"/>
              </a:lnSpc>
            </a:pPr>
            <a:r>
              <a:rPr lang="es-ES" sz="2000"/>
              <a:t>Unity Remote</a:t>
            </a:r>
            <a:endParaRPr lang="es-ES" sz="2000" dirty="0"/>
          </a:p>
        </p:txBody>
      </p:sp>
      <p:cxnSp>
        <p:nvCxnSpPr>
          <p:cNvPr id="22" name="Straight Connector 21">
            <a:extLst>
              <a:ext uri="{FF2B5EF4-FFF2-40B4-BE49-F238E27FC236}">
                <a16:creationId xmlns:a16="http://schemas.microsoft.com/office/drawing/2014/main" id="{97CC2FE6-3AD0-4131-B4BC-1F4D65E25E1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40329" y="4861206"/>
            <a:ext cx="978862"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61521144"/>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A247CA-3BA6-8CE0-2A03-CC99C31CDEA0}"/>
              </a:ext>
            </a:extLst>
          </p:cNvPr>
          <p:cNvSpPr>
            <a:spLocks noGrp="1"/>
          </p:cNvSpPr>
          <p:nvPr>
            <p:ph type="title"/>
          </p:nvPr>
        </p:nvSpPr>
        <p:spPr>
          <a:xfrm>
            <a:off x="640080" y="914400"/>
            <a:ext cx="3794760" cy="4144684"/>
          </a:xfrm>
        </p:spPr>
        <p:txBody>
          <a:bodyPr anchor="t">
            <a:normAutofit/>
          </a:bodyPr>
          <a:lstStyle/>
          <a:p>
            <a:r>
              <a:rPr lang="es-AR"/>
              <a:t>Contenido</a:t>
            </a:r>
            <a:r>
              <a:rPr lang="en-US"/>
              <a:t>:</a:t>
            </a:r>
          </a:p>
        </p:txBody>
      </p:sp>
      <p:sp>
        <p:nvSpPr>
          <p:cNvPr id="3" name="Content Placeholder 2">
            <a:extLst>
              <a:ext uri="{FF2B5EF4-FFF2-40B4-BE49-F238E27FC236}">
                <a16:creationId xmlns:a16="http://schemas.microsoft.com/office/drawing/2014/main" id="{3C4E8B45-DA18-519A-D53B-F5CDCDAADE18}"/>
              </a:ext>
            </a:extLst>
          </p:cNvPr>
          <p:cNvSpPr>
            <a:spLocks noGrp="1"/>
          </p:cNvSpPr>
          <p:nvPr>
            <p:ph idx="1"/>
          </p:nvPr>
        </p:nvSpPr>
        <p:spPr>
          <a:xfrm>
            <a:off x="5148072" y="1051559"/>
            <a:ext cx="6382937" cy="5248656"/>
          </a:xfrm>
        </p:spPr>
        <p:txBody>
          <a:bodyPr vert="horz" lIns="91440" tIns="45720" rIns="91440" bIns="45720" rtlCol="0" anchor="t">
            <a:noAutofit/>
          </a:bodyPr>
          <a:lstStyle/>
          <a:p>
            <a:r>
              <a:rPr lang="es-AR" b="1" dirty="0">
                <a:latin typeface="Grandview Display"/>
              </a:rPr>
              <a:t>Live-</a:t>
            </a:r>
            <a:r>
              <a:rPr lang="es-AR" b="1" dirty="0" err="1">
                <a:latin typeface="Grandview Display"/>
              </a:rPr>
              <a:t>Ops</a:t>
            </a:r>
            <a:endParaRPr lang="es-AR" b="1" dirty="0">
              <a:latin typeface="Grandview Display"/>
            </a:endParaRPr>
          </a:p>
          <a:p>
            <a:pPr lvl="1">
              <a:buFont typeface="Courier New" panose="020B0604020202020204" pitchFamily="34" charset="0"/>
              <a:buChar char="o"/>
            </a:pPr>
            <a:r>
              <a:rPr lang="es-AR" b="1">
                <a:latin typeface="Grandview Display"/>
              </a:rPr>
              <a:t>Qué es</a:t>
            </a:r>
            <a:endParaRPr lang="es-AR" b="1" dirty="0">
              <a:latin typeface="Grandview Display"/>
            </a:endParaRPr>
          </a:p>
          <a:p>
            <a:pPr lvl="1">
              <a:buFont typeface="Courier New" panose="020B0604020202020204" pitchFamily="34" charset="0"/>
              <a:buChar char="o"/>
            </a:pPr>
            <a:r>
              <a:rPr lang="es-AR" b="1">
                <a:latin typeface="Grandview Display"/>
              </a:rPr>
              <a:t>Usos</a:t>
            </a:r>
            <a:endParaRPr lang="es-AR" b="1" dirty="0">
              <a:latin typeface="Grandview Display"/>
            </a:endParaRPr>
          </a:p>
          <a:p>
            <a:r>
              <a:rPr lang="es-AR" b="1" dirty="0">
                <a:latin typeface="Grandview Display"/>
              </a:rPr>
              <a:t>Unity Remote </a:t>
            </a:r>
            <a:r>
              <a:rPr lang="es-AR" b="1" dirty="0" err="1">
                <a:latin typeface="Grandview Display"/>
              </a:rPr>
              <a:t>Config</a:t>
            </a:r>
          </a:p>
          <a:p>
            <a:pPr marL="0" indent="0">
              <a:buNone/>
            </a:pPr>
            <a:endParaRPr lang="es-AR" b="1" dirty="0">
              <a:latin typeface="Grandview Display"/>
            </a:endParaRPr>
          </a:p>
          <a:p>
            <a:endParaRPr lang="es-AR" b="1" dirty="0">
              <a:latin typeface="Grandview Display"/>
            </a:endParaRPr>
          </a:p>
          <a:p>
            <a:endParaRPr lang="es-AR" b="1" dirty="0">
              <a:latin typeface="Grandview Display"/>
            </a:endParaRPr>
          </a:p>
          <a:p>
            <a:endParaRPr lang="es-AR" b="1" dirty="0">
              <a:latin typeface="Grandview Display"/>
            </a:endParaRPr>
          </a:p>
          <a:p>
            <a:endParaRPr lang="en-US" dirty="0">
              <a:latin typeface="Aptos" panose="020B0004020202020204"/>
            </a:endParaRPr>
          </a:p>
        </p:txBody>
      </p:sp>
    </p:spTree>
    <p:extLst>
      <p:ext uri="{BB962C8B-B14F-4D97-AF65-F5344CB8AC3E}">
        <p14:creationId xmlns:p14="http://schemas.microsoft.com/office/powerpoint/2010/main" val="35720928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97264DA-9C56-7D1E-740D-C3FD77D471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94FD30-69A4-F051-EF2D-70573467240B}"/>
              </a:ext>
            </a:extLst>
          </p:cNvPr>
          <p:cNvSpPr>
            <a:spLocks noGrp="1"/>
          </p:cNvSpPr>
          <p:nvPr>
            <p:ph type="title"/>
          </p:nvPr>
        </p:nvSpPr>
        <p:spPr>
          <a:xfrm>
            <a:off x="640080" y="914400"/>
            <a:ext cx="3331255" cy="4144684"/>
          </a:xfrm>
        </p:spPr>
        <p:txBody>
          <a:bodyPr anchor="t">
            <a:normAutofit/>
          </a:bodyPr>
          <a:lstStyle/>
          <a:p>
            <a:r>
              <a:rPr lang="es-AR" dirty="0"/>
              <a:t>Live-</a:t>
            </a:r>
            <a:r>
              <a:rPr lang="es-AR" dirty="0" err="1"/>
              <a:t>Ops</a:t>
            </a:r>
            <a:r>
              <a:rPr lang="en-US" dirty="0"/>
              <a:t>:</a:t>
            </a:r>
          </a:p>
        </p:txBody>
      </p:sp>
      <p:sp>
        <p:nvSpPr>
          <p:cNvPr id="3" name="Content Placeholder 2">
            <a:extLst>
              <a:ext uri="{FF2B5EF4-FFF2-40B4-BE49-F238E27FC236}">
                <a16:creationId xmlns:a16="http://schemas.microsoft.com/office/drawing/2014/main" id="{8FA98982-91A4-7262-7295-3B0BB65C7AE4}"/>
              </a:ext>
            </a:extLst>
          </p:cNvPr>
          <p:cNvSpPr>
            <a:spLocks noGrp="1"/>
          </p:cNvSpPr>
          <p:nvPr>
            <p:ph idx="1"/>
          </p:nvPr>
        </p:nvSpPr>
        <p:spPr>
          <a:xfrm>
            <a:off x="3058475" y="1051559"/>
            <a:ext cx="8472534" cy="5248656"/>
          </a:xfrm>
        </p:spPr>
        <p:txBody>
          <a:bodyPr vert="horz" lIns="91440" tIns="45720" rIns="91440" bIns="45720" rtlCol="0" anchor="t">
            <a:noAutofit/>
          </a:bodyPr>
          <a:lstStyle/>
          <a:p>
            <a:pPr marL="0" indent="0">
              <a:buNone/>
            </a:pPr>
            <a:r>
              <a:rPr lang="es-AR" b="1" dirty="0">
                <a:latin typeface="Grandview Display"/>
              </a:rPr>
              <a:t>Live </a:t>
            </a:r>
            <a:r>
              <a:rPr lang="es-AR" b="1" dirty="0" err="1">
                <a:latin typeface="Grandview Display"/>
              </a:rPr>
              <a:t>Operations</a:t>
            </a:r>
            <a:r>
              <a:rPr lang="es-AR" b="1" dirty="0">
                <a:latin typeface="Grandview Display"/>
              </a:rPr>
              <a:t>. Es uno de los principios que rige la industria en este último tiempo. Sobre todo si hablamos de juegos Free-</a:t>
            </a:r>
            <a:r>
              <a:rPr lang="es-AR" b="1" dirty="0" err="1">
                <a:latin typeface="Grandview Display"/>
              </a:rPr>
              <a:t>to</a:t>
            </a:r>
            <a:r>
              <a:rPr lang="es-AR" b="1" dirty="0">
                <a:latin typeface="Grandview Display"/>
              </a:rPr>
              <a:t>-</a:t>
            </a:r>
            <a:r>
              <a:rPr lang="es-AR" b="1" dirty="0" err="1">
                <a:latin typeface="Grandview Display"/>
              </a:rPr>
              <a:t>play</a:t>
            </a:r>
            <a:r>
              <a:rPr lang="es-AR" b="1" dirty="0">
                <a:latin typeface="Grandview Display"/>
              </a:rPr>
              <a:t> o Juegos como Servicio.</a:t>
            </a:r>
          </a:p>
          <a:p>
            <a:pPr marL="0" indent="0">
              <a:buNone/>
            </a:pPr>
            <a:r>
              <a:rPr lang="es-AR" b="1" dirty="0">
                <a:latin typeface="Grandview Display"/>
              </a:rPr>
              <a:t>Ya no se trata de publicar el juego y olvidarse, sino </a:t>
            </a:r>
            <a:r>
              <a:rPr lang="es-AR" b="1">
                <a:latin typeface="Grandview Display"/>
              </a:rPr>
              <a:t>que se intenta de que este juego evolucione o cambie contantemente.</a:t>
            </a:r>
            <a:endParaRPr lang="es-AR" b="1" dirty="0">
              <a:latin typeface="Grandview Display"/>
            </a:endParaRPr>
          </a:p>
        </p:txBody>
      </p:sp>
    </p:spTree>
    <p:extLst>
      <p:ext uri="{BB962C8B-B14F-4D97-AF65-F5344CB8AC3E}">
        <p14:creationId xmlns:p14="http://schemas.microsoft.com/office/powerpoint/2010/main" val="26203172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D2756CB-0D04-F7D8-B650-EE91371266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F3486E-A35B-44F1-AB3F-970FA0873014}"/>
              </a:ext>
            </a:extLst>
          </p:cNvPr>
          <p:cNvSpPr>
            <a:spLocks noGrp="1"/>
          </p:cNvSpPr>
          <p:nvPr>
            <p:ph type="title"/>
          </p:nvPr>
        </p:nvSpPr>
        <p:spPr>
          <a:xfrm>
            <a:off x="640080" y="914400"/>
            <a:ext cx="3331255" cy="4144684"/>
          </a:xfrm>
        </p:spPr>
        <p:txBody>
          <a:bodyPr anchor="t">
            <a:normAutofit/>
          </a:bodyPr>
          <a:lstStyle/>
          <a:p>
            <a:r>
              <a:rPr lang="es-AR" dirty="0"/>
              <a:t>Live-</a:t>
            </a:r>
            <a:r>
              <a:rPr lang="es-AR" dirty="0" err="1"/>
              <a:t>Ops</a:t>
            </a:r>
            <a:r>
              <a:rPr lang="en-US" dirty="0"/>
              <a:t>:</a:t>
            </a:r>
          </a:p>
        </p:txBody>
      </p:sp>
      <p:sp>
        <p:nvSpPr>
          <p:cNvPr id="3" name="Content Placeholder 2">
            <a:extLst>
              <a:ext uri="{FF2B5EF4-FFF2-40B4-BE49-F238E27FC236}">
                <a16:creationId xmlns:a16="http://schemas.microsoft.com/office/drawing/2014/main" id="{CB8B28F3-5621-F29E-D72D-F8EBAAAC0FCB}"/>
              </a:ext>
            </a:extLst>
          </p:cNvPr>
          <p:cNvSpPr>
            <a:spLocks noGrp="1"/>
          </p:cNvSpPr>
          <p:nvPr>
            <p:ph idx="1"/>
          </p:nvPr>
        </p:nvSpPr>
        <p:spPr>
          <a:xfrm>
            <a:off x="3058475" y="1051559"/>
            <a:ext cx="8472534" cy="5248656"/>
          </a:xfrm>
        </p:spPr>
        <p:txBody>
          <a:bodyPr vert="horz" lIns="91440" tIns="45720" rIns="91440" bIns="45720" rtlCol="0" anchor="t">
            <a:noAutofit/>
          </a:bodyPr>
          <a:lstStyle/>
          <a:p>
            <a:pPr marL="0" indent="0">
              <a:buNone/>
            </a:pPr>
            <a:r>
              <a:rPr lang="es-AR" b="1" dirty="0">
                <a:latin typeface="Grandview Display"/>
              </a:rPr>
              <a:t>Live </a:t>
            </a:r>
            <a:r>
              <a:rPr lang="es-AR" b="1" dirty="0" err="1">
                <a:latin typeface="Grandview Display"/>
              </a:rPr>
              <a:t>Ops</a:t>
            </a:r>
            <a:r>
              <a:rPr lang="es-AR" b="1" dirty="0">
                <a:latin typeface="Grandview Display"/>
              </a:rPr>
              <a:t> son todas las técnicas o el enfoque, que nos </a:t>
            </a:r>
            <a:r>
              <a:rPr lang="es-AR" b="1" dirty="0" err="1">
                <a:latin typeface="Grandview Display"/>
              </a:rPr>
              <a:t>permit</a:t>
            </a:r>
            <a:r>
              <a:rPr lang="es-AR" b="1" dirty="0">
                <a:latin typeface="Grandview Display"/>
              </a:rPr>
              <a:t>e tratar un juego ya publicado como un servicio continuo y no como un producto estático.</a:t>
            </a:r>
          </a:p>
          <a:p>
            <a:pPr marL="0" indent="0">
              <a:buNone/>
            </a:pPr>
            <a:r>
              <a:rPr lang="es-AR" b="1" dirty="0">
                <a:latin typeface="Grandview Display"/>
              </a:rPr>
              <a:t>Realizamos cambios, actualizaciones, </a:t>
            </a:r>
            <a:r>
              <a:rPr lang="es-AR" b="1" dirty="0" err="1">
                <a:latin typeface="Grandview Display"/>
              </a:rPr>
              <a:t>features</a:t>
            </a:r>
            <a:r>
              <a:rPr lang="es-AR" b="1" dirty="0">
                <a:latin typeface="Grandview Display"/>
              </a:rPr>
              <a:t>, eventos, etc. Para mejorar la experiencia del jugador o mantener su interés y monetización o interacción.</a:t>
            </a:r>
          </a:p>
          <a:p>
            <a:pPr marL="0" indent="0">
              <a:buNone/>
            </a:pPr>
            <a:r>
              <a:rPr lang="es-AR" b="1" dirty="0">
                <a:latin typeface="Grandview Display"/>
              </a:rPr>
              <a:t>Todo esto sin nece</a:t>
            </a:r>
            <a:r>
              <a:rPr lang="es-AR" b="1">
                <a:latin typeface="Grandview Display"/>
              </a:rPr>
              <a:t>sidad de lanzar una nueva versión de nuestro juego o aplicación.</a:t>
            </a:r>
            <a:endParaRPr lang="es-AR" b="1" dirty="0">
              <a:latin typeface="Grandview Display"/>
            </a:endParaRPr>
          </a:p>
        </p:txBody>
      </p:sp>
    </p:spTree>
    <p:extLst>
      <p:ext uri="{BB962C8B-B14F-4D97-AF65-F5344CB8AC3E}">
        <p14:creationId xmlns:p14="http://schemas.microsoft.com/office/powerpoint/2010/main" val="16531075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FA2994E-0797-7DF5-48A0-F67D4553B1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A54810-00A2-69F1-33E8-1AB51E150AB0}"/>
              </a:ext>
            </a:extLst>
          </p:cNvPr>
          <p:cNvSpPr>
            <a:spLocks noGrp="1"/>
          </p:cNvSpPr>
          <p:nvPr>
            <p:ph type="title"/>
          </p:nvPr>
        </p:nvSpPr>
        <p:spPr>
          <a:xfrm>
            <a:off x="640080" y="914400"/>
            <a:ext cx="3331255" cy="4144684"/>
          </a:xfrm>
        </p:spPr>
        <p:txBody>
          <a:bodyPr anchor="t">
            <a:normAutofit/>
          </a:bodyPr>
          <a:lstStyle/>
          <a:p>
            <a:r>
              <a:rPr lang="es-AR" dirty="0"/>
              <a:t>Live-</a:t>
            </a:r>
            <a:r>
              <a:rPr lang="es-AR" dirty="0" err="1"/>
              <a:t>Ops</a:t>
            </a:r>
            <a:r>
              <a:rPr lang="en-US" dirty="0"/>
              <a:t>:</a:t>
            </a:r>
          </a:p>
        </p:txBody>
      </p:sp>
      <p:sp>
        <p:nvSpPr>
          <p:cNvPr id="3" name="Content Placeholder 2">
            <a:extLst>
              <a:ext uri="{FF2B5EF4-FFF2-40B4-BE49-F238E27FC236}">
                <a16:creationId xmlns:a16="http://schemas.microsoft.com/office/drawing/2014/main" id="{BC387A0D-50EC-49BB-E9EA-05AA30B58A13}"/>
              </a:ext>
            </a:extLst>
          </p:cNvPr>
          <p:cNvSpPr>
            <a:spLocks noGrp="1"/>
          </p:cNvSpPr>
          <p:nvPr>
            <p:ph idx="1"/>
          </p:nvPr>
        </p:nvSpPr>
        <p:spPr>
          <a:xfrm>
            <a:off x="3058475" y="1051559"/>
            <a:ext cx="8472534" cy="5248656"/>
          </a:xfrm>
        </p:spPr>
        <p:txBody>
          <a:bodyPr vert="horz" lIns="91440" tIns="45720" rIns="91440" bIns="45720" rtlCol="0" anchor="t">
            <a:noAutofit/>
          </a:bodyPr>
          <a:lstStyle/>
          <a:p>
            <a:pPr marL="0" indent="0">
              <a:buNone/>
            </a:pPr>
            <a:r>
              <a:rPr lang="es-AR" b="1" dirty="0">
                <a:latin typeface="Grandview Display"/>
              </a:rPr>
              <a:t>En el pasado, una vez que el equipo de desarrollo terminaba el juego, se grababa, se copiaba y se vendía en un formato físico. El equipo </a:t>
            </a:r>
            <a:r>
              <a:rPr lang="es-AR" b="1">
                <a:latin typeface="Grandview Display"/>
              </a:rPr>
              <a:t>pasaba a un nuevo juego.</a:t>
            </a:r>
          </a:p>
          <a:p>
            <a:pPr marL="0" indent="0">
              <a:buNone/>
            </a:pPr>
            <a:endParaRPr lang="es-AR" b="1" dirty="0">
              <a:latin typeface="Grandview Display"/>
            </a:endParaRPr>
          </a:p>
          <a:p>
            <a:pPr marL="0" indent="0">
              <a:buNone/>
            </a:pPr>
            <a:r>
              <a:rPr lang="es-AR" b="1" dirty="0">
                <a:latin typeface="Grandview Display"/>
              </a:rPr>
              <a:t>Pero ahora con este nuevo paradigma, el trabajo no se termina en el lanzamiento. El juego evoluciona, idealmente, basado en el comport</a:t>
            </a:r>
            <a:r>
              <a:rPr lang="es-AR" b="1">
                <a:latin typeface="Grandview Display"/>
              </a:rPr>
              <a:t>amiento de los jugadores.</a:t>
            </a:r>
            <a:endParaRPr lang="es-AR" b="1" dirty="0">
              <a:latin typeface="Grandview Display"/>
            </a:endParaRPr>
          </a:p>
        </p:txBody>
      </p:sp>
    </p:spTree>
    <p:extLst>
      <p:ext uri="{BB962C8B-B14F-4D97-AF65-F5344CB8AC3E}">
        <p14:creationId xmlns:p14="http://schemas.microsoft.com/office/powerpoint/2010/main" val="9126044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75B45EF-79DB-10C1-5BCE-A84F962447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57810F-90FE-B4CF-72E0-AE854B5393D4}"/>
              </a:ext>
            </a:extLst>
          </p:cNvPr>
          <p:cNvSpPr>
            <a:spLocks noGrp="1"/>
          </p:cNvSpPr>
          <p:nvPr>
            <p:ph type="title"/>
          </p:nvPr>
        </p:nvSpPr>
        <p:spPr>
          <a:xfrm>
            <a:off x="640080" y="914400"/>
            <a:ext cx="3331255" cy="4144684"/>
          </a:xfrm>
        </p:spPr>
        <p:txBody>
          <a:bodyPr anchor="t">
            <a:normAutofit/>
          </a:bodyPr>
          <a:lstStyle/>
          <a:p>
            <a:r>
              <a:rPr lang="es-AR" dirty="0"/>
              <a:t>Live-</a:t>
            </a:r>
            <a:r>
              <a:rPr lang="es-AR" dirty="0" err="1"/>
              <a:t>Ops</a:t>
            </a:r>
            <a:r>
              <a:rPr lang="en-US" dirty="0"/>
              <a:t>:</a:t>
            </a:r>
          </a:p>
        </p:txBody>
      </p:sp>
      <p:sp>
        <p:nvSpPr>
          <p:cNvPr id="3" name="Content Placeholder 2">
            <a:extLst>
              <a:ext uri="{FF2B5EF4-FFF2-40B4-BE49-F238E27FC236}">
                <a16:creationId xmlns:a16="http://schemas.microsoft.com/office/drawing/2014/main" id="{F965F27A-9215-54EC-D044-D7D499B90016}"/>
              </a:ext>
            </a:extLst>
          </p:cNvPr>
          <p:cNvSpPr>
            <a:spLocks noGrp="1"/>
          </p:cNvSpPr>
          <p:nvPr>
            <p:ph idx="1"/>
          </p:nvPr>
        </p:nvSpPr>
        <p:spPr>
          <a:xfrm>
            <a:off x="3058475" y="1051559"/>
            <a:ext cx="8472534" cy="5248656"/>
          </a:xfrm>
        </p:spPr>
        <p:txBody>
          <a:bodyPr vert="horz" lIns="91440" tIns="45720" rIns="91440" bIns="45720" rtlCol="0" anchor="t">
            <a:noAutofit/>
          </a:bodyPr>
          <a:lstStyle/>
          <a:p>
            <a:pPr marL="0" indent="0">
              <a:buNone/>
            </a:pPr>
            <a:r>
              <a:rPr lang="es-AR" b="1">
                <a:latin typeface="Grandview Display"/>
              </a:rPr>
              <a:t>Algunos de los usos más comunes son:</a:t>
            </a:r>
            <a:endParaRPr lang="en-US"/>
          </a:p>
          <a:p>
            <a:pPr marL="457200" indent="-457200"/>
            <a:r>
              <a:rPr lang="es-AR" b="1" dirty="0">
                <a:latin typeface="Grandview Display"/>
              </a:rPr>
              <a:t>Gestión de eventos de </a:t>
            </a:r>
            <a:r>
              <a:rPr lang="es-AR" b="1">
                <a:latin typeface="Grandview Display"/>
              </a:rPr>
              <a:t>juego y/o contenido temporal</a:t>
            </a:r>
            <a:endParaRPr lang="es-AR" b="1" dirty="0">
              <a:latin typeface="Grandview Display"/>
            </a:endParaRPr>
          </a:p>
          <a:p>
            <a:pPr marL="914400" lvl="1" indent="-457200">
              <a:buFont typeface="Courier New" panose="020B0604020202020204" pitchFamily="34" charset="0"/>
              <a:buChar char="o"/>
            </a:pPr>
            <a:r>
              <a:rPr lang="es-AR" b="1">
                <a:latin typeface="Grandview Display"/>
              </a:rPr>
              <a:t>Seasons, eventos por días especiales</a:t>
            </a:r>
          </a:p>
          <a:p>
            <a:pPr marL="914400" lvl="1" indent="-457200">
              <a:buFont typeface="Courier New" panose="020B0604020202020204" pitchFamily="34" charset="0"/>
              <a:buChar char="o"/>
            </a:pPr>
            <a:r>
              <a:rPr lang="es-AR" b="1">
                <a:latin typeface="Grandview Display"/>
              </a:rPr>
              <a:t>Calendario de eventos</a:t>
            </a:r>
          </a:p>
          <a:p>
            <a:pPr marL="457200" indent="-457200"/>
            <a:r>
              <a:rPr lang="es-AR" b="1" dirty="0">
                <a:latin typeface="Grandview Display"/>
              </a:rPr>
              <a:t>Pruebas, </a:t>
            </a:r>
            <a:r>
              <a:rPr lang="es-AR" b="1">
                <a:latin typeface="Grandview Display"/>
              </a:rPr>
              <a:t>análisis y optimización</a:t>
            </a:r>
          </a:p>
          <a:p>
            <a:pPr marL="914400" lvl="1" indent="-457200">
              <a:buFont typeface="Courier New" panose="020B0604020202020204" pitchFamily="34" charset="0"/>
              <a:buChar char="o"/>
            </a:pPr>
            <a:r>
              <a:rPr lang="es-AR" b="1">
                <a:latin typeface="Grandview Display"/>
              </a:rPr>
              <a:t>A/B Test</a:t>
            </a:r>
          </a:p>
          <a:p>
            <a:pPr marL="914400" lvl="1" indent="-457200">
              <a:buFont typeface="Courier New" panose="020B0604020202020204" pitchFamily="34" charset="0"/>
              <a:buChar char="o"/>
            </a:pPr>
            <a:r>
              <a:rPr lang="es-AR" b="1" dirty="0" err="1">
                <a:latin typeface="Grandview Display"/>
              </a:rPr>
              <a:t>Funnel</a:t>
            </a:r>
            <a:r>
              <a:rPr lang="es-AR" b="1" dirty="0">
                <a:latin typeface="Grandview Display"/>
              </a:rPr>
              <a:t> </a:t>
            </a:r>
            <a:r>
              <a:rPr lang="es-AR" b="1" dirty="0" err="1">
                <a:latin typeface="Grandview Display"/>
              </a:rPr>
              <a:t>Analysis</a:t>
            </a:r>
            <a:r>
              <a:rPr lang="es-AR" b="1" dirty="0">
                <a:latin typeface="Grandview Display"/>
              </a:rPr>
              <a:t> o análisis de deserción </a:t>
            </a:r>
          </a:p>
          <a:p>
            <a:pPr marL="457200" indent="-457200"/>
            <a:r>
              <a:rPr lang="es-AR" b="1" dirty="0">
                <a:latin typeface="Grandview Display"/>
              </a:rPr>
              <a:t>Mejorar la retención y </a:t>
            </a:r>
            <a:r>
              <a:rPr lang="es-AR" b="1" dirty="0" err="1">
                <a:latin typeface="Grandview Display"/>
              </a:rPr>
              <a:t>Engagement</a:t>
            </a:r>
            <a:endParaRPr lang="es-AR" b="1" dirty="0">
              <a:latin typeface="Grandview Display"/>
            </a:endParaRPr>
          </a:p>
          <a:p>
            <a:pPr marL="914400" lvl="1" indent="-457200">
              <a:buFont typeface="Courier New" panose="020B0604020202020204" pitchFamily="34" charset="0"/>
              <a:buChar char="o"/>
            </a:pPr>
            <a:r>
              <a:rPr lang="es-AR" b="1" dirty="0">
                <a:latin typeface="Grandview Display"/>
              </a:rPr>
              <a:t>Sistemas de </a:t>
            </a:r>
            <a:r>
              <a:rPr lang="es-AR" b="1">
                <a:latin typeface="Grandview Display"/>
              </a:rPr>
              <a:t>progresión dinámicos</a:t>
            </a:r>
          </a:p>
          <a:p>
            <a:pPr marL="914400" lvl="1" indent="-457200">
              <a:buFont typeface="Courier New" panose="020B0604020202020204" pitchFamily="34" charset="0"/>
              <a:buChar char="o"/>
            </a:pPr>
            <a:r>
              <a:rPr lang="es-AR" b="1">
                <a:latin typeface="Grandview Display"/>
              </a:rPr>
              <a:t>Ofertas personalizadas</a:t>
            </a:r>
          </a:p>
          <a:p>
            <a:pPr marL="457200" indent="-457200"/>
            <a:r>
              <a:rPr lang="es-AR" b="1" dirty="0">
                <a:latin typeface="Grandview Display"/>
              </a:rPr>
              <a:t>Economía del </a:t>
            </a:r>
            <a:r>
              <a:rPr lang="es-AR" b="1">
                <a:latin typeface="Grandview Display"/>
              </a:rPr>
              <a:t>juego</a:t>
            </a:r>
          </a:p>
          <a:p>
            <a:pPr marL="457200" indent="-457200"/>
            <a:r>
              <a:rPr lang="es-AR" b="1" dirty="0">
                <a:latin typeface="Grandview Display"/>
              </a:rPr>
              <a:t>Balances o </a:t>
            </a:r>
            <a:r>
              <a:rPr lang="es-AR" b="1" dirty="0" err="1">
                <a:latin typeface="Grandview Display"/>
              </a:rPr>
              <a:t>Hotfixes</a:t>
            </a:r>
          </a:p>
        </p:txBody>
      </p:sp>
    </p:spTree>
    <p:extLst>
      <p:ext uri="{BB962C8B-B14F-4D97-AF65-F5344CB8AC3E}">
        <p14:creationId xmlns:p14="http://schemas.microsoft.com/office/powerpoint/2010/main" val="10279021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5257C08-635A-7213-2A5B-6C998E255E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559D2E-EB4B-21FF-E277-B1B9871BB8F4}"/>
              </a:ext>
            </a:extLst>
          </p:cNvPr>
          <p:cNvSpPr>
            <a:spLocks noGrp="1"/>
          </p:cNvSpPr>
          <p:nvPr>
            <p:ph type="title"/>
          </p:nvPr>
        </p:nvSpPr>
        <p:spPr>
          <a:xfrm>
            <a:off x="640080" y="914400"/>
            <a:ext cx="10326188" cy="4144684"/>
          </a:xfrm>
        </p:spPr>
        <p:txBody>
          <a:bodyPr vert="horz" lIns="91440" tIns="45720" rIns="91440" bIns="45720" rtlCol="0" anchor="ctr">
            <a:normAutofit/>
          </a:bodyPr>
          <a:lstStyle/>
          <a:p>
            <a:pPr algn="ctr"/>
            <a:r>
              <a:rPr lang="es-AR" sz="5400"/>
              <a:t>¿Preguntas? ¿Consultas? ¿Inquietudes?</a:t>
            </a:r>
            <a:endParaRPr lang="en-US"/>
          </a:p>
        </p:txBody>
      </p:sp>
      <p:sp>
        <p:nvSpPr>
          <p:cNvPr id="3" name="Content Placeholder 2">
            <a:extLst>
              <a:ext uri="{FF2B5EF4-FFF2-40B4-BE49-F238E27FC236}">
                <a16:creationId xmlns:a16="http://schemas.microsoft.com/office/drawing/2014/main" id="{45DF0EAE-1CD7-D372-FC04-8941A77E542F}"/>
              </a:ext>
            </a:extLst>
          </p:cNvPr>
          <p:cNvSpPr>
            <a:spLocks noGrp="1"/>
          </p:cNvSpPr>
          <p:nvPr>
            <p:ph idx="1"/>
          </p:nvPr>
        </p:nvSpPr>
        <p:spPr>
          <a:xfrm>
            <a:off x="5148072" y="1051559"/>
            <a:ext cx="6382937" cy="5248656"/>
          </a:xfrm>
        </p:spPr>
        <p:txBody>
          <a:bodyPr vert="horz" lIns="91440" tIns="45720" rIns="91440" bIns="45720" rtlCol="0" anchor="t">
            <a:noAutofit/>
          </a:bodyPr>
          <a:lstStyle/>
          <a:p>
            <a:endParaRPr lang="es-AR" dirty="0"/>
          </a:p>
          <a:p>
            <a:endParaRPr lang="es-AR" dirty="0"/>
          </a:p>
        </p:txBody>
      </p:sp>
    </p:spTree>
    <p:extLst>
      <p:ext uri="{BB962C8B-B14F-4D97-AF65-F5344CB8AC3E}">
        <p14:creationId xmlns:p14="http://schemas.microsoft.com/office/powerpoint/2010/main" val="16604359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CEBB332-DEB1-ED72-F0BC-3FDED65864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E4068F-83F0-45CD-8D22-5B0E87CB5A6A}"/>
              </a:ext>
            </a:extLst>
          </p:cNvPr>
          <p:cNvSpPr>
            <a:spLocks noGrp="1"/>
          </p:cNvSpPr>
          <p:nvPr>
            <p:ph type="title"/>
          </p:nvPr>
        </p:nvSpPr>
        <p:spPr>
          <a:xfrm>
            <a:off x="640080" y="914400"/>
            <a:ext cx="3331255" cy="4144684"/>
          </a:xfrm>
        </p:spPr>
        <p:txBody>
          <a:bodyPr anchor="t">
            <a:normAutofit/>
          </a:bodyPr>
          <a:lstStyle/>
          <a:p>
            <a:r>
              <a:rPr lang="es-AR" dirty="0"/>
              <a:t>Live-</a:t>
            </a:r>
            <a:r>
              <a:rPr lang="es-AR" dirty="0" err="1"/>
              <a:t>Ops</a:t>
            </a:r>
            <a:r>
              <a:rPr lang="en-US" dirty="0"/>
              <a:t>:</a:t>
            </a:r>
          </a:p>
        </p:txBody>
      </p:sp>
      <p:sp>
        <p:nvSpPr>
          <p:cNvPr id="3" name="Content Placeholder 2">
            <a:extLst>
              <a:ext uri="{FF2B5EF4-FFF2-40B4-BE49-F238E27FC236}">
                <a16:creationId xmlns:a16="http://schemas.microsoft.com/office/drawing/2014/main" id="{66502E0B-A402-20E3-3385-9AD42FE25D3D}"/>
              </a:ext>
            </a:extLst>
          </p:cNvPr>
          <p:cNvSpPr>
            <a:spLocks noGrp="1"/>
          </p:cNvSpPr>
          <p:nvPr>
            <p:ph idx="1"/>
          </p:nvPr>
        </p:nvSpPr>
        <p:spPr>
          <a:xfrm>
            <a:off x="3058475" y="1051559"/>
            <a:ext cx="8472534" cy="5248656"/>
          </a:xfrm>
        </p:spPr>
        <p:txBody>
          <a:bodyPr vert="horz" lIns="91440" tIns="45720" rIns="91440" bIns="45720" rtlCol="0" anchor="t">
            <a:noAutofit/>
          </a:bodyPr>
          <a:lstStyle/>
          <a:p>
            <a:pPr marL="0" indent="0">
              <a:buNone/>
            </a:pPr>
            <a:r>
              <a:rPr lang="es-AR" b="1" dirty="0">
                <a:latin typeface="Grandview Display"/>
              </a:rPr>
              <a:t>Para lograr aplicar esos cambios se necesita cierto nivel de infraestructura que deberá ir escalando con el juego mismo. Sin embargo, no suele ser un impedimento. Ya existen varias herramientas especializadas en </a:t>
            </a:r>
            <a:r>
              <a:rPr lang="es-AR" b="1" dirty="0" err="1">
                <a:latin typeface="Grandview Display"/>
              </a:rPr>
              <a:t>Backend</a:t>
            </a:r>
            <a:r>
              <a:rPr lang="es-AR" b="1" dirty="0">
                <a:latin typeface="Grandview Display"/>
              </a:rPr>
              <a:t> as a Service.</a:t>
            </a:r>
          </a:p>
          <a:p>
            <a:pPr marL="457200" indent="-457200"/>
            <a:r>
              <a:rPr lang="es-AR" b="1" dirty="0">
                <a:latin typeface="Grandview Display"/>
              </a:rPr>
              <a:t>Unity </a:t>
            </a:r>
            <a:r>
              <a:rPr lang="es-AR" b="1" dirty="0" err="1">
                <a:latin typeface="Grandview Display"/>
              </a:rPr>
              <a:t>Gaming</a:t>
            </a:r>
            <a:r>
              <a:rPr lang="es-AR" b="1" dirty="0">
                <a:latin typeface="Grandview Display"/>
              </a:rPr>
              <a:t> </a:t>
            </a:r>
            <a:r>
              <a:rPr lang="es-AR" b="1" dirty="0" err="1">
                <a:latin typeface="Grandview Display"/>
              </a:rPr>
              <a:t>Services</a:t>
            </a:r>
            <a:endParaRPr lang="es-AR" b="1" dirty="0">
              <a:latin typeface="Grandview Display"/>
            </a:endParaRPr>
          </a:p>
          <a:p>
            <a:pPr marL="457200" indent="-457200"/>
            <a:r>
              <a:rPr lang="es-AR" b="1" dirty="0">
                <a:latin typeface="Grandview Display"/>
              </a:rPr>
              <a:t>Azure </a:t>
            </a:r>
            <a:r>
              <a:rPr lang="es-AR" b="1" dirty="0" err="1">
                <a:latin typeface="Grandview Display"/>
              </a:rPr>
              <a:t>PlayFab</a:t>
            </a:r>
            <a:r>
              <a:rPr lang="es-AR" b="1" dirty="0">
                <a:latin typeface="Grandview Display"/>
              </a:rPr>
              <a:t> (Microsoft)</a:t>
            </a:r>
          </a:p>
          <a:p>
            <a:pPr marL="457200" indent="-457200"/>
            <a:r>
              <a:rPr lang="es-AR" b="1" dirty="0" err="1">
                <a:latin typeface="Grandview Display"/>
              </a:rPr>
              <a:t>Firebase</a:t>
            </a:r>
            <a:r>
              <a:rPr lang="es-AR" b="1" dirty="0">
                <a:latin typeface="Grandview Display"/>
              </a:rPr>
              <a:t> (Google)</a:t>
            </a:r>
          </a:p>
          <a:p>
            <a:pPr marL="457200" indent="-457200"/>
            <a:r>
              <a:rPr lang="es-AR" b="1" dirty="0">
                <a:latin typeface="Grandview Display"/>
              </a:rPr>
              <a:t>Epic Online </a:t>
            </a:r>
            <a:r>
              <a:rPr lang="es-AR" b="1" dirty="0" err="1">
                <a:latin typeface="Grandview Display"/>
              </a:rPr>
              <a:t>Services</a:t>
            </a:r>
          </a:p>
        </p:txBody>
      </p:sp>
    </p:spTree>
    <p:extLst>
      <p:ext uri="{BB962C8B-B14F-4D97-AF65-F5344CB8AC3E}">
        <p14:creationId xmlns:p14="http://schemas.microsoft.com/office/powerpoint/2010/main" val="15689268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E178BAA-E504-1F19-3F93-C8C566B4EA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6D51D9-840F-407E-0D1D-1A0B64C8D98C}"/>
              </a:ext>
            </a:extLst>
          </p:cNvPr>
          <p:cNvSpPr>
            <a:spLocks noGrp="1"/>
          </p:cNvSpPr>
          <p:nvPr>
            <p:ph type="title"/>
          </p:nvPr>
        </p:nvSpPr>
        <p:spPr>
          <a:xfrm>
            <a:off x="640080" y="914400"/>
            <a:ext cx="3331255" cy="4144684"/>
          </a:xfrm>
        </p:spPr>
        <p:txBody>
          <a:bodyPr anchor="t">
            <a:normAutofit/>
          </a:bodyPr>
          <a:lstStyle/>
          <a:p>
            <a:r>
              <a:rPr lang="es-AR" dirty="0"/>
              <a:t>Live-</a:t>
            </a:r>
            <a:r>
              <a:rPr lang="es-AR" dirty="0" err="1"/>
              <a:t>Ops</a:t>
            </a:r>
            <a:r>
              <a:rPr lang="en-US" dirty="0"/>
              <a:t>:</a:t>
            </a:r>
          </a:p>
        </p:txBody>
      </p:sp>
      <p:sp>
        <p:nvSpPr>
          <p:cNvPr id="3" name="Content Placeholder 2">
            <a:extLst>
              <a:ext uri="{FF2B5EF4-FFF2-40B4-BE49-F238E27FC236}">
                <a16:creationId xmlns:a16="http://schemas.microsoft.com/office/drawing/2014/main" id="{8A73C120-C907-90C0-DC81-6F5572DE2A7D}"/>
              </a:ext>
            </a:extLst>
          </p:cNvPr>
          <p:cNvSpPr>
            <a:spLocks noGrp="1"/>
          </p:cNvSpPr>
          <p:nvPr>
            <p:ph idx="1"/>
          </p:nvPr>
        </p:nvSpPr>
        <p:spPr>
          <a:xfrm>
            <a:off x="3058475" y="1051559"/>
            <a:ext cx="8472534" cy="5248656"/>
          </a:xfrm>
        </p:spPr>
        <p:txBody>
          <a:bodyPr vert="horz" lIns="91440" tIns="45720" rIns="91440" bIns="45720" rtlCol="0" anchor="t">
            <a:noAutofit/>
          </a:bodyPr>
          <a:lstStyle/>
          <a:p>
            <a:pPr marL="0" indent="0">
              <a:buNone/>
            </a:pPr>
            <a:r>
              <a:rPr lang="es-AR" b="1" dirty="0">
                <a:latin typeface="Grandview Display"/>
              </a:rPr>
              <a:t>A la hora de aplicar estos cambios existen dos </a:t>
            </a:r>
            <a:r>
              <a:rPr lang="es-AR" b="1">
                <a:latin typeface="Grandview Display"/>
              </a:rPr>
              <a:t>conceptos claves de infraestructura.</a:t>
            </a:r>
          </a:p>
          <a:p>
            <a:pPr marL="457200" indent="-457200"/>
            <a:r>
              <a:rPr lang="es-AR" b="1" dirty="0">
                <a:latin typeface="Grandview Display"/>
              </a:rPr>
              <a:t>Remote </a:t>
            </a:r>
            <a:r>
              <a:rPr lang="es-AR" b="1" dirty="0" err="1">
                <a:latin typeface="Grandview Display"/>
              </a:rPr>
              <a:t>Config</a:t>
            </a:r>
            <a:r>
              <a:rPr lang="es-AR" b="1" dirty="0">
                <a:latin typeface="Grandview Display"/>
              </a:rPr>
              <a:t>. Lo que nos permite cambiar variables de nuestro juego, SIN QUE EL JUGADOR DEBA DESCARGAR UNA NUEVA VERSIÓN DE NUESTRO JUEGO</a:t>
            </a:r>
          </a:p>
          <a:p>
            <a:pPr marL="457200" indent="-457200"/>
            <a:r>
              <a:rPr lang="es-AR" b="1">
                <a:latin typeface="Grandview Display"/>
              </a:rPr>
              <a:t>Cloud Code: Ejecutar lógica crucial de nuestro juego en el servidor, para evitar modificaciones indeseadas.</a:t>
            </a:r>
            <a:endParaRPr lang="es-AR" b="1" dirty="0">
              <a:latin typeface="Grandview Display"/>
            </a:endParaRPr>
          </a:p>
        </p:txBody>
      </p:sp>
    </p:spTree>
    <p:extLst>
      <p:ext uri="{BB962C8B-B14F-4D97-AF65-F5344CB8AC3E}">
        <p14:creationId xmlns:p14="http://schemas.microsoft.com/office/powerpoint/2010/main" val="5873679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EF1ADD3-A802-1F3E-9C03-2D58B7A0C2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7C89EE-01F6-DFA5-61C5-DC6FEFCCEC07}"/>
              </a:ext>
            </a:extLst>
          </p:cNvPr>
          <p:cNvSpPr>
            <a:spLocks noGrp="1"/>
          </p:cNvSpPr>
          <p:nvPr>
            <p:ph type="title"/>
          </p:nvPr>
        </p:nvSpPr>
        <p:spPr>
          <a:xfrm>
            <a:off x="640080" y="914400"/>
            <a:ext cx="10326188" cy="4144684"/>
          </a:xfrm>
        </p:spPr>
        <p:txBody>
          <a:bodyPr vert="horz" lIns="91440" tIns="45720" rIns="91440" bIns="45720" rtlCol="0" anchor="ctr">
            <a:normAutofit/>
          </a:bodyPr>
          <a:lstStyle/>
          <a:p>
            <a:pPr algn="ctr"/>
            <a:r>
              <a:rPr lang="es-AR" sz="5400"/>
              <a:t>¿Preguntas? ¿Consultas? ¿Inquietudes?</a:t>
            </a:r>
            <a:endParaRPr lang="en-US"/>
          </a:p>
        </p:txBody>
      </p:sp>
      <p:sp>
        <p:nvSpPr>
          <p:cNvPr id="3" name="Content Placeholder 2">
            <a:extLst>
              <a:ext uri="{FF2B5EF4-FFF2-40B4-BE49-F238E27FC236}">
                <a16:creationId xmlns:a16="http://schemas.microsoft.com/office/drawing/2014/main" id="{977BDF2C-2075-2BB5-1F94-79D0EEF421A4}"/>
              </a:ext>
            </a:extLst>
          </p:cNvPr>
          <p:cNvSpPr>
            <a:spLocks noGrp="1"/>
          </p:cNvSpPr>
          <p:nvPr>
            <p:ph idx="1"/>
          </p:nvPr>
        </p:nvSpPr>
        <p:spPr>
          <a:xfrm>
            <a:off x="5148072" y="1051559"/>
            <a:ext cx="6382937" cy="5248656"/>
          </a:xfrm>
        </p:spPr>
        <p:txBody>
          <a:bodyPr vert="horz" lIns="91440" tIns="45720" rIns="91440" bIns="45720" rtlCol="0" anchor="t">
            <a:noAutofit/>
          </a:bodyPr>
          <a:lstStyle/>
          <a:p>
            <a:endParaRPr lang="es-AR" dirty="0"/>
          </a:p>
          <a:p>
            <a:endParaRPr lang="es-AR" dirty="0"/>
          </a:p>
        </p:txBody>
      </p:sp>
    </p:spTree>
    <p:extLst>
      <p:ext uri="{BB962C8B-B14F-4D97-AF65-F5344CB8AC3E}">
        <p14:creationId xmlns:p14="http://schemas.microsoft.com/office/powerpoint/2010/main" val="35402902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5BBEA25-CDF7-8AAF-E9F1-4AB483EC5E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8E10CE-D07B-03E6-8C02-D025E69FCB1A}"/>
              </a:ext>
            </a:extLst>
          </p:cNvPr>
          <p:cNvSpPr>
            <a:spLocks noGrp="1"/>
          </p:cNvSpPr>
          <p:nvPr>
            <p:ph type="title"/>
          </p:nvPr>
        </p:nvSpPr>
        <p:spPr>
          <a:xfrm>
            <a:off x="640080" y="914400"/>
            <a:ext cx="2429734" cy="4144684"/>
          </a:xfrm>
        </p:spPr>
        <p:txBody>
          <a:bodyPr anchor="t">
            <a:normAutofit/>
          </a:bodyPr>
          <a:lstStyle/>
          <a:p>
            <a:r>
              <a:rPr lang="en-US"/>
              <a:t>Unity Remote</a:t>
            </a:r>
            <a:br>
              <a:rPr lang="en-US" dirty="0"/>
            </a:br>
            <a:r>
              <a:rPr lang="en-US"/>
              <a:t>Config:</a:t>
            </a:r>
          </a:p>
        </p:txBody>
      </p:sp>
      <p:sp>
        <p:nvSpPr>
          <p:cNvPr id="3" name="Content Placeholder 2">
            <a:extLst>
              <a:ext uri="{FF2B5EF4-FFF2-40B4-BE49-F238E27FC236}">
                <a16:creationId xmlns:a16="http://schemas.microsoft.com/office/drawing/2014/main" id="{BFF900F1-25E4-5261-5AD6-CAA6F30ED942}"/>
              </a:ext>
            </a:extLst>
          </p:cNvPr>
          <p:cNvSpPr>
            <a:spLocks noGrp="1"/>
          </p:cNvSpPr>
          <p:nvPr>
            <p:ph idx="1"/>
          </p:nvPr>
        </p:nvSpPr>
        <p:spPr>
          <a:xfrm>
            <a:off x="3058475" y="1051559"/>
            <a:ext cx="8472534" cy="5248656"/>
          </a:xfrm>
        </p:spPr>
        <p:txBody>
          <a:bodyPr vert="horz" lIns="91440" tIns="45720" rIns="91440" bIns="45720" rtlCol="0" anchor="t">
            <a:noAutofit/>
          </a:bodyPr>
          <a:lstStyle/>
          <a:p>
            <a:pPr marL="0" indent="0">
              <a:buNone/>
            </a:pPr>
            <a:r>
              <a:rPr lang="es-AR" b="1" dirty="0">
                <a:latin typeface="Grandview Display"/>
              </a:rPr>
              <a:t>Es una herramienta dentro del paquete de Unity </a:t>
            </a:r>
            <a:r>
              <a:rPr lang="es-AR" b="1" err="1">
                <a:latin typeface="Grandview Display"/>
              </a:rPr>
              <a:t>Gaming</a:t>
            </a:r>
            <a:r>
              <a:rPr lang="es-AR" b="1" dirty="0">
                <a:latin typeface="Grandview Display"/>
              </a:rPr>
              <a:t> </a:t>
            </a:r>
            <a:r>
              <a:rPr lang="es-AR" b="1" err="1">
                <a:latin typeface="Grandview Display"/>
              </a:rPr>
              <a:t>Services</a:t>
            </a:r>
            <a:r>
              <a:rPr lang="es-AR" b="1" dirty="0">
                <a:latin typeface="Grandview Display"/>
              </a:rPr>
              <a:t> que nos permite hacer modificaciones en </a:t>
            </a:r>
            <a:r>
              <a:rPr lang="es-AR" b="1">
                <a:latin typeface="Grandview Display"/>
              </a:rPr>
              <a:t>vivo </a:t>
            </a:r>
            <a:r>
              <a:rPr lang="es-AR" b="1" dirty="0">
                <a:latin typeface="Grandview Display"/>
              </a:rPr>
              <a:t>a nuestro juego.</a:t>
            </a:r>
          </a:p>
          <a:p>
            <a:pPr marL="457200" indent="-457200"/>
            <a:r>
              <a:rPr lang="es-AR" b="1">
                <a:latin typeface="Grandview Display"/>
              </a:rPr>
              <a:t>Curva de aprendizaje baja, </a:t>
            </a:r>
            <a:r>
              <a:rPr lang="es-AR" b="1" err="1">
                <a:latin typeface="Grandview Display"/>
              </a:rPr>
              <a:t>integracipon</a:t>
            </a:r>
            <a:r>
              <a:rPr lang="es-AR" b="1">
                <a:latin typeface="Grandview Display"/>
              </a:rPr>
              <a:t> nativa</a:t>
            </a:r>
          </a:p>
          <a:p>
            <a:pPr marL="457200" indent="-457200"/>
            <a:r>
              <a:rPr lang="es-AR" b="1" dirty="0">
                <a:latin typeface="Grandview Display"/>
              </a:rPr>
              <a:t>Gratis para empezar, pago luego de cierto volumen de usua</a:t>
            </a:r>
            <a:r>
              <a:rPr lang="es-AR" b="1">
                <a:latin typeface="Grandview Display"/>
              </a:rPr>
              <a:t>rios</a:t>
            </a:r>
          </a:p>
          <a:p>
            <a:pPr marL="457200" indent="-457200"/>
            <a:r>
              <a:rPr lang="es-AR" b="1">
                <a:latin typeface="Grandview Display"/>
              </a:rPr>
              <a:t>Fácil segmentación de usuarios</a:t>
            </a:r>
          </a:p>
          <a:p>
            <a:pPr marL="457200" indent="-457200"/>
            <a:r>
              <a:rPr lang="es-AR" b="1" dirty="0">
                <a:latin typeface="Grandview Display"/>
              </a:rPr>
              <a:t>Soporte para A/B </a:t>
            </a:r>
            <a:r>
              <a:rPr lang="es-AR" b="1" dirty="0" err="1">
                <a:latin typeface="Grandview Display"/>
              </a:rPr>
              <a:t>Tests</a:t>
            </a:r>
            <a:r>
              <a:rPr lang="es-AR" b="1" dirty="0">
                <a:latin typeface="Grandview Display"/>
              </a:rPr>
              <a:t>, conexión directa con la herramienta de A/B test de Unity.</a:t>
            </a:r>
          </a:p>
        </p:txBody>
      </p:sp>
    </p:spTree>
    <p:extLst>
      <p:ext uri="{BB962C8B-B14F-4D97-AF65-F5344CB8AC3E}">
        <p14:creationId xmlns:p14="http://schemas.microsoft.com/office/powerpoint/2010/main" val="22019616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8D6C382-A4AA-7DB0-2873-1F36FF84C8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DAC718-DC17-ACD0-721A-01B47DBEC188}"/>
              </a:ext>
            </a:extLst>
          </p:cNvPr>
          <p:cNvSpPr>
            <a:spLocks noGrp="1"/>
          </p:cNvSpPr>
          <p:nvPr>
            <p:ph type="title"/>
          </p:nvPr>
        </p:nvSpPr>
        <p:spPr>
          <a:xfrm>
            <a:off x="640080" y="914400"/>
            <a:ext cx="2429734" cy="4144684"/>
          </a:xfrm>
        </p:spPr>
        <p:txBody>
          <a:bodyPr anchor="t">
            <a:normAutofit/>
          </a:bodyPr>
          <a:lstStyle/>
          <a:p>
            <a:r>
              <a:rPr lang="en-US"/>
              <a:t>Unity Remote</a:t>
            </a:r>
            <a:br>
              <a:rPr lang="en-US" dirty="0"/>
            </a:br>
            <a:r>
              <a:rPr lang="en-US"/>
              <a:t>Config:</a:t>
            </a:r>
          </a:p>
        </p:txBody>
      </p:sp>
      <p:sp>
        <p:nvSpPr>
          <p:cNvPr id="3" name="Content Placeholder 2">
            <a:extLst>
              <a:ext uri="{FF2B5EF4-FFF2-40B4-BE49-F238E27FC236}">
                <a16:creationId xmlns:a16="http://schemas.microsoft.com/office/drawing/2014/main" id="{70291E81-7780-2274-0A55-F0FDAACE0AE0}"/>
              </a:ext>
            </a:extLst>
          </p:cNvPr>
          <p:cNvSpPr>
            <a:spLocks noGrp="1"/>
          </p:cNvSpPr>
          <p:nvPr>
            <p:ph idx="1"/>
          </p:nvPr>
        </p:nvSpPr>
        <p:spPr>
          <a:xfrm>
            <a:off x="3058475" y="1051559"/>
            <a:ext cx="8472534" cy="5248656"/>
          </a:xfrm>
        </p:spPr>
        <p:txBody>
          <a:bodyPr vert="horz" lIns="91440" tIns="45720" rIns="91440" bIns="45720" rtlCol="0" anchor="t">
            <a:noAutofit/>
          </a:bodyPr>
          <a:lstStyle/>
          <a:p>
            <a:pPr marL="0" indent="0">
              <a:buNone/>
            </a:pPr>
            <a:r>
              <a:rPr lang="es-AR" b="1">
                <a:latin typeface="Grandview Display"/>
              </a:rPr>
              <a:t>Por otro lado, también tiene algunas desventajas...</a:t>
            </a:r>
          </a:p>
          <a:p>
            <a:pPr marL="457200" indent="-457200"/>
            <a:r>
              <a:rPr lang="es-AR" b="1">
                <a:latin typeface="Grandview Display"/>
              </a:rPr>
              <a:t>Estamos a atados a Unity y sus servicios. Si bien tiene una opción para acceder y usarla por medio de una API, está diseñada por y para Unity.</a:t>
            </a:r>
          </a:p>
          <a:p>
            <a:pPr marL="457200" indent="-457200"/>
            <a:r>
              <a:rPr lang="es-AR" b="1" dirty="0">
                <a:latin typeface="Grandview Display"/>
              </a:rPr>
              <a:t>Trabaja con información. Podemos usarla con variables simples o </a:t>
            </a:r>
            <a:r>
              <a:rPr lang="es-AR" b="1" err="1">
                <a:latin typeface="Grandview Display"/>
              </a:rPr>
              <a:t>jsons</a:t>
            </a:r>
            <a:r>
              <a:rPr lang="es-AR" b="1">
                <a:latin typeface="Grandview Display"/>
              </a:rPr>
              <a:t>. Pero no podemos enviar lógica ni paquetes de </a:t>
            </a:r>
            <a:r>
              <a:rPr lang="es-AR" b="1" err="1">
                <a:latin typeface="Grandview Display"/>
              </a:rPr>
              <a:t>Assets</a:t>
            </a:r>
            <a:r>
              <a:rPr lang="es-AR" b="1">
                <a:latin typeface="Grandview Display"/>
              </a:rPr>
              <a:t>.</a:t>
            </a:r>
            <a:endParaRPr lang="es-AR" b="1" dirty="0">
              <a:latin typeface="Grandview Display"/>
            </a:endParaRPr>
          </a:p>
        </p:txBody>
      </p:sp>
    </p:spTree>
    <p:extLst>
      <p:ext uri="{BB962C8B-B14F-4D97-AF65-F5344CB8AC3E}">
        <p14:creationId xmlns:p14="http://schemas.microsoft.com/office/powerpoint/2010/main" val="13282279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F1EB295-EF05-56C4-E902-E4D619FA7B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703198-394A-8B65-C33E-C0F350C40AB7}"/>
              </a:ext>
            </a:extLst>
          </p:cNvPr>
          <p:cNvSpPr>
            <a:spLocks noGrp="1"/>
          </p:cNvSpPr>
          <p:nvPr>
            <p:ph type="title"/>
          </p:nvPr>
        </p:nvSpPr>
        <p:spPr>
          <a:xfrm>
            <a:off x="640080" y="914400"/>
            <a:ext cx="10326188" cy="4144684"/>
          </a:xfrm>
        </p:spPr>
        <p:txBody>
          <a:bodyPr vert="horz" lIns="91440" tIns="45720" rIns="91440" bIns="45720" rtlCol="0" anchor="ctr">
            <a:normAutofit/>
          </a:bodyPr>
          <a:lstStyle/>
          <a:p>
            <a:pPr algn="ctr"/>
            <a:r>
              <a:rPr lang="es-AR" sz="5400"/>
              <a:t>¿Preguntas? ¿Consultas? ¿Inquietudes?</a:t>
            </a:r>
            <a:endParaRPr lang="en-US"/>
          </a:p>
        </p:txBody>
      </p:sp>
      <p:sp>
        <p:nvSpPr>
          <p:cNvPr id="3" name="Content Placeholder 2">
            <a:extLst>
              <a:ext uri="{FF2B5EF4-FFF2-40B4-BE49-F238E27FC236}">
                <a16:creationId xmlns:a16="http://schemas.microsoft.com/office/drawing/2014/main" id="{9A9F9AD9-5177-C714-7CBE-4CB7E87CCB50}"/>
              </a:ext>
            </a:extLst>
          </p:cNvPr>
          <p:cNvSpPr>
            <a:spLocks noGrp="1"/>
          </p:cNvSpPr>
          <p:nvPr>
            <p:ph idx="1"/>
          </p:nvPr>
        </p:nvSpPr>
        <p:spPr>
          <a:xfrm>
            <a:off x="5148072" y="1051559"/>
            <a:ext cx="6382937" cy="5248656"/>
          </a:xfrm>
        </p:spPr>
        <p:txBody>
          <a:bodyPr vert="horz" lIns="91440" tIns="45720" rIns="91440" bIns="45720" rtlCol="0" anchor="t">
            <a:noAutofit/>
          </a:bodyPr>
          <a:lstStyle/>
          <a:p>
            <a:endParaRPr lang="es-AR" dirty="0"/>
          </a:p>
          <a:p>
            <a:endParaRPr lang="es-AR" dirty="0"/>
          </a:p>
        </p:txBody>
      </p:sp>
    </p:spTree>
    <p:extLst>
      <p:ext uri="{BB962C8B-B14F-4D97-AF65-F5344CB8AC3E}">
        <p14:creationId xmlns:p14="http://schemas.microsoft.com/office/powerpoint/2010/main" val="34416451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162203E-6FFD-1DD5-C185-207B254341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46CAB6-3804-70C9-A27A-82F4A4D4EA41}"/>
              </a:ext>
            </a:extLst>
          </p:cNvPr>
          <p:cNvSpPr>
            <a:spLocks noGrp="1"/>
          </p:cNvSpPr>
          <p:nvPr>
            <p:ph type="title"/>
          </p:nvPr>
        </p:nvSpPr>
        <p:spPr>
          <a:xfrm>
            <a:off x="640080" y="914400"/>
            <a:ext cx="2429734" cy="4144684"/>
          </a:xfrm>
        </p:spPr>
        <p:txBody>
          <a:bodyPr anchor="t">
            <a:normAutofit/>
          </a:bodyPr>
          <a:lstStyle/>
          <a:p>
            <a:r>
              <a:rPr lang="en-US"/>
              <a:t>Unity Remote</a:t>
            </a:r>
            <a:br>
              <a:rPr lang="en-US" dirty="0"/>
            </a:br>
            <a:r>
              <a:rPr lang="en-US"/>
              <a:t>Config:</a:t>
            </a:r>
          </a:p>
        </p:txBody>
      </p:sp>
      <p:sp>
        <p:nvSpPr>
          <p:cNvPr id="3" name="Content Placeholder 2">
            <a:extLst>
              <a:ext uri="{FF2B5EF4-FFF2-40B4-BE49-F238E27FC236}">
                <a16:creationId xmlns:a16="http://schemas.microsoft.com/office/drawing/2014/main" id="{F4B6925A-B547-A669-37E0-C81F243C9036}"/>
              </a:ext>
            </a:extLst>
          </p:cNvPr>
          <p:cNvSpPr>
            <a:spLocks noGrp="1"/>
          </p:cNvSpPr>
          <p:nvPr>
            <p:ph idx="1"/>
          </p:nvPr>
        </p:nvSpPr>
        <p:spPr>
          <a:xfrm>
            <a:off x="3058475" y="1051559"/>
            <a:ext cx="8472534" cy="5248656"/>
          </a:xfrm>
        </p:spPr>
        <p:txBody>
          <a:bodyPr vert="horz" lIns="91440" tIns="45720" rIns="91440" bIns="45720" rtlCol="0" anchor="t">
            <a:noAutofit/>
          </a:bodyPr>
          <a:lstStyle/>
          <a:p>
            <a:pPr marL="0" indent="0">
              <a:buNone/>
            </a:pPr>
            <a:r>
              <a:rPr lang="es-AR" b="1" dirty="0">
                <a:latin typeface="Grandview Display"/>
              </a:rPr>
              <a:t>Utilizar esta </a:t>
            </a:r>
            <a:r>
              <a:rPr lang="es-AR" b="1">
                <a:latin typeface="Grandview Display"/>
              </a:rPr>
              <a:t>herramienta necesitamos ingresar a nuestro perfil de Unity y crear un nuevo proyecto si no lo tenemos aún.</a:t>
            </a:r>
            <a:endParaRPr lang="es-AR" b="1" dirty="0">
              <a:latin typeface="Grandview Display"/>
            </a:endParaRPr>
          </a:p>
          <a:p>
            <a:pPr marL="0" indent="0">
              <a:buNone/>
            </a:pPr>
            <a:r>
              <a:rPr lang="es-AR" b="1" dirty="0">
                <a:latin typeface="Grandview Display"/>
              </a:rPr>
              <a:t>Cuando estemos dentro de nuestro proyecto, en la pestaña de </a:t>
            </a:r>
            <a:r>
              <a:rPr lang="es-AR" b="1">
                <a:latin typeface="Grandview Display"/>
              </a:rPr>
              <a:t>servicios veremos todo lo que nos ofrece Unity</a:t>
            </a:r>
            <a:endParaRPr lang="es-AR" b="1" dirty="0">
              <a:latin typeface="Grandview Display"/>
            </a:endParaRPr>
          </a:p>
        </p:txBody>
      </p:sp>
      <p:sp>
        <p:nvSpPr>
          <p:cNvPr id="4" name="TextBox 3">
            <a:extLst>
              <a:ext uri="{FF2B5EF4-FFF2-40B4-BE49-F238E27FC236}">
                <a16:creationId xmlns:a16="http://schemas.microsoft.com/office/drawing/2014/main" id="{578616D5-F7D3-0D6F-9987-5A23E97E8100}"/>
              </a:ext>
            </a:extLst>
          </p:cNvPr>
          <p:cNvSpPr txBox="1"/>
          <p:nvPr/>
        </p:nvSpPr>
        <p:spPr>
          <a:xfrm>
            <a:off x="430161" y="5506064"/>
            <a:ext cx="222454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dirty="0">
                <a:hlinkClick r:id="rId2"/>
              </a:rPr>
              <a:t>Manual</a:t>
            </a:r>
            <a:endParaRPr lang="en-US"/>
          </a:p>
        </p:txBody>
      </p:sp>
      <p:pic>
        <p:nvPicPr>
          <p:cNvPr id="6" name="Picture 5">
            <a:extLst>
              <a:ext uri="{FF2B5EF4-FFF2-40B4-BE49-F238E27FC236}">
                <a16:creationId xmlns:a16="http://schemas.microsoft.com/office/drawing/2014/main" id="{31C8366E-B2AE-CCD0-9B34-6D8DBC931EC9}"/>
              </a:ext>
            </a:extLst>
          </p:cNvPr>
          <p:cNvPicPr>
            <a:picLocks noChangeAspect="1"/>
          </p:cNvPicPr>
          <p:nvPr/>
        </p:nvPicPr>
        <p:blipFill>
          <a:blip r:embed="rId3"/>
          <a:stretch>
            <a:fillRect/>
          </a:stretch>
        </p:blipFill>
        <p:spPr>
          <a:xfrm>
            <a:off x="4280438" y="3207428"/>
            <a:ext cx="6024101" cy="3465869"/>
          </a:xfrm>
          <a:prstGeom prst="rect">
            <a:avLst/>
          </a:prstGeom>
        </p:spPr>
      </p:pic>
    </p:spTree>
    <p:extLst>
      <p:ext uri="{BB962C8B-B14F-4D97-AF65-F5344CB8AC3E}">
        <p14:creationId xmlns:p14="http://schemas.microsoft.com/office/powerpoint/2010/main" val="27930554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52E6A8E-A55D-B2F7-2702-453CE74AB6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13592B-88DA-9ABB-A091-068BD9FEF0A7}"/>
              </a:ext>
            </a:extLst>
          </p:cNvPr>
          <p:cNvSpPr>
            <a:spLocks noGrp="1"/>
          </p:cNvSpPr>
          <p:nvPr>
            <p:ph type="title"/>
          </p:nvPr>
        </p:nvSpPr>
        <p:spPr>
          <a:xfrm>
            <a:off x="640080" y="914400"/>
            <a:ext cx="2429734" cy="4144684"/>
          </a:xfrm>
        </p:spPr>
        <p:txBody>
          <a:bodyPr anchor="t">
            <a:normAutofit/>
          </a:bodyPr>
          <a:lstStyle/>
          <a:p>
            <a:r>
              <a:rPr lang="en-US"/>
              <a:t>Unity Remote</a:t>
            </a:r>
            <a:br>
              <a:rPr lang="en-US" dirty="0"/>
            </a:br>
            <a:r>
              <a:rPr lang="en-US"/>
              <a:t>Config:</a:t>
            </a:r>
          </a:p>
        </p:txBody>
      </p:sp>
      <p:sp>
        <p:nvSpPr>
          <p:cNvPr id="3" name="Content Placeholder 2">
            <a:extLst>
              <a:ext uri="{FF2B5EF4-FFF2-40B4-BE49-F238E27FC236}">
                <a16:creationId xmlns:a16="http://schemas.microsoft.com/office/drawing/2014/main" id="{35D2D149-106F-76EA-A3A5-7371192FC8DB}"/>
              </a:ext>
            </a:extLst>
          </p:cNvPr>
          <p:cNvSpPr>
            <a:spLocks noGrp="1"/>
          </p:cNvSpPr>
          <p:nvPr>
            <p:ph idx="1"/>
          </p:nvPr>
        </p:nvSpPr>
        <p:spPr>
          <a:xfrm>
            <a:off x="3058475" y="1051559"/>
            <a:ext cx="8472534" cy="5248656"/>
          </a:xfrm>
        </p:spPr>
        <p:txBody>
          <a:bodyPr vert="horz" lIns="91440" tIns="45720" rIns="91440" bIns="45720" rtlCol="0" anchor="t">
            <a:noAutofit/>
          </a:bodyPr>
          <a:lstStyle/>
          <a:p>
            <a:pPr marL="0" indent="0">
              <a:buNone/>
            </a:pPr>
            <a:r>
              <a:rPr lang="es-AR" b="1" dirty="0">
                <a:latin typeface="Grandview Display"/>
              </a:rPr>
              <a:t>Por ahora nos importa el servicio de Remote </a:t>
            </a:r>
            <a:r>
              <a:rPr lang="es-AR" b="1" dirty="0" err="1">
                <a:latin typeface="Grandview Display"/>
              </a:rPr>
              <a:t>Config</a:t>
            </a:r>
            <a:r>
              <a:rPr lang="es-AR" b="1" dirty="0">
                <a:latin typeface="Grandview Display"/>
              </a:rPr>
              <a:t>.</a:t>
            </a:r>
          </a:p>
          <a:p>
            <a:pPr marL="0" indent="0">
              <a:buNone/>
            </a:pPr>
            <a:r>
              <a:rPr lang="es-AR" b="1" dirty="0">
                <a:latin typeface="Grandview Display"/>
              </a:rPr>
              <a:t>Así que presionamos en el botón de </a:t>
            </a:r>
            <a:r>
              <a:rPr lang="es-AR" b="1" dirty="0" err="1">
                <a:latin typeface="Grandview Display"/>
              </a:rPr>
              <a:t>Launch</a:t>
            </a:r>
            <a:endParaRPr lang="es-AR" b="1" dirty="0">
              <a:latin typeface="Grandview Display"/>
            </a:endParaRPr>
          </a:p>
        </p:txBody>
      </p:sp>
      <p:sp>
        <p:nvSpPr>
          <p:cNvPr id="4" name="TextBox 3">
            <a:extLst>
              <a:ext uri="{FF2B5EF4-FFF2-40B4-BE49-F238E27FC236}">
                <a16:creationId xmlns:a16="http://schemas.microsoft.com/office/drawing/2014/main" id="{41D3AC60-1E55-B97F-5CEC-DA2003F21871}"/>
              </a:ext>
            </a:extLst>
          </p:cNvPr>
          <p:cNvSpPr txBox="1"/>
          <p:nvPr/>
        </p:nvSpPr>
        <p:spPr>
          <a:xfrm>
            <a:off x="430161" y="5506064"/>
            <a:ext cx="222454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dirty="0">
                <a:hlinkClick r:id="rId2"/>
              </a:rPr>
              <a:t>Manual</a:t>
            </a:r>
            <a:endParaRPr lang="en-US"/>
          </a:p>
        </p:txBody>
      </p:sp>
      <p:pic>
        <p:nvPicPr>
          <p:cNvPr id="5" name="Picture 4">
            <a:extLst>
              <a:ext uri="{FF2B5EF4-FFF2-40B4-BE49-F238E27FC236}">
                <a16:creationId xmlns:a16="http://schemas.microsoft.com/office/drawing/2014/main" id="{C9963B22-5F98-7E3E-2C24-F4F1D439E5C6}"/>
              </a:ext>
            </a:extLst>
          </p:cNvPr>
          <p:cNvPicPr>
            <a:picLocks noChangeAspect="1"/>
          </p:cNvPicPr>
          <p:nvPr/>
        </p:nvPicPr>
        <p:blipFill>
          <a:blip r:embed="rId3"/>
          <a:stretch>
            <a:fillRect/>
          </a:stretch>
        </p:blipFill>
        <p:spPr>
          <a:xfrm>
            <a:off x="321972" y="4323745"/>
            <a:ext cx="11548057" cy="571639"/>
          </a:xfrm>
          <a:prstGeom prst="rect">
            <a:avLst/>
          </a:prstGeom>
        </p:spPr>
      </p:pic>
    </p:spTree>
    <p:extLst>
      <p:ext uri="{BB962C8B-B14F-4D97-AF65-F5344CB8AC3E}">
        <p14:creationId xmlns:p14="http://schemas.microsoft.com/office/powerpoint/2010/main" val="209627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BA53584-86BF-5FD2-ACE7-13C18A91D0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FCF8CA-B068-0C6C-EC25-C23723253554}"/>
              </a:ext>
            </a:extLst>
          </p:cNvPr>
          <p:cNvSpPr>
            <a:spLocks noGrp="1"/>
          </p:cNvSpPr>
          <p:nvPr>
            <p:ph type="title"/>
          </p:nvPr>
        </p:nvSpPr>
        <p:spPr>
          <a:xfrm>
            <a:off x="640080" y="914400"/>
            <a:ext cx="2429734" cy="4144684"/>
          </a:xfrm>
        </p:spPr>
        <p:txBody>
          <a:bodyPr anchor="t">
            <a:normAutofit/>
          </a:bodyPr>
          <a:lstStyle/>
          <a:p>
            <a:r>
              <a:rPr lang="en-US"/>
              <a:t>Unity Remote</a:t>
            </a:r>
            <a:br>
              <a:rPr lang="en-US" dirty="0"/>
            </a:br>
            <a:r>
              <a:rPr lang="en-US"/>
              <a:t>Config:</a:t>
            </a:r>
          </a:p>
        </p:txBody>
      </p:sp>
      <p:sp>
        <p:nvSpPr>
          <p:cNvPr id="3" name="Content Placeholder 2">
            <a:extLst>
              <a:ext uri="{FF2B5EF4-FFF2-40B4-BE49-F238E27FC236}">
                <a16:creationId xmlns:a16="http://schemas.microsoft.com/office/drawing/2014/main" id="{F70BC623-E62B-583A-FFA6-2498271029EF}"/>
              </a:ext>
            </a:extLst>
          </p:cNvPr>
          <p:cNvSpPr>
            <a:spLocks noGrp="1"/>
          </p:cNvSpPr>
          <p:nvPr>
            <p:ph idx="1"/>
          </p:nvPr>
        </p:nvSpPr>
        <p:spPr>
          <a:xfrm>
            <a:off x="3046185" y="1051559"/>
            <a:ext cx="9050178" cy="5248656"/>
          </a:xfrm>
        </p:spPr>
        <p:txBody>
          <a:bodyPr vert="horz" lIns="91440" tIns="45720" rIns="91440" bIns="45720" rtlCol="0" anchor="t">
            <a:noAutofit/>
          </a:bodyPr>
          <a:lstStyle/>
          <a:p>
            <a:pPr marL="0" indent="0">
              <a:buNone/>
            </a:pPr>
            <a:r>
              <a:rPr lang="es-AR" b="1" dirty="0">
                <a:latin typeface="Grandview Display"/>
              </a:rPr>
              <a:t>Una vez adentro del servicio podemos </a:t>
            </a:r>
            <a:r>
              <a:rPr lang="es-AR" b="1">
                <a:latin typeface="Grandview Display"/>
              </a:rPr>
              <a:t>configurar</a:t>
            </a:r>
            <a:r>
              <a:rPr lang="es-AR" b="1" dirty="0">
                <a:latin typeface="Grandview Display"/>
              </a:rPr>
              <a:t> </a:t>
            </a:r>
            <a:r>
              <a:rPr lang="es-AR" b="1">
                <a:latin typeface="Grandview Display"/>
              </a:rPr>
              <a:t>nuestro espacio de trabajo.</a:t>
            </a:r>
          </a:p>
          <a:p>
            <a:pPr marL="0" indent="0">
              <a:buNone/>
            </a:pPr>
            <a:r>
              <a:rPr lang="es-AR" b="1" dirty="0">
                <a:latin typeface="Grandview Display"/>
              </a:rPr>
              <a:t>Lo primero es definir nuestros </a:t>
            </a:r>
            <a:r>
              <a:rPr lang="es-AR" b="1" dirty="0" err="1">
                <a:latin typeface="Grandview Display"/>
              </a:rPr>
              <a:t>Enviroments</a:t>
            </a:r>
            <a:r>
              <a:rPr lang="es-AR" b="1" dirty="0">
                <a:latin typeface="Grandview Display"/>
              </a:rPr>
              <a:t>. Podemos tener, por ejemplo:</a:t>
            </a:r>
            <a:endParaRPr lang="es-AR" dirty="0"/>
          </a:p>
          <a:p>
            <a:pPr marL="457200" indent="-457200"/>
            <a:r>
              <a:rPr lang="es-AR" b="1" err="1">
                <a:latin typeface="Grandview Display"/>
              </a:rPr>
              <a:t>Production</a:t>
            </a:r>
            <a:endParaRPr lang="es-AR" b="1" dirty="0" err="1">
              <a:latin typeface="Grandview Display"/>
            </a:endParaRPr>
          </a:p>
          <a:p>
            <a:pPr marL="457200" indent="-457200"/>
            <a:r>
              <a:rPr lang="es-AR" b="1" err="1">
                <a:latin typeface="Grandview Display"/>
              </a:rPr>
              <a:t>Staging</a:t>
            </a:r>
            <a:endParaRPr lang="es-AR" b="1" dirty="0">
              <a:latin typeface="Grandview Display"/>
            </a:endParaRPr>
          </a:p>
          <a:p>
            <a:pPr marL="457200" indent="-457200"/>
            <a:r>
              <a:rPr lang="es-AR" b="1">
                <a:latin typeface="Grandview Display"/>
              </a:rPr>
              <a:t>QA</a:t>
            </a:r>
            <a:endParaRPr lang="es-AR" b="1" dirty="0">
              <a:latin typeface="Grandview Display"/>
            </a:endParaRPr>
          </a:p>
          <a:p>
            <a:pPr marL="457200" indent="-457200"/>
            <a:r>
              <a:rPr lang="es-AR" b="1">
                <a:latin typeface="Grandview Display"/>
              </a:rPr>
              <a:t>Dev</a:t>
            </a:r>
          </a:p>
          <a:p>
            <a:pPr marL="457200" indent="-457200"/>
            <a:endParaRPr lang="es-AR" b="1" dirty="0">
              <a:latin typeface="Grandview Display"/>
            </a:endParaRPr>
          </a:p>
          <a:p>
            <a:pPr marL="0" indent="0">
              <a:buNone/>
            </a:pPr>
            <a:endParaRPr lang="es-AR" b="1" dirty="0">
              <a:latin typeface="Grandview Display"/>
            </a:endParaRPr>
          </a:p>
        </p:txBody>
      </p:sp>
      <p:pic>
        <p:nvPicPr>
          <p:cNvPr id="6" name="Picture 5">
            <a:extLst>
              <a:ext uri="{FF2B5EF4-FFF2-40B4-BE49-F238E27FC236}">
                <a16:creationId xmlns:a16="http://schemas.microsoft.com/office/drawing/2014/main" id="{84FFEEA7-570D-3B00-32C4-28FA4FF2FFE6}"/>
              </a:ext>
            </a:extLst>
          </p:cNvPr>
          <p:cNvPicPr>
            <a:picLocks noChangeAspect="1"/>
          </p:cNvPicPr>
          <p:nvPr/>
        </p:nvPicPr>
        <p:blipFill>
          <a:blip r:embed="rId2"/>
          <a:stretch>
            <a:fillRect/>
          </a:stretch>
        </p:blipFill>
        <p:spPr>
          <a:xfrm>
            <a:off x="3043545" y="4760196"/>
            <a:ext cx="9054588" cy="1971061"/>
          </a:xfrm>
          <a:prstGeom prst="rect">
            <a:avLst/>
          </a:prstGeom>
        </p:spPr>
      </p:pic>
    </p:spTree>
    <p:extLst>
      <p:ext uri="{BB962C8B-B14F-4D97-AF65-F5344CB8AC3E}">
        <p14:creationId xmlns:p14="http://schemas.microsoft.com/office/powerpoint/2010/main" val="23885750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190A0B0-7DA0-AA39-7FD8-2396C57D52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E05596-5D07-3743-64F5-BC917A747C06}"/>
              </a:ext>
            </a:extLst>
          </p:cNvPr>
          <p:cNvSpPr>
            <a:spLocks noGrp="1"/>
          </p:cNvSpPr>
          <p:nvPr>
            <p:ph type="title"/>
          </p:nvPr>
        </p:nvSpPr>
        <p:spPr>
          <a:xfrm>
            <a:off x="640080" y="914400"/>
            <a:ext cx="2429734" cy="4144684"/>
          </a:xfrm>
        </p:spPr>
        <p:txBody>
          <a:bodyPr anchor="t">
            <a:normAutofit/>
          </a:bodyPr>
          <a:lstStyle/>
          <a:p>
            <a:r>
              <a:rPr lang="en-US"/>
              <a:t>Unity Remote</a:t>
            </a:r>
            <a:br>
              <a:rPr lang="en-US" dirty="0"/>
            </a:br>
            <a:r>
              <a:rPr lang="en-US"/>
              <a:t>Config:</a:t>
            </a:r>
          </a:p>
        </p:txBody>
      </p:sp>
      <p:sp>
        <p:nvSpPr>
          <p:cNvPr id="3" name="Content Placeholder 2">
            <a:extLst>
              <a:ext uri="{FF2B5EF4-FFF2-40B4-BE49-F238E27FC236}">
                <a16:creationId xmlns:a16="http://schemas.microsoft.com/office/drawing/2014/main" id="{5778CC03-6825-6CA1-9261-D42A91120243}"/>
              </a:ext>
            </a:extLst>
          </p:cNvPr>
          <p:cNvSpPr>
            <a:spLocks noGrp="1"/>
          </p:cNvSpPr>
          <p:nvPr>
            <p:ph idx="1"/>
          </p:nvPr>
        </p:nvSpPr>
        <p:spPr>
          <a:xfrm>
            <a:off x="3046185" y="1051559"/>
            <a:ext cx="9050178" cy="5248656"/>
          </a:xfrm>
        </p:spPr>
        <p:txBody>
          <a:bodyPr vert="horz" lIns="91440" tIns="45720" rIns="91440" bIns="45720" rtlCol="0" anchor="t">
            <a:noAutofit/>
          </a:bodyPr>
          <a:lstStyle/>
          <a:p>
            <a:pPr marL="0" indent="0">
              <a:buNone/>
            </a:pPr>
            <a:r>
              <a:rPr lang="es-AR" b="1" dirty="0">
                <a:latin typeface="Grandview Display"/>
              </a:rPr>
              <a:t>Los </a:t>
            </a:r>
            <a:r>
              <a:rPr lang="es-AR" b="1">
                <a:latin typeface="Grandview Display"/>
              </a:rPr>
              <a:t>Enviroments</a:t>
            </a:r>
            <a:r>
              <a:rPr lang="es-AR" b="1" dirty="0">
                <a:latin typeface="Grandview Display"/>
              </a:rPr>
              <a:t> o ambientes son formas de separar el trabajo o modificaciones. </a:t>
            </a:r>
            <a:br>
              <a:rPr lang="es-AR" b="1" dirty="0">
                <a:latin typeface="Grandview Display"/>
              </a:rPr>
            </a:br>
            <a:r>
              <a:rPr lang="es-AR" b="1" dirty="0">
                <a:latin typeface="Grandview Display"/>
              </a:rPr>
              <a:t>Así, por ejemplo, podemos probar cosas en el ambiente DEV y que esas pruebas nunca impacten en el ambiente de producción, donde está el juego publicado.</a:t>
            </a:r>
          </a:p>
          <a:p>
            <a:pPr marL="457200" indent="-457200"/>
            <a:endParaRPr lang="es-AR" b="1" dirty="0">
              <a:latin typeface="Grandview Display"/>
            </a:endParaRPr>
          </a:p>
          <a:p>
            <a:pPr marL="0" indent="0">
              <a:buNone/>
            </a:pPr>
            <a:endParaRPr lang="es-AR" b="1" dirty="0">
              <a:latin typeface="Grandview Display"/>
            </a:endParaRPr>
          </a:p>
        </p:txBody>
      </p:sp>
    </p:spTree>
    <p:extLst>
      <p:ext uri="{BB962C8B-B14F-4D97-AF65-F5344CB8AC3E}">
        <p14:creationId xmlns:p14="http://schemas.microsoft.com/office/powerpoint/2010/main" val="329096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096559E-A851-5C9A-00C0-835A3E36ED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F5E53D-6123-FAAE-3B8C-8E045F1876A7}"/>
              </a:ext>
            </a:extLst>
          </p:cNvPr>
          <p:cNvSpPr>
            <a:spLocks noGrp="1"/>
          </p:cNvSpPr>
          <p:nvPr>
            <p:ph type="title"/>
          </p:nvPr>
        </p:nvSpPr>
        <p:spPr>
          <a:xfrm>
            <a:off x="640080" y="914400"/>
            <a:ext cx="2429734" cy="4144684"/>
          </a:xfrm>
        </p:spPr>
        <p:txBody>
          <a:bodyPr anchor="t">
            <a:normAutofit/>
          </a:bodyPr>
          <a:lstStyle/>
          <a:p>
            <a:r>
              <a:rPr lang="en-US"/>
              <a:t>Unity Remote</a:t>
            </a:r>
            <a:br>
              <a:rPr lang="en-US" dirty="0"/>
            </a:br>
            <a:r>
              <a:rPr lang="en-US"/>
              <a:t>Config:</a:t>
            </a:r>
          </a:p>
        </p:txBody>
      </p:sp>
      <p:sp>
        <p:nvSpPr>
          <p:cNvPr id="3" name="Content Placeholder 2">
            <a:extLst>
              <a:ext uri="{FF2B5EF4-FFF2-40B4-BE49-F238E27FC236}">
                <a16:creationId xmlns:a16="http://schemas.microsoft.com/office/drawing/2014/main" id="{ACFA428F-72A9-CF91-AD2F-29400904D77C}"/>
              </a:ext>
            </a:extLst>
          </p:cNvPr>
          <p:cNvSpPr>
            <a:spLocks noGrp="1"/>
          </p:cNvSpPr>
          <p:nvPr>
            <p:ph idx="1"/>
          </p:nvPr>
        </p:nvSpPr>
        <p:spPr>
          <a:xfrm>
            <a:off x="3046185" y="1051559"/>
            <a:ext cx="9050178" cy="5248656"/>
          </a:xfrm>
        </p:spPr>
        <p:txBody>
          <a:bodyPr vert="horz" lIns="91440" tIns="45720" rIns="91440" bIns="45720" rtlCol="0" anchor="t">
            <a:noAutofit/>
          </a:bodyPr>
          <a:lstStyle/>
          <a:p>
            <a:pPr marL="0" indent="0">
              <a:buNone/>
            </a:pPr>
            <a:r>
              <a:rPr lang="es-AR" b="1">
                <a:latin typeface="Grandview Display"/>
              </a:rPr>
              <a:t>El segundo paso es instalar el paquete en nuestro proyecto.</a:t>
            </a:r>
          </a:p>
          <a:p>
            <a:pPr marL="0" indent="0">
              <a:buNone/>
            </a:pPr>
            <a:r>
              <a:rPr lang="es-AR" b="1" dirty="0">
                <a:latin typeface="Grandview Display"/>
              </a:rPr>
              <a:t>Para eso, en el apartado de </a:t>
            </a:r>
            <a:r>
              <a:rPr lang="es-AR" b="1" dirty="0" err="1">
                <a:latin typeface="Grandview Display"/>
              </a:rPr>
              <a:t>Poject</a:t>
            </a:r>
            <a:r>
              <a:rPr lang="es-AR" b="1" dirty="0">
                <a:latin typeface="Grandview Display"/>
              </a:rPr>
              <a:t> </a:t>
            </a:r>
            <a:r>
              <a:rPr lang="es-AR" b="1" dirty="0" err="1">
                <a:latin typeface="Grandview Display"/>
              </a:rPr>
              <a:t>Settings</a:t>
            </a:r>
            <a:r>
              <a:rPr lang="es-AR" b="1" dirty="0">
                <a:latin typeface="Grandview Display"/>
              </a:rPr>
              <a:t> debemos "registrarnos", indicar nuestra organización y nuestro proyecto. Y </a:t>
            </a:r>
            <a:r>
              <a:rPr lang="es-AR" b="1" dirty="0" err="1">
                <a:latin typeface="Grandview Display"/>
              </a:rPr>
              <a:t>linkearlo</a:t>
            </a:r>
            <a:r>
              <a:rPr lang="es-AR" b="1" dirty="0">
                <a:latin typeface="Grandview Display"/>
              </a:rPr>
              <a:t>.</a:t>
            </a:r>
          </a:p>
          <a:p>
            <a:pPr marL="0" indent="0">
              <a:buNone/>
            </a:pPr>
            <a:endParaRPr lang="es-AR" b="1" dirty="0">
              <a:latin typeface="Grandview Display"/>
            </a:endParaRPr>
          </a:p>
          <a:p>
            <a:pPr marL="0" indent="0">
              <a:buNone/>
            </a:pPr>
            <a:endParaRPr lang="es-AR" b="1" dirty="0">
              <a:latin typeface="Grandview Display"/>
            </a:endParaRPr>
          </a:p>
        </p:txBody>
      </p:sp>
    </p:spTree>
    <p:extLst>
      <p:ext uri="{BB962C8B-B14F-4D97-AF65-F5344CB8AC3E}">
        <p14:creationId xmlns:p14="http://schemas.microsoft.com/office/powerpoint/2010/main" val="37664249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05EFC65-6147-130D-290A-B1ABBF2CF0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F15E6A-8D4C-89DA-390C-8A50AFD979DB}"/>
              </a:ext>
            </a:extLst>
          </p:cNvPr>
          <p:cNvSpPr>
            <a:spLocks noGrp="1"/>
          </p:cNvSpPr>
          <p:nvPr>
            <p:ph type="title"/>
          </p:nvPr>
        </p:nvSpPr>
        <p:spPr>
          <a:xfrm>
            <a:off x="640080" y="914400"/>
            <a:ext cx="2429734" cy="4144684"/>
          </a:xfrm>
        </p:spPr>
        <p:txBody>
          <a:bodyPr anchor="t">
            <a:normAutofit/>
          </a:bodyPr>
          <a:lstStyle/>
          <a:p>
            <a:r>
              <a:rPr lang="en-US"/>
              <a:t>Unity Remote</a:t>
            </a:r>
            <a:br>
              <a:rPr lang="en-US" dirty="0"/>
            </a:br>
            <a:r>
              <a:rPr lang="en-US"/>
              <a:t>Config:</a:t>
            </a:r>
          </a:p>
        </p:txBody>
      </p:sp>
      <p:sp>
        <p:nvSpPr>
          <p:cNvPr id="3" name="Content Placeholder 2">
            <a:extLst>
              <a:ext uri="{FF2B5EF4-FFF2-40B4-BE49-F238E27FC236}">
                <a16:creationId xmlns:a16="http://schemas.microsoft.com/office/drawing/2014/main" id="{CC05A5A6-E464-1A8B-24A1-290EAE1204C7}"/>
              </a:ext>
            </a:extLst>
          </p:cNvPr>
          <p:cNvSpPr>
            <a:spLocks noGrp="1"/>
          </p:cNvSpPr>
          <p:nvPr>
            <p:ph idx="1"/>
          </p:nvPr>
        </p:nvSpPr>
        <p:spPr>
          <a:xfrm>
            <a:off x="3046185" y="1051559"/>
            <a:ext cx="9050178" cy="5248656"/>
          </a:xfrm>
        </p:spPr>
        <p:txBody>
          <a:bodyPr vert="horz" lIns="91440" tIns="45720" rIns="91440" bIns="45720" rtlCol="0" anchor="t">
            <a:noAutofit/>
          </a:bodyPr>
          <a:lstStyle/>
          <a:p>
            <a:pPr marL="0" indent="0">
              <a:buNone/>
            </a:pPr>
            <a:r>
              <a:rPr lang="es-AR" b="1" dirty="0">
                <a:latin typeface="Grandview Display"/>
              </a:rPr>
              <a:t>Una vez hecho eso, podemos buscar el paquete en el </a:t>
            </a:r>
            <a:r>
              <a:rPr lang="es-AR" b="1" dirty="0" err="1">
                <a:latin typeface="Grandview Display"/>
              </a:rPr>
              <a:t>package</a:t>
            </a:r>
            <a:r>
              <a:rPr lang="es-AR" b="1" dirty="0">
                <a:latin typeface="Grandview Display"/>
              </a:rPr>
              <a:t> manager como "Remote </a:t>
            </a:r>
            <a:r>
              <a:rPr lang="es-AR" b="1" dirty="0" err="1">
                <a:latin typeface="Grandview Display"/>
              </a:rPr>
              <a:t>Config</a:t>
            </a:r>
            <a:r>
              <a:rPr lang="es-AR" b="1" dirty="0">
                <a:latin typeface="Grandview Display"/>
              </a:rPr>
              <a:t>"</a:t>
            </a:r>
          </a:p>
          <a:p>
            <a:pPr marL="0" indent="0">
              <a:buNone/>
            </a:pPr>
            <a:endParaRPr lang="es-AR" b="1" dirty="0">
              <a:latin typeface="Grandview Display"/>
            </a:endParaRPr>
          </a:p>
        </p:txBody>
      </p:sp>
      <p:pic>
        <p:nvPicPr>
          <p:cNvPr id="4" name="Picture 3">
            <a:extLst>
              <a:ext uri="{FF2B5EF4-FFF2-40B4-BE49-F238E27FC236}">
                <a16:creationId xmlns:a16="http://schemas.microsoft.com/office/drawing/2014/main" id="{BA28A484-6206-F33F-7CA1-73CE1EB934BB}"/>
              </a:ext>
            </a:extLst>
          </p:cNvPr>
          <p:cNvPicPr>
            <a:picLocks noChangeAspect="1"/>
          </p:cNvPicPr>
          <p:nvPr/>
        </p:nvPicPr>
        <p:blipFill>
          <a:blip r:embed="rId2"/>
          <a:stretch>
            <a:fillRect/>
          </a:stretch>
        </p:blipFill>
        <p:spPr>
          <a:xfrm>
            <a:off x="3195330" y="2099801"/>
            <a:ext cx="6661662" cy="4489654"/>
          </a:xfrm>
          <a:prstGeom prst="rect">
            <a:avLst/>
          </a:prstGeom>
        </p:spPr>
      </p:pic>
    </p:spTree>
    <p:extLst>
      <p:ext uri="{BB962C8B-B14F-4D97-AF65-F5344CB8AC3E}">
        <p14:creationId xmlns:p14="http://schemas.microsoft.com/office/powerpoint/2010/main" val="6789178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7F2F087-B0A2-E80E-D437-A8B57C140A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802673-13AF-1B6E-956D-94584F00DAA1}"/>
              </a:ext>
            </a:extLst>
          </p:cNvPr>
          <p:cNvSpPr>
            <a:spLocks noGrp="1"/>
          </p:cNvSpPr>
          <p:nvPr>
            <p:ph type="title"/>
          </p:nvPr>
        </p:nvSpPr>
        <p:spPr>
          <a:xfrm>
            <a:off x="640080" y="914400"/>
            <a:ext cx="2429734" cy="4144684"/>
          </a:xfrm>
        </p:spPr>
        <p:txBody>
          <a:bodyPr anchor="t">
            <a:normAutofit/>
          </a:bodyPr>
          <a:lstStyle/>
          <a:p>
            <a:r>
              <a:rPr lang="en-US"/>
              <a:t>Unity Remote</a:t>
            </a:r>
            <a:br>
              <a:rPr lang="en-US" dirty="0"/>
            </a:br>
            <a:r>
              <a:rPr lang="en-US"/>
              <a:t>Config:</a:t>
            </a:r>
          </a:p>
        </p:txBody>
      </p:sp>
      <p:sp>
        <p:nvSpPr>
          <p:cNvPr id="3" name="Content Placeholder 2">
            <a:extLst>
              <a:ext uri="{FF2B5EF4-FFF2-40B4-BE49-F238E27FC236}">
                <a16:creationId xmlns:a16="http://schemas.microsoft.com/office/drawing/2014/main" id="{DBE9247F-1951-2AA3-33DF-0DEAEB454B98}"/>
              </a:ext>
            </a:extLst>
          </p:cNvPr>
          <p:cNvSpPr>
            <a:spLocks noGrp="1"/>
          </p:cNvSpPr>
          <p:nvPr>
            <p:ph idx="1"/>
          </p:nvPr>
        </p:nvSpPr>
        <p:spPr>
          <a:xfrm>
            <a:off x="3046185" y="1051559"/>
            <a:ext cx="9050178" cy="5248656"/>
          </a:xfrm>
        </p:spPr>
        <p:txBody>
          <a:bodyPr vert="horz" lIns="91440" tIns="45720" rIns="91440" bIns="45720" rtlCol="0" anchor="t">
            <a:noAutofit/>
          </a:bodyPr>
          <a:lstStyle/>
          <a:p>
            <a:pPr marL="0" indent="0">
              <a:buNone/>
            </a:pPr>
            <a:r>
              <a:rPr lang="es-AR" b="1" dirty="0">
                <a:latin typeface="Grandview Display"/>
              </a:rPr>
              <a:t>Ahora podemos empezar a </a:t>
            </a:r>
            <a:r>
              <a:rPr lang="es-AR" b="1">
                <a:latin typeface="Grandview Display"/>
              </a:rPr>
              <a:t>crear nuestras Keys.</a:t>
            </a:r>
            <a:endParaRPr lang="es-AR" b="1" dirty="0">
              <a:latin typeface="Grandview Display"/>
            </a:endParaRPr>
          </a:p>
          <a:p>
            <a:pPr marL="0" indent="0">
              <a:buNone/>
            </a:pPr>
            <a:r>
              <a:rPr lang="es-AR" b="1" dirty="0">
                <a:latin typeface="Grandview Display"/>
              </a:rPr>
              <a:t>Estás </a:t>
            </a:r>
            <a:r>
              <a:rPr lang="es-AR" b="1" err="1">
                <a:latin typeface="Grandview Display"/>
              </a:rPr>
              <a:t>key-value</a:t>
            </a:r>
            <a:r>
              <a:rPr lang="es-AR" b="1" dirty="0">
                <a:latin typeface="Grandview Display"/>
              </a:rPr>
              <a:t> </a:t>
            </a:r>
            <a:r>
              <a:rPr lang="es-AR" b="1" err="1">
                <a:latin typeface="Grandview Display"/>
              </a:rPr>
              <a:t>pair</a:t>
            </a:r>
            <a:r>
              <a:rPr lang="es-AR" b="1" dirty="0">
                <a:latin typeface="Grandview Display"/>
              </a:rPr>
              <a:t> serán lo que mandemos a nuestro </a:t>
            </a:r>
            <a:r>
              <a:rPr lang="es-AR" b="1">
                <a:latin typeface="Grandview Display"/>
              </a:rPr>
              <a:t>proyecto.</a:t>
            </a:r>
            <a:endParaRPr lang="es-AR" b="1" dirty="0">
              <a:latin typeface="Grandview Display"/>
            </a:endParaRPr>
          </a:p>
          <a:p>
            <a:pPr marL="0" indent="0">
              <a:buNone/>
            </a:pPr>
            <a:r>
              <a:rPr lang="es-AR" b="1" dirty="0">
                <a:latin typeface="Grandview Display"/>
              </a:rPr>
              <a:t>La </a:t>
            </a:r>
            <a:r>
              <a:rPr lang="es-AR" b="1" dirty="0" err="1">
                <a:latin typeface="Grandview Display"/>
              </a:rPr>
              <a:t>key</a:t>
            </a:r>
            <a:r>
              <a:rPr lang="es-AR" b="1" dirty="0">
                <a:latin typeface="Grandview Display"/>
              </a:rPr>
              <a:t> será el identificador, y tendrá </a:t>
            </a:r>
            <a:r>
              <a:rPr lang="es-AR" b="1">
                <a:latin typeface="Grandview Display"/>
              </a:rPr>
              <a:t>asociado</a:t>
            </a:r>
            <a:r>
              <a:rPr lang="es-AR" b="1" dirty="0">
                <a:latin typeface="Grandview Display"/>
              </a:rPr>
              <a:t> un valor.</a:t>
            </a:r>
          </a:p>
          <a:p>
            <a:pPr marL="0" indent="0">
              <a:buNone/>
            </a:pPr>
            <a:endParaRPr lang="es-AR" b="1" dirty="0">
              <a:latin typeface="Grandview Display"/>
            </a:endParaRPr>
          </a:p>
        </p:txBody>
      </p:sp>
      <p:pic>
        <p:nvPicPr>
          <p:cNvPr id="5" name="Picture 4">
            <a:extLst>
              <a:ext uri="{FF2B5EF4-FFF2-40B4-BE49-F238E27FC236}">
                <a16:creationId xmlns:a16="http://schemas.microsoft.com/office/drawing/2014/main" id="{DD493257-44EA-630F-B16D-327D5C70C561}"/>
              </a:ext>
            </a:extLst>
          </p:cNvPr>
          <p:cNvPicPr>
            <a:picLocks noChangeAspect="1"/>
          </p:cNvPicPr>
          <p:nvPr/>
        </p:nvPicPr>
        <p:blipFill>
          <a:blip r:embed="rId2"/>
          <a:stretch>
            <a:fillRect/>
          </a:stretch>
        </p:blipFill>
        <p:spPr>
          <a:xfrm>
            <a:off x="4108348" y="3488455"/>
            <a:ext cx="5695950" cy="2314575"/>
          </a:xfrm>
          <a:prstGeom prst="rect">
            <a:avLst/>
          </a:prstGeom>
        </p:spPr>
      </p:pic>
    </p:spTree>
    <p:extLst>
      <p:ext uri="{BB962C8B-B14F-4D97-AF65-F5344CB8AC3E}">
        <p14:creationId xmlns:p14="http://schemas.microsoft.com/office/powerpoint/2010/main" val="27954480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A60D105-7E67-1265-46F6-580F169023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009C3A-A152-95E5-D912-954E957644BA}"/>
              </a:ext>
            </a:extLst>
          </p:cNvPr>
          <p:cNvSpPr>
            <a:spLocks noGrp="1"/>
          </p:cNvSpPr>
          <p:nvPr>
            <p:ph type="title"/>
          </p:nvPr>
        </p:nvSpPr>
        <p:spPr>
          <a:xfrm>
            <a:off x="640080" y="914400"/>
            <a:ext cx="2429734" cy="4144684"/>
          </a:xfrm>
        </p:spPr>
        <p:txBody>
          <a:bodyPr anchor="t">
            <a:normAutofit/>
          </a:bodyPr>
          <a:lstStyle/>
          <a:p>
            <a:r>
              <a:rPr lang="en-US"/>
              <a:t>Unity Remote</a:t>
            </a:r>
            <a:br>
              <a:rPr lang="en-US" dirty="0"/>
            </a:br>
            <a:r>
              <a:rPr lang="en-US"/>
              <a:t>Config:</a:t>
            </a:r>
          </a:p>
        </p:txBody>
      </p:sp>
      <p:sp>
        <p:nvSpPr>
          <p:cNvPr id="3" name="Content Placeholder 2">
            <a:extLst>
              <a:ext uri="{FF2B5EF4-FFF2-40B4-BE49-F238E27FC236}">
                <a16:creationId xmlns:a16="http://schemas.microsoft.com/office/drawing/2014/main" id="{355CB4A1-54F9-2A33-68B3-4D2A2502844F}"/>
              </a:ext>
            </a:extLst>
          </p:cNvPr>
          <p:cNvSpPr>
            <a:spLocks noGrp="1"/>
          </p:cNvSpPr>
          <p:nvPr>
            <p:ph idx="1"/>
          </p:nvPr>
        </p:nvSpPr>
        <p:spPr>
          <a:xfrm>
            <a:off x="3046185" y="1051559"/>
            <a:ext cx="9050178" cy="5248656"/>
          </a:xfrm>
        </p:spPr>
        <p:txBody>
          <a:bodyPr vert="horz" lIns="91440" tIns="45720" rIns="91440" bIns="45720" rtlCol="0" anchor="t">
            <a:noAutofit/>
          </a:bodyPr>
          <a:lstStyle/>
          <a:p>
            <a:pPr marL="0" indent="0">
              <a:buNone/>
            </a:pPr>
            <a:r>
              <a:rPr lang="es-AR" b="1">
                <a:latin typeface="Grandview Display"/>
              </a:rPr>
              <a:t>Primero definimos el Nombre y el tipo de dato; </a:t>
            </a:r>
            <a:endParaRPr lang="es-AR" b="1" dirty="0">
              <a:latin typeface="Grandview Display"/>
            </a:endParaRPr>
          </a:p>
          <a:p>
            <a:pPr marL="0" indent="0">
              <a:buNone/>
            </a:pPr>
            <a:endParaRPr lang="es-AR" b="1" dirty="0">
              <a:latin typeface="Grandview Display"/>
            </a:endParaRPr>
          </a:p>
        </p:txBody>
      </p:sp>
      <p:pic>
        <p:nvPicPr>
          <p:cNvPr id="6" name="Picture 5">
            <a:extLst>
              <a:ext uri="{FF2B5EF4-FFF2-40B4-BE49-F238E27FC236}">
                <a16:creationId xmlns:a16="http://schemas.microsoft.com/office/drawing/2014/main" id="{7611C95B-E622-EEF2-CEAF-6AA1C14F393C}"/>
              </a:ext>
            </a:extLst>
          </p:cNvPr>
          <p:cNvPicPr>
            <a:picLocks noChangeAspect="1"/>
          </p:cNvPicPr>
          <p:nvPr/>
        </p:nvPicPr>
        <p:blipFill>
          <a:blip r:embed="rId2"/>
          <a:stretch>
            <a:fillRect/>
          </a:stretch>
        </p:blipFill>
        <p:spPr>
          <a:xfrm>
            <a:off x="3047539" y="1930655"/>
            <a:ext cx="8837664" cy="4926269"/>
          </a:xfrm>
          <a:prstGeom prst="rect">
            <a:avLst/>
          </a:prstGeom>
        </p:spPr>
      </p:pic>
    </p:spTree>
    <p:extLst>
      <p:ext uri="{BB962C8B-B14F-4D97-AF65-F5344CB8AC3E}">
        <p14:creationId xmlns:p14="http://schemas.microsoft.com/office/powerpoint/2010/main" val="32477506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E945E49-FB16-36B5-99D2-E1DBFB8C40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A8B542-1DDC-7E05-8FE1-0DF2885F2514}"/>
              </a:ext>
            </a:extLst>
          </p:cNvPr>
          <p:cNvSpPr>
            <a:spLocks noGrp="1"/>
          </p:cNvSpPr>
          <p:nvPr>
            <p:ph type="title"/>
          </p:nvPr>
        </p:nvSpPr>
        <p:spPr>
          <a:xfrm>
            <a:off x="640080" y="914400"/>
            <a:ext cx="2429734" cy="4144684"/>
          </a:xfrm>
        </p:spPr>
        <p:txBody>
          <a:bodyPr anchor="t">
            <a:normAutofit/>
          </a:bodyPr>
          <a:lstStyle/>
          <a:p>
            <a:r>
              <a:rPr lang="en-US"/>
              <a:t>Unity Remote</a:t>
            </a:r>
            <a:br>
              <a:rPr lang="en-US" dirty="0"/>
            </a:br>
            <a:r>
              <a:rPr lang="en-US"/>
              <a:t>Config:</a:t>
            </a:r>
          </a:p>
        </p:txBody>
      </p:sp>
      <p:sp>
        <p:nvSpPr>
          <p:cNvPr id="3" name="Content Placeholder 2">
            <a:extLst>
              <a:ext uri="{FF2B5EF4-FFF2-40B4-BE49-F238E27FC236}">
                <a16:creationId xmlns:a16="http://schemas.microsoft.com/office/drawing/2014/main" id="{F94FDC69-184D-7990-FDCF-B051E5556D53}"/>
              </a:ext>
            </a:extLst>
          </p:cNvPr>
          <p:cNvSpPr>
            <a:spLocks noGrp="1"/>
          </p:cNvSpPr>
          <p:nvPr>
            <p:ph idx="1"/>
          </p:nvPr>
        </p:nvSpPr>
        <p:spPr>
          <a:xfrm>
            <a:off x="3046185" y="1051559"/>
            <a:ext cx="9050178" cy="5248656"/>
          </a:xfrm>
        </p:spPr>
        <p:txBody>
          <a:bodyPr vert="horz" lIns="91440" tIns="45720" rIns="91440" bIns="45720" rtlCol="0" anchor="t">
            <a:noAutofit/>
          </a:bodyPr>
          <a:lstStyle/>
          <a:p>
            <a:pPr marL="0" indent="0">
              <a:buNone/>
            </a:pPr>
            <a:r>
              <a:rPr lang="es-AR" b="1">
                <a:latin typeface="Grandview Display"/>
              </a:rPr>
              <a:t>Y luego le ponemos su valor inicial.</a:t>
            </a:r>
            <a:endParaRPr lang="es-AR" b="1" dirty="0">
              <a:latin typeface="Grandview Display"/>
            </a:endParaRPr>
          </a:p>
          <a:p>
            <a:pPr marL="0" indent="0">
              <a:buNone/>
            </a:pPr>
            <a:endParaRPr lang="es-AR" b="1" dirty="0">
              <a:latin typeface="Grandview Display"/>
            </a:endParaRPr>
          </a:p>
        </p:txBody>
      </p:sp>
      <p:pic>
        <p:nvPicPr>
          <p:cNvPr id="4" name="Picture 3">
            <a:extLst>
              <a:ext uri="{FF2B5EF4-FFF2-40B4-BE49-F238E27FC236}">
                <a16:creationId xmlns:a16="http://schemas.microsoft.com/office/drawing/2014/main" id="{2CB14FB1-9193-97F8-0A71-E386A47AB873}"/>
              </a:ext>
            </a:extLst>
          </p:cNvPr>
          <p:cNvPicPr>
            <a:picLocks noChangeAspect="1"/>
          </p:cNvPicPr>
          <p:nvPr/>
        </p:nvPicPr>
        <p:blipFill>
          <a:blip r:embed="rId2"/>
          <a:stretch>
            <a:fillRect/>
          </a:stretch>
        </p:blipFill>
        <p:spPr>
          <a:xfrm>
            <a:off x="2277090" y="3423777"/>
            <a:ext cx="9505950" cy="3181350"/>
          </a:xfrm>
          <a:prstGeom prst="rect">
            <a:avLst/>
          </a:prstGeom>
        </p:spPr>
      </p:pic>
    </p:spTree>
    <p:extLst>
      <p:ext uri="{BB962C8B-B14F-4D97-AF65-F5344CB8AC3E}">
        <p14:creationId xmlns:p14="http://schemas.microsoft.com/office/powerpoint/2010/main" val="35266772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62CC298-5671-C9BC-802A-57B59A48FD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5C84CE-FA13-1AF8-0E17-3C5902825E2F}"/>
              </a:ext>
            </a:extLst>
          </p:cNvPr>
          <p:cNvSpPr>
            <a:spLocks noGrp="1"/>
          </p:cNvSpPr>
          <p:nvPr>
            <p:ph type="title"/>
          </p:nvPr>
        </p:nvSpPr>
        <p:spPr>
          <a:xfrm>
            <a:off x="640080" y="914400"/>
            <a:ext cx="2429734" cy="4144684"/>
          </a:xfrm>
        </p:spPr>
        <p:txBody>
          <a:bodyPr anchor="t">
            <a:normAutofit/>
          </a:bodyPr>
          <a:lstStyle/>
          <a:p>
            <a:r>
              <a:rPr lang="en-US"/>
              <a:t>Unity Remote</a:t>
            </a:r>
            <a:br>
              <a:rPr lang="en-US" dirty="0"/>
            </a:br>
            <a:r>
              <a:rPr lang="en-US"/>
              <a:t>Config:</a:t>
            </a:r>
          </a:p>
        </p:txBody>
      </p:sp>
      <p:sp>
        <p:nvSpPr>
          <p:cNvPr id="3" name="Content Placeholder 2">
            <a:extLst>
              <a:ext uri="{FF2B5EF4-FFF2-40B4-BE49-F238E27FC236}">
                <a16:creationId xmlns:a16="http://schemas.microsoft.com/office/drawing/2014/main" id="{9D95BC9D-57FD-7605-2062-8F9CFD7589B6}"/>
              </a:ext>
            </a:extLst>
          </p:cNvPr>
          <p:cNvSpPr>
            <a:spLocks noGrp="1"/>
          </p:cNvSpPr>
          <p:nvPr>
            <p:ph idx="1"/>
          </p:nvPr>
        </p:nvSpPr>
        <p:spPr>
          <a:xfrm>
            <a:off x="3046185" y="1051559"/>
            <a:ext cx="9050178" cy="5248656"/>
          </a:xfrm>
        </p:spPr>
        <p:txBody>
          <a:bodyPr vert="horz" lIns="91440" tIns="45720" rIns="91440" bIns="45720" rtlCol="0" anchor="t">
            <a:noAutofit/>
          </a:bodyPr>
          <a:lstStyle/>
          <a:p>
            <a:pPr marL="0" indent="0">
              <a:buNone/>
            </a:pPr>
            <a:r>
              <a:rPr lang="es-AR" b="1" dirty="0">
                <a:latin typeface="Grandview Display"/>
              </a:rPr>
              <a:t>Unity nos ofrece un script sencillo para poder escuchar los cambios de esa </a:t>
            </a:r>
            <a:r>
              <a:rPr lang="es-AR" b="1" dirty="0" err="1">
                <a:latin typeface="Grandview Display"/>
              </a:rPr>
              <a:t>config</a:t>
            </a:r>
            <a:r>
              <a:rPr lang="es-AR" b="1" dirty="0">
                <a:latin typeface="Grandview Display"/>
              </a:rPr>
              <a:t>.</a:t>
            </a:r>
          </a:p>
          <a:p>
            <a:pPr marL="0" indent="0">
              <a:buNone/>
            </a:pPr>
            <a:endParaRPr lang="es-AR" b="1" dirty="0">
              <a:latin typeface="Grandview Display"/>
            </a:endParaRPr>
          </a:p>
        </p:txBody>
      </p:sp>
      <p:pic>
        <p:nvPicPr>
          <p:cNvPr id="5" name="Picture 4">
            <a:extLst>
              <a:ext uri="{FF2B5EF4-FFF2-40B4-BE49-F238E27FC236}">
                <a16:creationId xmlns:a16="http://schemas.microsoft.com/office/drawing/2014/main" id="{3F9380DC-10B7-050C-7411-3D71B30F5FA0}"/>
              </a:ext>
            </a:extLst>
          </p:cNvPr>
          <p:cNvPicPr>
            <a:picLocks noChangeAspect="1"/>
          </p:cNvPicPr>
          <p:nvPr/>
        </p:nvPicPr>
        <p:blipFill>
          <a:blip r:embed="rId2"/>
          <a:stretch>
            <a:fillRect/>
          </a:stretch>
        </p:blipFill>
        <p:spPr>
          <a:xfrm>
            <a:off x="3048000" y="2099513"/>
            <a:ext cx="8713839" cy="3150587"/>
          </a:xfrm>
          <a:prstGeom prst="rect">
            <a:avLst/>
          </a:prstGeom>
        </p:spPr>
      </p:pic>
    </p:spTree>
    <p:extLst>
      <p:ext uri="{BB962C8B-B14F-4D97-AF65-F5344CB8AC3E}">
        <p14:creationId xmlns:p14="http://schemas.microsoft.com/office/powerpoint/2010/main" val="11240193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D84F19E-466B-3854-6751-E328167CC0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A33CFB-8A18-DFE6-6DD9-33AC5001EEC6}"/>
              </a:ext>
            </a:extLst>
          </p:cNvPr>
          <p:cNvSpPr>
            <a:spLocks noGrp="1"/>
          </p:cNvSpPr>
          <p:nvPr>
            <p:ph type="title"/>
          </p:nvPr>
        </p:nvSpPr>
        <p:spPr>
          <a:xfrm>
            <a:off x="640080" y="914400"/>
            <a:ext cx="2429734" cy="4144684"/>
          </a:xfrm>
        </p:spPr>
        <p:txBody>
          <a:bodyPr anchor="t">
            <a:normAutofit/>
          </a:bodyPr>
          <a:lstStyle/>
          <a:p>
            <a:r>
              <a:rPr lang="en-US"/>
              <a:t>Unity Remote</a:t>
            </a:r>
            <a:br>
              <a:rPr lang="en-US" dirty="0"/>
            </a:br>
            <a:r>
              <a:rPr lang="en-US"/>
              <a:t>Config:</a:t>
            </a:r>
          </a:p>
        </p:txBody>
      </p:sp>
      <p:sp>
        <p:nvSpPr>
          <p:cNvPr id="3" name="Content Placeholder 2">
            <a:extLst>
              <a:ext uri="{FF2B5EF4-FFF2-40B4-BE49-F238E27FC236}">
                <a16:creationId xmlns:a16="http://schemas.microsoft.com/office/drawing/2014/main" id="{B6E83058-64ED-9006-AB39-932130546569}"/>
              </a:ext>
            </a:extLst>
          </p:cNvPr>
          <p:cNvSpPr>
            <a:spLocks noGrp="1"/>
          </p:cNvSpPr>
          <p:nvPr>
            <p:ph idx="1"/>
          </p:nvPr>
        </p:nvSpPr>
        <p:spPr>
          <a:xfrm>
            <a:off x="3046185" y="1051559"/>
            <a:ext cx="9050178" cy="5248656"/>
          </a:xfrm>
        </p:spPr>
        <p:txBody>
          <a:bodyPr vert="horz" lIns="91440" tIns="45720" rIns="91440" bIns="45720" rtlCol="0" anchor="t">
            <a:noAutofit/>
          </a:bodyPr>
          <a:lstStyle/>
          <a:p>
            <a:pPr marL="0" indent="0">
              <a:buNone/>
            </a:pPr>
            <a:r>
              <a:rPr lang="es-AR" b="1" dirty="0">
                <a:latin typeface="Grandview Display"/>
              </a:rPr>
              <a:t>Volviendo al </a:t>
            </a:r>
            <a:r>
              <a:rPr lang="es-AR" b="1" dirty="0" err="1">
                <a:latin typeface="Grandview Display"/>
              </a:rPr>
              <a:t>Dashboard</a:t>
            </a:r>
            <a:r>
              <a:rPr lang="es-AR" b="1" dirty="0">
                <a:latin typeface="Grandview Display"/>
              </a:rPr>
              <a:t>. Ahora podemos ir al apartado de </a:t>
            </a:r>
            <a:r>
              <a:rPr lang="es-AR" b="1" dirty="0" err="1">
                <a:latin typeface="Grandview Display"/>
              </a:rPr>
              <a:t>Config</a:t>
            </a:r>
            <a:r>
              <a:rPr lang="es-AR" b="1" dirty="0">
                <a:latin typeface="Grandview Display"/>
              </a:rPr>
              <a:t> y ahí vamos a poder ver toda nuestra configuración, todos los datos que se transmitirán a nuestros jugadores.</a:t>
            </a:r>
          </a:p>
          <a:p>
            <a:pPr marL="0" indent="0">
              <a:buNone/>
            </a:pPr>
            <a:endParaRPr lang="es-AR" b="1" dirty="0">
              <a:latin typeface="Grandview Display"/>
            </a:endParaRPr>
          </a:p>
        </p:txBody>
      </p:sp>
      <p:pic>
        <p:nvPicPr>
          <p:cNvPr id="4" name="Picture 3">
            <a:extLst>
              <a:ext uri="{FF2B5EF4-FFF2-40B4-BE49-F238E27FC236}">
                <a16:creationId xmlns:a16="http://schemas.microsoft.com/office/drawing/2014/main" id="{35BF66A4-FEED-C296-E788-89B5BACF5EE1}"/>
              </a:ext>
            </a:extLst>
          </p:cNvPr>
          <p:cNvPicPr>
            <a:picLocks noChangeAspect="1"/>
          </p:cNvPicPr>
          <p:nvPr/>
        </p:nvPicPr>
        <p:blipFill>
          <a:blip r:embed="rId2"/>
          <a:stretch>
            <a:fillRect/>
          </a:stretch>
        </p:blipFill>
        <p:spPr>
          <a:xfrm>
            <a:off x="252413" y="3130652"/>
            <a:ext cx="11687175" cy="3448050"/>
          </a:xfrm>
          <a:prstGeom prst="rect">
            <a:avLst/>
          </a:prstGeom>
        </p:spPr>
      </p:pic>
    </p:spTree>
    <p:extLst>
      <p:ext uri="{BB962C8B-B14F-4D97-AF65-F5344CB8AC3E}">
        <p14:creationId xmlns:p14="http://schemas.microsoft.com/office/powerpoint/2010/main" val="4680446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EEFD1F4-532C-A885-B758-E17DFAB57B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2F7CBD-15E1-BE1B-15E7-730979418011}"/>
              </a:ext>
            </a:extLst>
          </p:cNvPr>
          <p:cNvSpPr>
            <a:spLocks noGrp="1"/>
          </p:cNvSpPr>
          <p:nvPr>
            <p:ph type="title"/>
          </p:nvPr>
        </p:nvSpPr>
        <p:spPr>
          <a:xfrm>
            <a:off x="640080" y="914400"/>
            <a:ext cx="10326188" cy="4144684"/>
          </a:xfrm>
        </p:spPr>
        <p:txBody>
          <a:bodyPr vert="horz" lIns="91440" tIns="45720" rIns="91440" bIns="45720" rtlCol="0" anchor="ctr">
            <a:normAutofit/>
          </a:bodyPr>
          <a:lstStyle/>
          <a:p>
            <a:pPr algn="ctr"/>
            <a:r>
              <a:rPr lang="es-AR" sz="5400"/>
              <a:t>¿Preguntas? ¿Consultas? ¿Inquietudes?</a:t>
            </a:r>
            <a:endParaRPr lang="en-US"/>
          </a:p>
        </p:txBody>
      </p:sp>
      <p:sp>
        <p:nvSpPr>
          <p:cNvPr id="3" name="Content Placeholder 2">
            <a:extLst>
              <a:ext uri="{FF2B5EF4-FFF2-40B4-BE49-F238E27FC236}">
                <a16:creationId xmlns:a16="http://schemas.microsoft.com/office/drawing/2014/main" id="{0B9EBB5B-EBB1-FE9D-39DE-EC73E363AFA1}"/>
              </a:ext>
            </a:extLst>
          </p:cNvPr>
          <p:cNvSpPr>
            <a:spLocks noGrp="1"/>
          </p:cNvSpPr>
          <p:nvPr>
            <p:ph idx="1"/>
          </p:nvPr>
        </p:nvSpPr>
        <p:spPr>
          <a:xfrm>
            <a:off x="5148072" y="1051559"/>
            <a:ext cx="6382937" cy="5248656"/>
          </a:xfrm>
        </p:spPr>
        <p:txBody>
          <a:bodyPr vert="horz" lIns="91440" tIns="45720" rIns="91440" bIns="45720" rtlCol="0" anchor="t">
            <a:noAutofit/>
          </a:bodyPr>
          <a:lstStyle/>
          <a:p>
            <a:endParaRPr lang="es-AR" dirty="0"/>
          </a:p>
          <a:p>
            <a:endParaRPr lang="es-AR" dirty="0"/>
          </a:p>
        </p:txBody>
      </p:sp>
    </p:spTree>
    <p:extLst>
      <p:ext uri="{BB962C8B-B14F-4D97-AF65-F5344CB8AC3E}">
        <p14:creationId xmlns:p14="http://schemas.microsoft.com/office/powerpoint/2010/main" val="2488748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8E7B5C1-8FB8-32D8-BD63-797F2809F3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0A1502-AD9E-6985-028C-C30B73805993}"/>
              </a:ext>
            </a:extLst>
          </p:cNvPr>
          <p:cNvSpPr>
            <a:spLocks noGrp="1"/>
          </p:cNvSpPr>
          <p:nvPr>
            <p:ph type="title"/>
          </p:nvPr>
        </p:nvSpPr>
        <p:spPr>
          <a:xfrm>
            <a:off x="640080" y="914400"/>
            <a:ext cx="2429734" cy="4144684"/>
          </a:xfrm>
        </p:spPr>
        <p:txBody>
          <a:bodyPr anchor="t">
            <a:normAutofit/>
          </a:bodyPr>
          <a:lstStyle/>
          <a:p>
            <a:r>
              <a:rPr lang="en-US"/>
              <a:t>Unity Remote</a:t>
            </a:r>
            <a:br>
              <a:rPr lang="en-US" dirty="0"/>
            </a:br>
            <a:r>
              <a:rPr lang="en-US"/>
              <a:t>Config:</a:t>
            </a:r>
          </a:p>
        </p:txBody>
      </p:sp>
      <p:sp>
        <p:nvSpPr>
          <p:cNvPr id="3" name="Content Placeholder 2">
            <a:extLst>
              <a:ext uri="{FF2B5EF4-FFF2-40B4-BE49-F238E27FC236}">
                <a16:creationId xmlns:a16="http://schemas.microsoft.com/office/drawing/2014/main" id="{4D5F9817-7C0C-5F15-6EEB-F49C3BE61B92}"/>
              </a:ext>
            </a:extLst>
          </p:cNvPr>
          <p:cNvSpPr>
            <a:spLocks noGrp="1"/>
          </p:cNvSpPr>
          <p:nvPr>
            <p:ph idx="1"/>
          </p:nvPr>
        </p:nvSpPr>
        <p:spPr>
          <a:xfrm>
            <a:off x="3046185" y="1051559"/>
            <a:ext cx="9050178" cy="5248656"/>
          </a:xfrm>
        </p:spPr>
        <p:txBody>
          <a:bodyPr vert="horz" lIns="91440" tIns="45720" rIns="91440" bIns="45720" rtlCol="0" anchor="t">
            <a:noAutofit/>
          </a:bodyPr>
          <a:lstStyle/>
          <a:p>
            <a:pPr marL="0" indent="0">
              <a:buNone/>
            </a:pPr>
            <a:r>
              <a:rPr lang="es-AR" b="1" dirty="0">
                <a:latin typeface="Grandview Display"/>
              </a:rPr>
              <a:t>También podemos visualizar nuestra </a:t>
            </a:r>
            <a:r>
              <a:rPr lang="es-AR" b="1" err="1">
                <a:latin typeface="Grandview Display"/>
              </a:rPr>
              <a:t>config</a:t>
            </a:r>
            <a:r>
              <a:rPr lang="es-AR" b="1" dirty="0">
                <a:latin typeface="Grandview Display"/>
              </a:rPr>
              <a:t> desde el </a:t>
            </a:r>
            <a:r>
              <a:rPr lang="es-AR" b="1">
                <a:latin typeface="Grandview Display"/>
              </a:rPr>
              <a:t>Editor de Unity.</a:t>
            </a:r>
          </a:p>
          <a:p>
            <a:pPr marL="0" indent="0">
              <a:buNone/>
            </a:pPr>
            <a:endParaRPr lang="es-AR" b="1" dirty="0">
              <a:latin typeface="Grandview Display"/>
            </a:endParaRPr>
          </a:p>
        </p:txBody>
      </p:sp>
      <p:pic>
        <p:nvPicPr>
          <p:cNvPr id="5" name="Picture 4">
            <a:extLst>
              <a:ext uri="{FF2B5EF4-FFF2-40B4-BE49-F238E27FC236}">
                <a16:creationId xmlns:a16="http://schemas.microsoft.com/office/drawing/2014/main" id="{C6D75E5D-7CC0-81EC-2747-32AFB11CB899}"/>
              </a:ext>
            </a:extLst>
          </p:cNvPr>
          <p:cNvPicPr>
            <a:picLocks noChangeAspect="1"/>
          </p:cNvPicPr>
          <p:nvPr/>
        </p:nvPicPr>
        <p:blipFill>
          <a:blip r:embed="rId2"/>
          <a:stretch>
            <a:fillRect/>
          </a:stretch>
        </p:blipFill>
        <p:spPr>
          <a:xfrm>
            <a:off x="7459765" y="1708508"/>
            <a:ext cx="3933825" cy="2752725"/>
          </a:xfrm>
          <a:prstGeom prst="rect">
            <a:avLst/>
          </a:prstGeom>
        </p:spPr>
      </p:pic>
    </p:spTree>
    <p:extLst>
      <p:ext uri="{BB962C8B-B14F-4D97-AF65-F5344CB8AC3E}">
        <p14:creationId xmlns:p14="http://schemas.microsoft.com/office/powerpoint/2010/main" val="17533755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98BFAC8-3274-DDAF-CCCE-7B9EEE1509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07F6E0-E77A-FDE6-9A0F-FD0BC7095177}"/>
              </a:ext>
            </a:extLst>
          </p:cNvPr>
          <p:cNvSpPr>
            <a:spLocks noGrp="1"/>
          </p:cNvSpPr>
          <p:nvPr>
            <p:ph type="title"/>
          </p:nvPr>
        </p:nvSpPr>
        <p:spPr>
          <a:xfrm>
            <a:off x="640080" y="914400"/>
            <a:ext cx="2429734" cy="4144684"/>
          </a:xfrm>
        </p:spPr>
        <p:txBody>
          <a:bodyPr anchor="t">
            <a:normAutofit/>
          </a:bodyPr>
          <a:lstStyle/>
          <a:p>
            <a:r>
              <a:rPr lang="en-US"/>
              <a:t>Unity Remote</a:t>
            </a:r>
            <a:br>
              <a:rPr lang="en-US" dirty="0"/>
            </a:br>
            <a:r>
              <a:rPr lang="en-US"/>
              <a:t>Config:</a:t>
            </a:r>
          </a:p>
        </p:txBody>
      </p:sp>
      <p:sp>
        <p:nvSpPr>
          <p:cNvPr id="3" name="Content Placeholder 2">
            <a:extLst>
              <a:ext uri="{FF2B5EF4-FFF2-40B4-BE49-F238E27FC236}">
                <a16:creationId xmlns:a16="http://schemas.microsoft.com/office/drawing/2014/main" id="{A6E8E93B-43E9-8373-FAA0-5E912B7E8859}"/>
              </a:ext>
            </a:extLst>
          </p:cNvPr>
          <p:cNvSpPr>
            <a:spLocks noGrp="1"/>
          </p:cNvSpPr>
          <p:nvPr>
            <p:ph idx="1"/>
          </p:nvPr>
        </p:nvSpPr>
        <p:spPr>
          <a:xfrm>
            <a:off x="3046185" y="1051559"/>
            <a:ext cx="9050178" cy="5248656"/>
          </a:xfrm>
        </p:spPr>
        <p:txBody>
          <a:bodyPr vert="horz" lIns="91440" tIns="45720" rIns="91440" bIns="45720" rtlCol="0" anchor="t">
            <a:noAutofit/>
          </a:bodyPr>
          <a:lstStyle/>
          <a:p>
            <a:pPr marL="0" indent="0">
              <a:buNone/>
            </a:pPr>
            <a:r>
              <a:rPr lang="es-AR" b="1" dirty="0">
                <a:latin typeface="Grandview Display"/>
              </a:rPr>
              <a:t>Eso nos mostrará una ventana donde podemos elegir el </a:t>
            </a:r>
            <a:r>
              <a:rPr lang="es-AR" b="1" dirty="0" err="1">
                <a:latin typeface="Grandview Display"/>
              </a:rPr>
              <a:t>Enviroment</a:t>
            </a:r>
            <a:r>
              <a:rPr lang="es-AR" b="1" dirty="0">
                <a:latin typeface="Grandview Display"/>
              </a:rPr>
              <a:t>, ver y editar la </a:t>
            </a:r>
            <a:r>
              <a:rPr lang="es-AR" b="1" dirty="0" err="1">
                <a:latin typeface="Grandview Display"/>
              </a:rPr>
              <a:t>config</a:t>
            </a:r>
            <a:r>
              <a:rPr lang="es-AR" b="1" dirty="0">
                <a:latin typeface="Grandview Display"/>
              </a:rPr>
              <a:t> que esté registrada y </a:t>
            </a:r>
            <a:r>
              <a:rPr lang="es-AR" b="1" dirty="0" err="1">
                <a:latin typeface="Grandview Display"/>
              </a:rPr>
              <a:t>Pushear</a:t>
            </a:r>
            <a:r>
              <a:rPr lang="es-AR" b="1" dirty="0">
                <a:latin typeface="Grandview Display"/>
              </a:rPr>
              <a:t> o </a:t>
            </a:r>
            <a:r>
              <a:rPr lang="es-AR" b="1" dirty="0" err="1">
                <a:latin typeface="Grandview Display"/>
              </a:rPr>
              <a:t>Pullear</a:t>
            </a:r>
            <a:r>
              <a:rPr lang="es-AR" b="1" dirty="0">
                <a:latin typeface="Grandview Display"/>
              </a:rPr>
              <a:t> los cambios</a:t>
            </a:r>
          </a:p>
          <a:p>
            <a:pPr marL="0" indent="0">
              <a:buNone/>
            </a:pPr>
            <a:endParaRPr lang="es-AR" b="1" dirty="0">
              <a:latin typeface="Grandview Display"/>
            </a:endParaRPr>
          </a:p>
        </p:txBody>
      </p:sp>
      <p:pic>
        <p:nvPicPr>
          <p:cNvPr id="4" name="Picture 3">
            <a:extLst>
              <a:ext uri="{FF2B5EF4-FFF2-40B4-BE49-F238E27FC236}">
                <a16:creationId xmlns:a16="http://schemas.microsoft.com/office/drawing/2014/main" id="{0A81B631-3A85-8F74-EDC9-A49B44363D0E}"/>
              </a:ext>
            </a:extLst>
          </p:cNvPr>
          <p:cNvPicPr>
            <a:picLocks noChangeAspect="1"/>
          </p:cNvPicPr>
          <p:nvPr/>
        </p:nvPicPr>
        <p:blipFill>
          <a:blip r:embed="rId2"/>
          <a:stretch>
            <a:fillRect/>
          </a:stretch>
        </p:blipFill>
        <p:spPr>
          <a:xfrm>
            <a:off x="1500342" y="2972876"/>
            <a:ext cx="10100801" cy="2596023"/>
          </a:xfrm>
          <a:prstGeom prst="rect">
            <a:avLst/>
          </a:prstGeom>
        </p:spPr>
      </p:pic>
    </p:spTree>
    <p:extLst>
      <p:ext uri="{BB962C8B-B14F-4D97-AF65-F5344CB8AC3E}">
        <p14:creationId xmlns:p14="http://schemas.microsoft.com/office/powerpoint/2010/main" val="6916333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E2E1CCA-AAD9-C7FA-A568-F96737D91D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8A33BE-27E6-8448-C94D-C81E55B51D0B}"/>
              </a:ext>
            </a:extLst>
          </p:cNvPr>
          <p:cNvSpPr>
            <a:spLocks noGrp="1"/>
          </p:cNvSpPr>
          <p:nvPr>
            <p:ph type="title"/>
          </p:nvPr>
        </p:nvSpPr>
        <p:spPr>
          <a:xfrm>
            <a:off x="640080" y="914400"/>
            <a:ext cx="2429734" cy="4144684"/>
          </a:xfrm>
        </p:spPr>
        <p:txBody>
          <a:bodyPr anchor="t">
            <a:normAutofit/>
          </a:bodyPr>
          <a:lstStyle/>
          <a:p>
            <a:r>
              <a:rPr lang="en-US"/>
              <a:t>Unity Remote</a:t>
            </a:r>
            <a:br>
              <a:rPr lang="en-US" dirty="0"/>
            </a:br>
            <a:r>
              <a:rPr lang="en-US"/>
              <a:t>Config:</a:t>
            </a:r>
          </a:p>
        </p:txBody>
      </p:sp>
      <p:sp>
        <p:nvSpPr>
          <p:cNvPr id="3" name="Content Placeholder 2">
            <a:extLst>
              <a:ext uri="{FF2B5EF4-FFF2-40B4-BE49-F238E27FC236}">
                <a16:creationId xmlns:a16="http://schemas.microsoft.com/office/drawing/2014/main" id="{DC35EAE4-44FD-C814-523D-974A114AFDD2}"/>
              </a:ext>
            </a:extLst>
          </p:cNvPr>
          <p:cNvSpPr>
            <a:spLocks noGrp="1"/>
          </p:cNvSpPr>
          <p:nvPr>
            <p:ph idx="1"/>
          </p:nvPr>
        </p:nvSpPr>
        <p:spPr>
          <a:xfrm>
            <a:off x="3046185" y="1051559"/>
            <a:ext cx="9050178" cy="5248656"/>
          </a:xfrm>
        </p:spPr>
        <p:txBody>
          <a:bodyPr vert="horz" lIns="91440" tIns="45720" rIns="91440" bIns="45720" rtlCol="0" anchor="t">
            <a:noAutofit/>
          </a:bodyPr>
          <a:lstStyle/>
          <a:p>
            <a:pPr marL="0" indent="0">
              <a:buNone/>
            </a:pPr>
            <a:r>
              <a:rPr lang="es-AR" b="1" dirty="0">
                <a:latin typeface="Grandview Display"/>
              </a:rPr>
              <a:t>Para poder leer el valor de nuestra </a:t>
            </a:r>
            <a:r>
              <a:rPr lang="es-AR" b="1" err="1">
                <a:latin typeface="Grandview Display"/>
              </a:rPr>
              <a:t>config</a:t>
            </a:r>
            <a:r>
              <a:rPr lang="es-AR" b="1" dirty="0">
                <a:latin typeface="Grandview Display"/>
              </a:rPr>
              <a:t> podemos usar los </a:t>
            </a:r>
            <a:r>
              <a:rPr lang="es-AR" b="1" err="1">
                <a:latin typeface="Grandview Display"/>
              </a:rPr>
              <a:t>Get</a:t>
            </a:r>
            <a:r>
              <a:rPr lang="es-AR" b="1">
                <a:latin typeface="Grandview Display"/>
              </a:rPr>
              <a:t> que nos ofrece.</a:t>
            </a:r>
          </a:p>
          <a:p>
            <a:pPr marL="0" indent="0">
              <a:buNone/>
            </a:pPr>
            <a:endParaRPr lang="es-AR" b="1" dirty="0">
              <a:latin typeface="Grandview Display"/>
            </a:endParaRPr>
          </a:p>
          <a:p>
            <a:pPr marL="0" indent="0">
              <a:buNone/>
            </a:pPr>
            <a:endParaRPr lang="es-AR" b="1" dirty="0">
              <a:latin typeface="Grandview Display"/>
            </a:endParaRPr>
          </a:p>
          <a:p>
            <a:pPr marL="0" indent="0">
              <a:buNone/>
            </a:pPr>
            <a:endParaRPr lang="es-AR" b="1" dirty="0">
              <a:latin typeface="Grandview Display"/>
            </a:endParaRPr>
          </a:p>
          <a:p>
            <a:pPr marL="0" indent="0">
              <a:buNone/>
            </a:pPr>
            <a:endParaRPr lang="es-AR" b="1" dirty="0">
              <a:latin typeface="Grandview Display"/>
            </a:endParaRPr>
          </a:p>
          <a:p>
            <a:pPr marL="0" indent="0">
              <a:buNone/>
            </a:pPr>
            <a:r>
              <a:rPr lang="es-AR" b="1">
                <a:latin typeface="Grandview Display"/>
              </a:rPr>
              <a:t>Pero por supuesto, luego tenemos que propagar ese cambio al resto del juego.</a:t>
            </a:r>
            <a:endParaRPr lang="es-AR" b="1" dirty="0">
              <a:latin typeface="Grandview Display"/>
            </a:endParaRPr>
          </a:p>
          <a:p>
            <a:pPr marL="0" indent="0">
              <a:buNone/>
            </a:pPr>
            <a:endParaRPr lang="es-AR" b="1" dirty="0">
              <a:latin typeface="Grandview Display"/>
            </a:endParaRPr>
          </a:p>
        </p:txBody>
      </p:sp>
      <p:pic>
        <p:nvPicPr>
          <p:cNvPr id="5" name="Picture 4">
            <a:extLst>
              <a:ext uri="{FF2B5EF4-FFF2-40B4-BE49-F238E27FC236}">
                <a16:creationId xmlns:a16="http://schemas.microsoft.com/office/drawing/2014/main" id="{7F1E3478-089B-71E5-8426-56BEE5AD42CD}"/>
              </a:ext>
            </a:extLst>
          </p:cNvPr>
          <p:cNvPicPr>
            <a:picLocks noChangeAspect="1"/>
          </p:cNvPicPr>
          <p:nvPr/>
        </p:nvPicPr>
        <p:blipFill>
          <a:blip r:embed="rId2"/>
          <a:stretch>
            <a:fillRect/>
          </a:stretch>
        </p:blipFill>
        <p:spPr>
          <a:xfrm>
            <a:off x="933450" y="3190875"/>
            <a:ext cx="10325100" cy="476250"/>
          </a:xfrm>
          <a:prstGeom prst="rect">
            <a:avLst/>
          </a:prstGeom>
        </p:spPr>
      </p:pic>
    </p:spTree>
    <p:extLst>
      <p:ext uri="{BB962C8B-B14F-4D97-AF65-F5344CB8AC3E}">
        <p14:creationId xmlns:p14="http://schemas.microsoft.com/office/powerpoint/2010/main" val="12821613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EC102B9-0096-190D-CEE6-A00830075D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18322F-47A0-AE85-61B0-02790556DA14}"/>
              </a:ext>
            </a:extLst>
          </p:cNvPr>
          <p:cNvSpPr>
            <a:spLocks noGrp="1"/>
          </p:cNvSpPr>
          <p:nvPr>
            <p:ph type="title"/>
          </p:nvPr>
        </p:nvSpPr>
        <p:spPr>
          <a:xfrm>
            <a:off x="640080" y="914400"/>
            <a:ext cx="10326188" cy="4144684"/>
          </a:xfrm>
        </p:spPr>
        <p:txBody>
          <a:bodyPr vert="horz" lIns="91440" tIns="45720" rIns="91440" bIns="45720" rtlCol="0" anchor="ctr">
            <a:normAutofit/>
          </a:bodyPr>
          <a:lstStyle/>
          <a:p>
            <a:pPr algn="ctr"/>
            <a:r>
              <a:rPr lang="es-AR" sz="5400"/>
              <a:t>¿Preguntas? ¿Consultas? ¿Inquietudes?</a:t>
            </a:r>
            <a:endParaRPr lang="en-US"/>
          </a:p>
        </p:txBody>
      </p:sp>
      <p:sp>
        <p:nvSpPr>
          <p:cNvPr id="3" name="Content Placeholder 2">
            <a:extLst>
              <a:ext uri="{FF2B5EF4-FFF2-40B4-BE49-F238E27FC236}">
                <a16:creationId xmlns:a16="http://schemas.microsoft.com/office/drawing/2014/main" id="{554716F4-4BB9-5BFD-BACB-9CE4D24EE905}"/>
              </a:ext>
            </a:extLst>
          </p:cNvPr>
          <p:cNvSpPr>
            <a:spLocks noGrp="1"/>
          </p:cNvSpPr>
          <p:nvPr>
            <p:ph idx="1"/>
          </p:nvPr>
        </p:nvSpPr>
        <p:spPr>
          <a:xfrm>
            <a:off x="5148072" y="1051559"/>
            <a:ext cx="6382937" cy="5248656"/>
          </a:xfrm>
        </p:spPr>
        <p:txBody>
          <a:bodyPr vert="horz" lIns="91440" tIns="45720" rIns="91440" bIns="45720" rtlCol="0" anchor="t">
            <a:noAutofit/>
          </a:bodyPr>
          <a:lstStyle/>
          <a:p>
            <a:endParaRPr lang="es-AR" dirty="0"/>
          </a:p>
          <a:p>
            <a:endParaRPr lang="es-AR" dirty="0"/>
          </a:p>
        </p:txBody>
      </p:sp>
    </p:spTree>
    <p:extLst>
      <p:ext uri="{BB962C8B-B14F-4D97-AF65-F5344CB8AC3E}">
        <p14:creationId xmlns:p14="http://schemas.microsoft.com/office/powerpoint/2010/main" val="2077024662"/>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DashVTI">
  <a:themeElements>
    <a:clrScheme name="Custom 6">
      <a:dk1>
        <a:sysClr val="windowText" lastClr="000000"/>
      </a:dk1>
      <a:lt1>
        <a:sysClr val="window" lastClr="FFFFFF"/>
      </a:lt1>
      <a:dk2>
        <a:srgbClr val="0D1C3B"/>
      </a:dk2>
      <a:lt2>
        <a:srgbClr val="F5F2F9"/>
      </a:lt2>
      <a:accent1>
        <a:srgbClr val="1973EB"/>
      </a:accent1>
      <a:accent2>
        <a:srgbClr val="25C8A2"/>
      </a:accent2>
      <a:accent3>
        <a:srgbClr val="BF8ED1"/>
      </a:accent3>
      <a:accent4>
        <a:srgbClr val="FE733C"/>
      </a:accent4>
      <a:accent5>
        <a:srgbClr val="FE5A5A"/>
      </a:accent5>
      <a:accent6>
        <a:srgbClr val="1AC16E"/>
      </a:accent6>
      <a:hlink>
        <a:srgbClr val="1AC16E"/>
      </a:hlink>
      <a:folHlink>
        <a:srgbClr val="00B0F0"/>
      </a:folHlink>
    </a:clrScheme>
    <a:fontScheme name="grandview display">
      <a:majorFont>
        <a:latin typeface="Grandview Display"/>
        <a:ea typeface=""/>
        <a:cs typeface=""/>
      </a:majorFont>
      <a:minorFont>
        <a:latin typeface="Grandview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shVTI" id="{0A75137F-CDEB-4E94-A788-9D255EBE1B91}" vid="{DE9A6A09-5855-45A3-8E99-4290ED24057C}"/>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Widescreen</PresentationFormat>
  <Paragraphs>0</Paragraphs>
  <Slides>29</Slides>
  <Notes>0</Notes>
  <HiddenSlides>0</HiddenSlides>
  <MMClips>0</MMClips>
  <ScaleCrop>false</ScaleCrop>
  <HeadingPairs>
    <vt:vector size="4" baseType="variant">
      <vt:variant>
        <vt:lpstr>Theme</vt:lpstr>
      </vt:variant>
      <vt:variant>
        <vt:i4>2</vt:i4>
      </vt:variant>
      <vt:variant>
        <vt:lpstr>Slide Titles</vt:lpstr>
      </vt:variant>
      <vt:variant>
        <vt:i4>29</vt:i4>
      </vt:variant>
    </vt:vector>
  </HeadingPairs>
  <TitlesOfParts>
    <vt:vector size="31" baseType="lpstr">
      <vt:lpstr>Tema de Office</vt:lpstr>
      <vt:lpstr>DashVTI</vt:lpstr>
      <vt:lpstr>Juegos en Red</vt:lpstr>
      <vt:lpstr>Contenido:</vt:lpstr>
      <vt:lpstr>Live-Ops:</vt:lpstr>
      <vt:lpstr>Live-Ops:</vt:lpstr>
      <vt:lpstr>Live-Ops:</vt:lpstr>
      <vt:lpstr>Live-Ops:</vt:lpstr>
      <vt:lpstr>¿Preguntas? ¿Consultas? ¿Inquietudes?</vt:lpstr>
      <vt:lpstr>Live-Ops:</vt:lpstr>
      <vt:lpstr>Live-Ops:</vt:lpstr>
      <vt:lpstr>¿Preguntas? ¿Consultas? ¿Inquietudes?</vt:lpstr>
      <vt:lpstr>Unity Remote Config:</vt:lpstr>
      <vt:lpstr>Unity Remote Config:</vt:lpstr>
      <vt:lpstr>¿Preguntas? ¿Consultas? ¿Inquietudes?</vt:lpstr>
      <vt:lpstr>Unity Remote Config:</vt:lpstr>
      <vt:lpstr>Unity Remote Config:</vt:lpstr>
      <vt:lpstr>Unity Remote Config:</vt:lpstr>
      <vt:lpstr>Unity Remote Config:</vt:lpstr>
      <vt:lpstr>Unity Remote Config:</vt:lpstr>
      <vt:lpstr>Unity Remote Config:</vt:lpstr>
      <vt:lpstr>Unity Remote Config:</vt:lpstr>
      <vt:lpstr>Unity Remote Config:</vt:lpstr>
      <vt:lpstr>Unity Remote Config:</vt:lpstr>
      <vt:lpstr>Unity Remote Config:</vt:lpstr>
      <vt:lpstr>Unity Remote Config:</vt:lpstr>
      <vt:lpstr>¿Preguntas? ¿Consultas? ¿Inquietudes?</vt:lpstr>
      <vt:lpstr>Unity Remote Config:</vt:lpstr>
      <vt:lpstr>Unity Remote Config:</vt:lpstr>
      <vt:lpstr>Unity Remote Config:</vt:lpstr>
      <vt:lpstr>¿Preguntas? ¿Consultas? ¿Inquietudes?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401</cp:revision>
  <dcterms:created xsi:type="dcterms:W3CDTF">2026-05-30T02:56:45Z</dcterms:created>
  <dcterms:modified xsi:type="dcterms:W3CDTF">2026-05-30T04:49:57Z</dcterms:modified>
</cp:coreProperties>
</file>